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5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6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  <p:sldMasterId id="2147483680" r:id="rId3"/>
  </p:sldMasterIdLst>
  <p:notesMasterIdLst>
    <p:notesMasterId r:id="rId13"/>
  </p:notesMasterIdLst>
  <p:sldIdLst>
    <p:sldId id="256" r:id="rId4"/>
    <p:sldId id="257" r:id="rId5"/>
    <p:sldId id="259" r:id="rId6"/>
    <p:sldId id="264" r:id="rId7"/>
    <p:sldId id="261" r:id="rId8"/>
    <p:sldId id="265" r:id="rId9"/>
    <p:sldId id="262" r:id="rId10"/>
    <p:sldId id="263" r:id="rId11"/>
    <p:sldId id="266" r:id="rId12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bold" panose="00000800000000000000" pitchFamily="2" charset="0"/>
      <p:bold r:id="rId18"/>
    </p:embeddedFont>
    <p:embeddedFont>
      <p:font typeface="Poppins SemiBold" panose="000007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1727" autoAdjust="0"/>
  </p:normalViewPr>
  <p:slideViewPr>
    <p:cSldViewPr snapToGrid="0">
      <p:cViewPr varScale="1">
        <p:scale>
          <a:sx n="98" d="100"/>
          <a:sy n="98" d="100"/>
        </p:scale>
        <p:origin x="36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8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l"/>
            <a:r>
              <a:rPr lang="en-US" sz="1000" b="1" dirty="0">
                <a:solidFill>
                  <a:srgbClr val="000000"/>
                </a:solidFill>
                <a:latin typeface="Poppins" panose="00000500000000000000" pitchFamily="2" charset="0"/>
              </a:rPr>
              <a:t>CO₂ Emissions by Region (</a:t>
            </a:r>
            <a:r>
              <a:rPr lang="en-US" sz="1000" b="1" noProof="1">
                <a:solidFill>
                  <a:srgbClr val="000000"/>
                </a:solidFill>
                <a:latin typeface="Poppins" panose="00000500000000000000" pitchFamily="2" charset="0"/>
              </a:rPr>
              <a:t>tCO2e)</a:t>
            </a:r>
          </a:p>
          <a:p>
            <a:pPr algn="l"/>
            <a:endParaRPr lang="en-US" sz="800" b="0" dirty="0">
              <a:solidFill>
                <a:srgbClr val="666666"/>
              </a:solidFill>
              <a:latin typeface="Poppins" panose="00000500000000000000" pitchFamily="2" charset="0"/>
            </a:endParaRPr>
          </a:p>
        </c:rich>
      </c:tx>
      <c:layout>
        <c:manualLayout>
          <c:xMode val="edge"/>
          <c:yMode val="edge"/>
          <c:x val="8.8405666455165979E-3"/>
          <c:y val="2.161690169373531E-2"/>
          <c:w val="0.55000001192092896"/>
          <c:h val="0.15999999642372131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0.29335591771958736"/>
          <c:y val="0.27565932613989796"/>
          <c:w val="0.87999999523162842"/>
          <c:h val="0.7200000286102294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Emissions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 smtId="4294967295">
                    <a:solidFill>
                      <a:srgbClr val="000000"/>
                    </a:solidFill>
                    <a:latin typeface="+mn-lt"/>
                    <a:ea typeface="+mn-ea"/>
                    <a:cs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Oceania</c:v>
                </c:pt>
                <c:pt idx="1">
                  <c:v>South America</c:v>
                </c:pt>
                <c:pt idx="2">
                  <c:v>North America</c:v>
                </c:pt>
                <c:pt idx="3">
                  <c:v>Europe</c:v>
                </c:pt>
                <c:pt idx="4">
                  <c:v>Asia</c:v>
                </c:pt>
                <c:pt idx="5">
                  <c:v>Africa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89424</c:v>
                </c:pt>
                <c:pt idx="1">
                  <c:v>39662</c:v>
                </c:pt>
                <c:pt idx="2">
                  <c:v>27797</c:v>
                </c:pt>
                <c:pt idx="3">
                  <c:v>14614</c:v>
                </c:pt>
                <c:pt idx="4">
                  <c:v>5446</c:v>
                </c:pt>
                <c:pt idx="5">
                  <c:v>1147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D7-4CC9-8053-C20FF87334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 smtId="4294967295">
                <a:solidFill>
                  <a:srgbClr val="000000"/>
                </a:solidFill>
                <a:latin typeface="Poppins "/>
                <a:ea typeface="+mn-ea"/>
                <a:cs typeface="Poppins SemiBold" panose="00000700000000000000" pitchFamily="2" charset="0"/>
              </a:defRPr>
            </a:pPr>
            <a:endParaRPr lang="en-US"/>
          </a:p>
        </c:txPr>
        <c:crossAx val="2094734552"/>
        <c:crosses val="autoZero"/>
        <c:auto val="0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 smtId="4294967295">
                <a:solidFill>
                  <a:srgbClr val="000000"/>
                </a:solidFill>
                <a:latin typeface="Poppins "/>
                <a:ea typeface="+mn-ea"/>
                <a:cs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l"/>
            <a:r>
              <a:rPr lang="en-IN" sz="1000" b="1" dirty="0">
                <a:solidFill>
                  <a:srgbClr val="000000"/>
                </a:solidFill>
                <a:latin typeface="Poppins" panose="00000500000000000000" pitchFamily="2" charset="0"/>
              </a:rPr>
              <a:t>CO₂ Emissions by Travel Mode (tCO2e)</a:t>
            </a:r>
          </a:p>
        </c:rich>
      </c:tx>
      <c:layout>
        <c:manualLayout>
          <c:xMode val="edge"/>
          <c:yMode val="edge"/>
          <c:x val="7.9673701687231792E-3"/>
          <c:y val="1.089361994132885E-2"/>
          <c:w val="0.55000001192092896"/>
          <c:h val="0.15999999642372131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0.42101905173865894"/>
          <c:y val="0.26485087529303036"/>
          <c:w val="0.87999999523162842"/>
          <c:h val="0.7200000286102294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Emissions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 smtId="4294967295">
                    <a:solidFill>
                      <a:srgbClr val="000000"/>
                    </a:solidFill>
                    <a:latin typeface="+mn-lt"/>
                    <a:ea typeface="+mn-ea"/>
                    <a:cs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Business-class flights</c:v>
                </c:pt>
                <c:pt idx="1">
                  <c:v>BMW Diesel (road)</c:v>
                </c:pt>
                <c:pt idx="2">
                  <c:v>Train</c:v>
                </c:pt>
                <c:pt idx="3">
                  <c:v>Fiat 500 Electric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73146</c:v>
                </c:pt>
                <c:pt idx="1">
                  <c:v>11064</c:v>
                </c:pt>
                <c:pt idx="2">
                  <c:v>1424</c:v>
                </c:pt>
                <c:pt idx="3">
                  <c:v>1192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7F-4855-8FAC-255631C3D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 smtId="4294967295">
                <a:solidFill>
                  <a:srgbClr val="000000"/>
                </a:solidFill>
                <a:latin typeface="Poppins "/>
                <a:ea typeface="+mn-ea"/>
                <a:cs typeface="+mn-lt"/>
              </a:defRPr>
            </a:pPr>
            <a:endParaRPr lang="en-US"/>
          </a:p>
        </c:txPr>
        <c:crossAx val="2094734552"/>
        <c:crosses val="autoZero"/>
        <c:auto val="0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 smtId="4294967295">
                <a:solidFill>
                  <a:srgbClr val="000000"/>
                </a:solidFill>
                <a:latin typeface="Poppins "/>
                <a:ea typeface="+mn-ea"/>
                <a:cs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476745125899205"/>
          <c:y val="0.16669010801457051"/>
          <c:w val="0.63999998569488525"/>
          <c:h val="0.6800000071525573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Purpose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00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3E6-4DB6-A6BE-51DE312DC450}"/>
              </c:ext>
            </c:extLst>
          </c:dPt>
          <c:dPt>
            <c:idx val="1"/>
            <c:bubble3D val="0"/>
            <c:spPr>
              <a:solidFill>
                <a:srgbClr val="333333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3E6-4DB6-A6BE-51DE312DC450}"/>
              </c:ext>
            </c:extLst>
          </c:dPt>
          <c:dPt>
            <c:idx val="2"/>
            <c:bubble3D val="0"/>
            <c:spPr>
              <a:solidFill>
                <a:srgbClr val="66666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C3E6-4DB6-A6BE-51DE312DC450}"/>
              </c:ext>
            </c:extLst>
          </c:dPt>
          <c:dPt>
            <c:idx val="3"/>
            <c:bubble3D val="0"/>
            <c:spPr>
              <a:solidFill>
                <a:srgbClr val="999999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C3E6-4DB6-A6BE-51DE312DC450}"/>
              </c:ext>
            </c:extLst>
          </c:dPt>
          <c:dPt>
            <c:idx val="4"/>
            <c:bubble3D val="0"/>
            <c:spPr>
              <a:solidFill>
                <a:srgbClr val="CCCCC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C3E6-4DB6-A6BE-51DE312DC450}"/>
              </c:ext>
            </c:extLst>
          </c:dPt>
          <c:cat>
            <c:strRef>
              <c:f>Sheet1!$A$2:$A$6</c:f>
              <c:strCache>
                <c:ptCount val="5"/>
                <c:pt idx="0">
                  <c:v>Customer Visits</c:v>
                </c:pt>
                <c:pt idx="1">
                  <c:v>Conference/Exhibition</c:v>
                </c:pt>
                <c:pt idx="2">
                  <c:v>Internal Meetings</c:v>
                </c:pt>
                <c:pt idx="3">
                  <c:v>Enablement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43.22</c:v>
                </c:pt>
                <c:pt idx="1">
                  <c:v>35.46</c:v>
                </c:pt>
                <c:pt idx="2">
                  <c:v>11.3</c:v>
                </c:pt>
                <c:pt idx="3">
                  <c:v>7.18</c:v>
                </c:pt>
                <c:pt idx="4">
                  <c:v>2.84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3E6-4DB6-A6BE-51DE312DC4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bg1"/>
    </a:solidFill>
    <a:ln w="12700" cap="flat"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061845707142975"/>
          <c:y val="0.20034959927411447"/>
          <c:w val="0.4763591241967991"/>
          <c:h val="0.769190738779534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00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808-437E-AD65-189B6CA36E75}"/>
              </c:ext>
            </c:extLst>
          </c:dPt>
          <c:dPt>
            <c:idx val="1"/>
            <c:bubble3D val="0"/>
            <c:spPr>
              <a:solidFill>
                <a:srgbClr val="333333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808-437E-AD65-189B6CA36E75}"/>
              </c:ext>
            </c:extLst>
          </c:dPt>
          <c:dPt>
            <c:idx val="2"/>
            <c:bubble3D val="0"/>
            <c:spPr>
              <a:solidFill>
                <a:srgbClr val="66666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808-437E-AD65-189B6CA36E75}"/>
              </c:ext>
            </c:extLst>
          </c:dPt>
          <c:dPt>
            <c:idx val="3"/>
            <c:bubble3D val="0"/>
            <c:spPr>
              <a:solidFill>
                <a:srgbClr val="999999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0808-437E-AD65-189B6CA36E75}"/>
              </c:ext>
            </c:extLst>
          </c:dPt>
          <c:dPt>
            <c:idx val="4"/>
            <c:bubble3D val="0"/>
            <c:spPr>
              <a:solidFill>
                <a:srgbClr val="CCCCC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0808-437E-AD65-189B6CA36E75}"/>
              </c:ext>
            </c:extLst>
          </c:dPt>
          <c:cat>
            <c:strRef>
              <c:f>Sheet1!$A$2:$A$6</c:f>
              <c:strCache>
                <c:ptCount val="5"/>
                <c:pt idx="0">
                  <c:v>Sales</c:v>
                </c:pt>
                <c:pt idx="1">
                  <c:v>Others</c:v>
                </c:pt>
                <c:pt idx="2">
                  <c:v>Marketing</c:v>
                </c:pt>
                <c:pt idx="3">
                  <c:v>Value Engineering</c:v>
                </c:pt>
                <c:pt idx="4">
                  <c:v>Customer Support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33.56</c:v>
                </c:pt>
                <c:pt idx="1">
                  <c:v>29.49</c:v>
                </c:pt>
                <c:pt idx="2">
                  <c:v>18.86</c:v>
                </c:pt>
                <c:pt idx="3">
                  <c:v>9.7899999999999991</c:v>
                </c:pt>
                <c:pt idx="4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808-437E-AD65-189B6CA36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bg1"/>
    </a:solidFill>
    <a:ln w="12700" cap="flat"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Poppins" panose="00000500000000000000" pitchFamily="2" charset="0"/>
        <a:ea typeface="Poppins" panose="00000500000000000000" pitchFamily="2" charset="0"/>
        <a:cs typeface="Poppins" panose="00000500000000000000" pitchFamily="2" charset="0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109ef6d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f3109ef6d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109ef6db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f3109ef6db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3109ef6db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f3109ef6db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FD406D65-051E-3ECF-4B21-2119E4605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3109ef6db_0_269:notes">
            <a:extLst>
              <a:ext uri="{FF2B5EF4-FFF2-40B4-BE49-F238E27FC236}">
                <a16:creationId xmlns:a16="http://schemas.microsoft.com/office/drawing/2014/main" id="{F07BB0C2-D0FF-94BF-61AF-D5B0A70413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f3109ef6db_0_269:notes">
            <a:extLst>
              <a:ext uri="{FF2B5EF4-FFF2-40B4-BE49-F238E27FC236}">
                <a16:creationId xmlns:a16="http://schemas.microsoft.com/office/drawing/2014/main" id="{AD74BC3E-7003-08EC-1A82-FFDCEA1C8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4287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3109ef6db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f3109ef6db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2ABB0833-A586-7DE5-3626-AE7DE6B6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3109ef6db_0_281:notes">
            <a:extLst>
              <a:ext uri="{FF2B5EF4-FFF2-40B4-BE49-F238E27FC236}">
                <a16:creationId xmlns:a16="http://schemas.microsoft.com/office/drawing/2014/main" id="{7DD47C55-7BC0-B781-254D-69FA7F3BCB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f3109ef6db_0_281:notes">
            <a:extLst>
              <a:ext uri="{FF2B5EF4-FFF2-40B4-BE49-F238E27FC236}">
                <a16:creationId xmlns:a16="http://schemas.microsoft.com/office/drawing/2014/main" id="{550862E0-BBEC-C9B9-DF94-30879C68EB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5947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3109ef6db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f3109ef6db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3109ef6db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f3109ef6db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5" name="Google Shape;55;p13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6" name="Google Shape;66;p15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black">
  <p:cSld name="Chapter slide blac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hite">
  <p:cSld name="Only Title white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black">
  <p:cSld name="Only Title blac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slide white">
  <p:cSld name="Chapterslide white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ith graphic">
  <p:cSld name="Titlepage with graphic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3"/>
          </p:nvPr>
        </p:nvSpPr>
        <p:spPr>
          <a:xfrm>
            <a:off x="305993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6" name="Google Shape;86;p20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0"/>
          <p:cNvSpPr>
            <a:spLocks noGrp="1"/>
          </p:cNvSpPr>
          <p:nvPr>
            <p:ph type="pic" idx="4"/>
          </p:nvPr>
        </p:nvSpPr>
        <p:spPr>
          <a:xfrm>
            <a:off x="4842273" y="0"/>
            <a:ext cx="4301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hite">
  <p:cSld name="Titlepage white"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306016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3"/>
          </p:nvPr>
        </p:nvSpPr>
        <p:spPr>
          <a:xfrm>
            <a:off x="306017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3" name="Google Shape;93;p21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with details">
  <p:cSld name="Thank you with detail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305992" y="2181038"/>
            <a:ext cx="426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1"/>
          </p:nvPr>
        </p:nvSpPr>
        <p:spPr>
          <a:xfrm>
            <a:off x="305991" y="2874340"/>
            <a:ext cx="42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7" name="Google Shape;97;p22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.">
  <p:cSld name="Thank you.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>
            <a:spLocks noGrp="1"/>
          </p:cNvSpPr>
          <p:nvPr>
            <p:ph type="title"/>
          </p:nvPr>
        </p:nvSpPr>
        <p:spPr>
          <a:xfrm>
            <a:off x="305991" y="2735036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0" name="Google Shape;10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black">
  <p:cSld name="Only Title blac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black">
  <p:cSld name="Chapter slide blac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slide white">
  <p:cSld name="Chapterslide white"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hite">
  <p:cSld name="Only Title white"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9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9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5" name="Google Shape;125;p29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hite">
  <p:cSld name="Titlepage white"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>
            <a:spLocks noGrp="1"/>
          </p:cNvSpPr>
          <p:nvPr>
            <p:ph type="title"/>
          </p:nvPr>
        </p:nvSpPr>
        <p:spPr>
          <a:xfrm>
            <a:off x="306016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body" idx="3"/>
          </p:nvPr>
        </p:nvSpPr>
        <p:spPr>
          <a:xfrm>
            <a:off x="306017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1" name="Google Shape;131;p30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ith graphic">
  <p:cSld name="Titlepage with graphic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1"/>
          <p:cNvSpPr txBox="1">
            <a:spLocks noGrp="1"/>
          </p:cNvSpPr>
          <p:nvPr>
            <p:ph type="body" idx="3"/>
          </p:nvPr>
        </p:nvSpPr>
        <p:spPr>
          <a:xfrm>
            <a:off x="305993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7" name="Google Shape;137;p31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1"/>
          <p:cNvSpPr>
            <a:spLocks noGrp="1"/>
          </p:cNvSpPr>
          <p:nvPr>
            <p:ph type="pic" idx="4"/>
          </p:nvPr>
        </p:nvSpPr>
        <p:spPr>
          <a:xfrm>
            <a:off x="4842273" y="0"/>
            <a:ext cx="4301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with details">
  <p:cSld name="Thank you with details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>
            <a:spLocks noGrp="1"/>
          </p:cNvSpPr>
          <p:nvPr>
            <p:ph type="title"/>
          </p:nvPr>
        </p:nvSpPr>
        <p:spPr>
          <a:xfrm>
            <a:off x="305992" y="2181038"/>
            <a:ext cx="426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2"/>
          <p:cNvSpPr txBox="1">
            <a:spLocks noGrp="1"/>
          </p:cNvSpPr>
          <p:nvPr>
            <p:ph type="body" idx="1"/>
          </p:nvPr>
        </p:nvSpPr>
        <p:spPr>
          <a:xfrm>
            <a:off x="305991" y="2874340"/>
            <a:ext cx="42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2" name="Google Shape;142;p32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.">
  <p:cSld name="Thank you.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>
            <a:spLocks noGrp="1"/>
          </p:cNvSpPr>
          <p:nvPr>
            <p:ph type="title"/>
          </p:nvPr>
        </p:nvSpPr>
        <p:spPr>
          <a:xfrm>
            <a:off x="305991" y="2735036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5" name="Google Shape;14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6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" panose="00000500000000000000" pitchFamily="2" charset="0"/>
          <a:ea typeface="Poppins" panose="00000500000000000000" pitchFamily="2" charset="0"/>
          <a:cs typeface="Poppins" panose="000005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" panose="00000500000000000000" pitchFamily="2" charset="0"/>
          <a:ea typeface="Poppins" panose="00000500000000000000" pitchFamily="2" charset="0"/>
          <a:cs typeface="Poppins" panose="000005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305991" y="1059656"/>
            <a:ext cx="8532000" cy="3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4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1"/>
          </p:nvPr>
        </p:nvSpPr>
        <p:spPr>
          <a:xfrm>
            <a:off x="305991" y="1059656"/>
            <a:ext cx="8532000" cy="3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inumv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25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notesSlide" Target="../notesSlides/notesSlide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chart" Target="../charts/chart2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chart" Target="../charts/chart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22.xml"/><Relationship Id="rId10" Type="http://schemas.openxmlformats.org/officeDocument/2006/relationships/slideLayout" Target="../slideLayouts/slideLayout25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39.xml"/><Relationship Id="rId18" Type="http://schemas.openxmlformats.org/officeDocument/2006/relationships/tags" Target="../tags/tag44.xml"/><Relationship Id="rId26" Type="http://schemas.openxmlformats.org/officeDocument/2006/relationships/tags" Target="../tags/tag52.xml"/><Relationship Id="rId3" Type="http://schemas.openxmlformats.org/officeDocument/2006/relationships/tags" Target="../tags/tag29.xml"/><Relationship Id="rId21" Type="http://schemas.openxmlformats.org/officeDocument/2006/relationships/tags" Target="../tags/tag47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tags" Target="../tags/tag43.xml"/><Relationship Id="rId25" Type="http://schemas.openxmlformats.org/officeDocument/2006/relationships/tags" Target="../tags/tag51.xml"/><Relationship Id="rId33" Type="http://schemas.openxmlformats.org/officeDocument/2006/relationships/chart" Target="../charts/chart4.xml"/><Relationship Id="rId2" Type="http://schemas.openxmlformats.org/officeDocument/2006/relationships/tags" Target="../tags/tag28.xml"/><Relationship Id="rId16" Type="http://schemas.openxmlformats.org/officeDocument/2006/relationships/tags" Target="../tags/tag42.xml"/><Relationship Id="rId20" Type="http://schemas.openxmlformats.org/officeDocument/2006/relationships/tags" Target="../tags/tag46.xml"/><Relationship Id="rId29" Type="http://schemas.openxmlformats.org/officeDocument/2006/relationships/tags" Target="../tags/tag55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24" Type="http://schemas.openxmlformats.org/officeDocument/2006/relationships/tags" Target="../tags/tag50.xml"/><Relationship Id="rId32" Type="http://schemas.openxmlformats.org/officeDocument/2006/relationships/chart" Target="../charts/chart3.xml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23" Type="http://schemas.openxmlformats.org/officeDocument/2006/relationships/tags" Target="../tags/tag49.xml"/><Relationship Id="rId28" Type="http://schemas.openxmlformats.org/officeDocument/2006/relationships/tags" Target="../tags/tag54.xml"/><Relationship Id="rId10" Type="http://schemas.openxmlformats.org/officeDocument/2006/relationships/tags" Target="../tags/tag36.xml"/><Relationship Id="rId19" Type="http://schemas.openxmlformats.org/officeDocument/2006/relationships/tags" Target="../tags/tag45.xml"/><Relationship Id="rId31" Type="http://schemas.openxmlformats.org/officeDocument/2006/relationships/notesSlide" Target="../notesSlides/notesSlide4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Relationship Id="rId22" Type="http://schemas.openxmlformats.org/officeDocument/2006/relationships/tags" Target="../tags/tag48.xml"/><Relationship Id="rId27" Type="http://schemas.openxmlformats.org/officeDocument/2006/relationships/tags" Target="../tags/tag53.xml"/><Relationship Id="rId30" Type="http://schemas.openxmlformats.org/officeDocument/2006/relationships/slideLayout" Target="../slideLayouts/slideLayout25.xml"/><Relationship Id="rId8" Type="http://schemas.openxmlformats.org/officeDocument/2006/relationships/tags" Target="../tags/tag34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68.xml"/><Relationship Id="rId18" Type="http://schemas.openxmlformats.org/officeDocument/2006/relationships/tags" Target="../tags/tag73.xml"/><Relationship Id="rId26" Type="http://schemas.openxmlformats.org/officeDocument/2006/relationships/tags" Target="../tags/tag81.xml"/><Relationship Id="rId39" Type="http://schemas.openxmlformats.org/officeDocument/2006/relationships/tags" Target="../tags/tag94.xml"/><Relationship Id="rId21" Type="http://schemas.openxmlformats.org/officeDocument/2006/relationships/tags" Target="../tags/tag76.xml"/><Relationship Id="rId34" Type="http://schemas.openxmlformats.org/officeDocument/2006/relationships/tags" Target="../tags/tag89.xml"/><Relationship Id="rId42" Type="http://schemas.openxmlformats.org/officeDocument/2006/relationships/tags" Target="../tags/tag97.xml"/><Relationship Id="rId47" Type="http://schemas.openxmlformats.org/officeDocument/2006/relationships/tags" Target="../tags/tag102.xml"/><Relationship Id="rId50" Type="http://schemas.openxmlformats.org/officeDocument/2006/relationships/tags" Target="../tags/tag105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6" Type="http://schemas.openxmlformats.org/officeDocument/2006/relationships/tags" Target="../tags/tag71.xml"/><Relationship Id="rId29" Type="http://schemas.openxmlformats.org/officeDocument/2006/relationships/tags" Target="../tags/tag84.xml"/><Relationship Id="rId11" Type="http://schemas.openxmlformats.org/officeDocument/2006/relationships/tags" Target="../tags/tag66.xml"/><Relationship Id="rId24" Type="http://schemas.openxmlformats.org/officeDocument/2006/relationships/tags" Target="../tags/tag79.xml"/><Relationship Id="rId32" Type="http://schemas.openxmlformats.org/officeDocument/2006/relationships/tags" Target="../tags/tag87.xml"/><Relationship Id="rId37" Type="http://schemas.openxmlformats.org/officeDocument/2006/relationships/tags" Target="../tags/tag92.xml"/><Relationship Id="rId40" Type="http://schemas.openxmlformats.org/officeDocument/2006/relationships/tags" Target="../tags/tag95.xml"/><Relationship Id="rId45" Type="http://schemas.openxmlformats.org/officeDocument/2006/relationships/tags" Target="../tags/tag100.xml"/><Relationship Id="rId53" Type="http://schemas.openxmlformats.org/officeDocument/2006/relationships/slideLayout" Target="../slideLayouts/slideLayout25.xml"/><Relationship Id="rId5" Type="http://schemas.openxmlformats.org/officeDocument/2006/relationships/tags" Target="../tags/tag60.xml"/><Relationship Id="rId10" Type="http://schemas.openxmlformats.org/officeDocument/2006/relationships/tags" Target="../tags/tag65.xml"/><Relationship Id="rId19" Type="http://schemas.openxmlformats.org/officeDocument/2006/relationships/tags" Target="../tags/tag74.xml"/><Relationship Id="rId31" Type="http://schemas.openxmlformats.org/officeDocument/2006/relationships/tags" Target="../tags/tag86.xml"/><Relationship Id="rId44" Type="http://schemas.openxmlformats.org/officeDocument/2006/relationships/tags" Target="../tags/tag99.xml"/><Relationship Id="rId52" Type="http://schemas.openxmlformats.org/officeDocument/2006/relationships/tags" Target="../tags/tag107.xml"/><Relationship Id="rId4" Type="http://schemas.openxmlformats.org/officeDocument/2006/relationships/tags" Target="../tags/tag59.xml"/><Relationship Id="rId9" Type="http://schemas.openxmlformats.org/officeDocument/2006/relationships/tags" Target="../tags/tag64.xml"/><Relationship Id="rId14" Type="http://schemas.openxmlformats.org/officeDocument/2006/relationships/tags" Target="../tags/tag69.xml"/><Relationship Id="rId22" Type="http://schemas.openxmlformats.org/officeDocument/2006/relationships/tags" Target="../tags/tag77.xml"/><Relationship Id="rId27" Type="http://schemas.openxmlformats.org/officeDocument/2006/relationships/tags" Target="../tags/tag82.xml"/><Relationship Id="rId30" Type="http://schemas.openxmlformats.org/officeDocument/2006/relationships/tags" Target="../tags/tag85.xml"/><Relationship Id="rId35" Type="http://schemas.openxmlformats.org/officeDocument/2006/relationships/tags" Target="../tags/tag90.xml"/><Relationship Id="rId43" Type="http://schemas.openxmlformats.org/officeDocument/2006/relationships/tags" Target="../tags/tag98.xml"/><Relationship Id="rId48" Type="http://schemas.openxmlformats.org/officeDocument/2006/relationships/tags" Target="../tags/tag103.xml"/><Relationship Id="rId8" Type="http://schemas.openxmlformats.org/officeDocument/2006/relationships/tags" Target="../tags/tag63.xml"/><Relationship Id="rId51" Type="http://schemas.openxmlformats.org/officeDocument/2006/relationships/tags" Target="../tags/tag106.xml"/><Relationship Id="rId3" Type="http://schemas.openxmlformats.org/officeDocument/2006/relationships/tags" Target="../tags/tag58.xml"/><Relationship Id="rId12" Type="http://schemas.openxmlformats.org/officeDocument/2006/relationships/tags" Target="../tags/tag67.xml"/><Relationship Id="rId17" Type="http://schemas.openxmlformats.org/officeDocument/2006/relationships/tags" Target="../tags/tag72.xml"/><Relationship Id="rId25" Type="http://schemas.openxmlformats.org/officeDocument/2006/relationships/tags" Target="../tags/tag80.xml"/><Relationship Id="rId33" Type="http://schemas.openxmlformats.org/officeDocument/2006/relationships/tags" Target="../tags/tag88.xml"/><Relationship Id="rId38" Type="http://schemas.openxmlformats.org/officeDocument/2006/relationships/tags" Target="../tags/tag93.xml"/><Relationship Id="rId46" Type="http://schemas.openxmlformats.org/officeDocument/2006/relationships/tags" Target="../tags/tag101.xml"/><Relationship Id="rId20" Type="http://schemas.openxmlformats.org/officeDocument/2006/relationships/tags" Target="../tags/tag75.xml"/><Relationship Id="rId41" Type="http://schemas.openxmlformats.org/officeDocument/2006/relationships/tags" Target="../tags/tag96.xml"/><Relationship Id="rId54" Type="http://schemas.openxmlformats.org/officeDocument/2006/relationships/notesSlide" Target="../notesSlides/notesSlide5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5" Type="http://schemas.openxmlformats.org/officeDocument/2006/relationships/tags" Target="../tags/tag70.xml"/><Relationship Id="rId23" Type="http://schemas.openxmlformats.org/officeDocument/2006/relationships/tags" Target="../tags/tag78.xml"/><Relationship Id="rId28" Type="http://schemas.openxmlformats.org/officeDocument/2006/relationships/tags" Target="../tags/tag83.xml"/><Relationship Id="rId36" Type="http://schemas.openxmlformats.org/officeDocument/2006/relationships/tags" Target="../tags/tag91.xml"/><Relationship Id="rId49" Type="http://schemas.openxmlformats.org/officeDocument/2006/relationships/tags" Target="../tags/tag10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tags" Target="../tags/tag132.xml"/><Relationship Id="rId18" Type="http://schemas.openxmlformats.org/officeDocument/2006/relationships/tags" Target="../tags/tag137.xml"/><Relationship Id="rId3" Type="http://schemas.openxmlformats.org/officeDocument/2006/relationships/tags" Target="../tags/tag122.xml"/><Relationship Id="rId21" Type="http://schemas.openxmlformats.org/officeDocument/2006/relationships/tags" Target="../tags/tag140.xml"/><Relationship Id="rId7" Type="http://schemas.openxmlformats.org/officeDocument/2006/relationships/tags" Target="../tags/tag126.xml"/><Relationship Id="rId12" Type="http://schemas.openxmlformats.org/officeDocument/2006/relationships/tags" Target="../tags/tag131.xml"/><Relationship Id="rId17" Type="http://schemas.openxmlformats.org/officeDocument/2006/relationships/tags" Target="../tags/tag136.xml"/><Relationship Id="rId2" Type="http://schemas.openxmlformats.org/officeDocument/2006/relationships/tags" Target="../tags/tag121.xml"/><Relationship Id="rId16" Type="http://schemas.openxmlformats.org/officeDocument/2006/relationships/tags" Target="../tags/tag135.xml"/><Relationship Id="rId20" Type="http://schemas.openxmlformats.org/officeDocument/2006/relationships/tags" Target="../tags/tag139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tags" Target="../tags/tag130.xml"/><Relationship Id="rId24" Type="http://schemas.openxmlformats.org/officeDocument/2006/relationships/image" Target="../media/image6.png"/><Relationship Id="rId5" Type="http://schemas.openxmlformats.org/officeDocument/2006/relationships/tags" Target="../tags/tag124.xml"/><Relationship Id="rId15" Type="http://schemas.openxmlformats.org/officeDocument/2006/relationships/tags" Target="../tags/tag134.xml"/><Relationship Id="rId23" Type="http://schemas.openxmlformats.org/officeDocument/2006/relationships/notesSlide" Target="../notesSlides/notesSlide7.xml"/><Relationship Id="rId10" Type="http://schemas.openxmlformats.org/officeDocument/2006/relationships/tags" Target="../tags/tag129.xml"/><Relationship Id="rId19" Type="http://schemas.openxmlformats.org/officeDocument/2006/relationships/tags" Target="../tags/tag138.xml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tags" Target="../tags/tag133.xml"/><Relationship Id="rId22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tags" Target="../tags/tag166.xml"/><Relationship Id="rId21" Type="http://schemas.openxmlformats.org/officeDocument/2006/relationships/tags" Target="../tags/tag161.xml"/><Relationship Id="rId34" Type="http://schemas.openxmlformats.org/officeDocument/2006/relationships/tags" Target="../tags/tag174.xml"/><Relationship Id="rId42" Type="http://schemas.openxmlformats.org/officeDocument/2006/relationships/tags" Target="../tags/tag182.xml"/><Relationship Id="rId47" Type="http://schemas.openxmlformats.org/officeDocument/2006/relationships/tags" Target="../tags/tag187.xml"/><Relationship Id="rId50" Type="http://schemas.openxmlformats.org/officeDocument/2006/relationships/tags" Target="../tags/tag190.xml"/><Relationship Id="rId55" Type="http://schemas.openxmlformats.org/officeDocument/2006/relationships/tags" Target="../tags/tag195.xml"/><Relationship Id="rId63" Type="http://schemas.openxmlformats.org/officeDocument/2006/relationships/tags" Target="../tags/tag203.xml"/><Relationship Id="rId7" Type="http://schemas.openxmlformats.org/officeDocument/2006/relationships/tags" Target="../tags/tag147.xml"/><Relationship Id="rId2" Type="http://schemas.openxmlformats.org/officeDocument/2006/relationships/tags" Target="../tags/tag142.xml"/><Relationship Id="rId16" Type="http://schemas.openxmlformats.org/officeDocument/2006/relationships/tags" Target="../tags/tag156.xml"/><Relationship Id="rId29" Type="http://schemas.openxmlformats.org/officeDocument/2006/relationships/tags" Target="../tags/tag169.xml"/><Relationship Id="rId11" Type="http://schemas.openxmlformats.org/officeDocument/2006/relationships/tags" Target="../tags/tag151.xml"/><Relationship Id="rId24" Type="http://schemas.openxmlformats.org/officeDocument/2006/relationships/tags" Target="../tags/tag164.xml"/><Relationship Id="rId32" Type="http://schemas.openxmlformats.org/officeDocument/2006/relationships/tags" Target="../tags/tag172.xml"/><Relationship Id="rId37" Type="http://schemas.openxmlformats.org/officeDocument/2006/relationships/tags" Target="../tags/tag177.xml"/><Relationship Id="rId40" Type="http://schemas.openxmlformats.org/officeDocument/2006/relationships/tags" Target="../tags/tag180.xml"/><Relationship Id="rId45" Type="http://schemas.openxmlformats.org/officeDocument/2006/relationships/tags" Target="../tags/tag185.xml"/><Relationship Id="rId53" Type="http://schemas.openxmlformats.org/officeDocument/2006/relationships/tags" Target="../tags/tag193.xml"/><Relationship Id="rId58" Type="http://schemas.openxmlformats.org/officeDocument/2006/relationships/tags" Target="../tags/tag198.xml"/><Relationship Id="rId5" Type="http://schemas.openxmlformats.org/officeDocument/2006/relationships/tags" Target="../tags/tag145.xml"/><Relationship Id="rId61" Type="http://schemas.openxmlformats.org/officeDocument/2006/relationships/tags" Target="../tags/tag201.xml"/><Relationship Id="rId19" Type="http://schemas.openxmlformats.org/officeDocument/2006/relationships/tags" Target="../tags/tag159.xml"/><Relationship Id="rId14" Type="http://schemas.openxmlformats.org/officeDocument/2006/relationships/tags" Target="../tags/tag154.xml"/><Relationship Id="rId22" Type="http://schemas.openxmlformats.org/officeDocument/2006/relationships/tags" Target="../tags/tag162.xml"/><Relationship Id="rId27" Type="http://schemas.openxmlformats.org/officeDocument/2006/relationships/tags" Target="../tags/tag167.xml"/><Relationship Id="rId30" Type="http://schemas.openxmlformats.org/officeDocument/2006/relationships/tags" Target="../tags/tag170.xml"/><Relationship Id="rId35" Type="http://schemas.openxmlformats.org/officeDocument/2006/relationships/tags" Target="../tags/tag175.xml"/><Relationship Id="rId43" Type="http://schemas.openxmlformats.org/officeDocument/2006/relationships/tags" Target="../tags/tag183.xml"/><Relationship Id="rId48" Type="http://schemas.openxmlformats.org/officeDocument/2006/relationships/tags" Target="../tags/tag188.xml"/><Relationship Id="rId56" Type="http://schemas.openxmlformats.org/officeDocument/2006/relationships/tags" Target="../tags/tag196.xml"/><Relationship Id="rId64" Type="http://schemas.openxmlformats.org/officeDocument/2006/relationships/tags" Target="../tags/tag204.xml"/><Relationship Id="rId8" Type="http://schemas.openxmlformats.org/officeDocument/2006/relationships/tags" Target="../tags/tag148.xml"/><Relationship Id="rId51" Type="http://schemas.openxmlformats.org/officeDocument/2006/relationships/tags" Target="../tags/tag191.xml"/><Relationship Id="rId3" Type="http://schemas.openxmlformats.org/officeDocument/2006/relationships/tags" Target="../tags/tag143.xml"/><Relationship Id="rId12" Type="http://schemas.openxmlformats.org/officeDocument/2006/relationships/tags" Target="../tags/tag152.xml"/><Relationship Id="rId17" Type="http://schemas.openxmlformats.org/officeDocument/2006/relationships/tags" Target="../tags/tag157.xml"/><Relationship Id="rId25" Type="http://schemas.openxmlformats.org/officeDocument/2006/relationships/tags" Target="../tags/tag165.xml"/><Relationship Id="rId33" Type="http://schemas.openxmlformats.org/officeDocument/2006/relationships/tags" Target="../tags/tag173.xml"/><Relationship Id="rId38" Type="http://schemas.openxmlformats.org/officeDocument/2006/relationships/tags" Target="../tags/tag178.xml"/><Relationship Id="rId46" Type="http://schemas.openxmlformats.org/officeDocument/2006/relationships/tags" Target="../tags/tag186.xml"/><Relationship Id="rId59" Type="http://schemas.openxmlformats.org/officeDocument/2006/relationships/tags" Target="../tags/tag199.xml"/><Relationship Id="rId20" Type="http://schemas.openxmlformats.org/officeDocument/2006/relationships/tags" Target="../tags/tag160.xml"/><Relationship Id="rId41" Type="http://schemas.openxmlformats.org/officeDocument/2006/relationships/tags" Target="../tags/tag181.xml"/><Relationship Id="rId54" Type="http://schemas.openxmlformats.org/officeDocument/2006/relationships/tags" Target="../tags/tag194.xml"/><Relationship Id="rId62" Type="http://schemas.openxmlformats.org/officeDocument/2006/relationships/tags" Target="../tags/tag20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5" Type="http://schemas.openxmlformats.org/officeDocument/2006/relationships/tags" Target="../tags/tag155.xml"/><Relationship Id="rId23" Type="http://schemas.openxmlformats.org/officeDocument/2006/relationships/tags" Target="../tags/tag163.xml"/><Relationship Id="rId28" Type="http://schemas.openxmlformats.org/officeDocument/2006/relationships/tags" Target="../tags/tag168.xml"/><Relationship Id="rId36" Type="http://schemas.openxmlformats.org/officeDocument/2006/relationships/tags" Target="../tags/tag176.xml"/><Relationship Id="rId49" Type="http://schemas.openxmlformats.org/officeDocument/2006/relationships/tags" Target="../tags/tag189.xml"/><Relationship Id="rId57" Type="http://schemas.openxmlformats.org/officeDocument/2006/relationships/tags" Target="../tags/tag197.xml"/><Relationship Id="rId10" Type="http://schemas.openxmlformats.org/officeDocument/2006/relationships/tags" Target="../tags/tag150.xml"/><Relationship Id="rId31" Type="http://schemas.openxmlformats.org/officeDocument/2006/relationships/tags" Target="../tags/tag171.xml"/><Relationship Id="rId44" Type="http://schemas.openxmlformats.org/officeDocument/2006/relationships/tags" Target="../tags/tag184.xml"/><Relationship Id="rId52" Type="http://schemas.openxmlformats.org/officeDocument/2006/relationships/tags" Target="../tags/tag192.xml"/><Relationship Id="rId60" Type="http://schemas.openxmlformats.org/officeDocument/2006/relationships/tags" Target="../tags/tag200.xml"/><Relationship Id="rId65" Type="http://schemas.openxmlformats.org/officeDocument/2006/relationships/slideLayout" Target="../slideLayouts/slideLayout25.xml"/><Relationship Id="rId4" Type="http://schemas.openxmlformats.org/officeDocument/2006/relationships/tags" Target="../tags/tag144.xml"/><Relationship Id="rId9" Type="http://schemas.openxmlformats.org/officeDocument/2006/relationships/tags" Target="../tags/tag149.xml"/><Relationship Id="rId13" Type="http://schemas.openxmlformats.org/officeDocument/2006/relationships/tags" Target="../tags/tag153.xml"/><Relationship Id="rId18" Type="http://schemas.openxmlformats.org/officeDocument/2006/relationships/tags" Target="../tags/tag158.xml"/><Relationship Id="rId39" Type="http://schemas.openxmlformats.org/officeDocument/2006/relationships/tags" Target="../tags/tag1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>
            <a:spLocks noGrp="1"/>
          </p:cNvSpPr>
          <p:nvPr>
            <p:ph type="title"/>
          </p:nvPr>
        </p:nvSpPr>
        <p:spPr>
          <a:xfrm>
            <a:off x="305992" y="1337057"/>
            <a:ext cx="85317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3800" b="0" dirty="0"/>
              <a:t>Sustainability Capstone:</a:t>
            </a:r>
            <a:endParaRPr sz="3800" b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3800" b="0" dirty="0"/>
              <a:t>Decarbonising Travel</a:t>
            </a:r>
            <a:endParaRPr sz="3800" b="0" dirty="0"/>
          </a:p>
        </p:txBody>
      </p:sp>
      <p:sp>
        <p:nvSpPr>
          <p:cNvPr id="151" name="Google Shape;151;p34"/>
          <p:cNvSpPr txBox="1">
            <a:spLocks noGrp="1"/>
          </p:cNvSpPr>
          <p:nvPr>
            <p:ph type="body" idx="1"/>
          </p:nvPr>
        </p:nvSpPr>
        <p:spPr>
          <a:xfrm>
            <a:off x="305992" y="3706100"/>
            <a:ext cx="42660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Speaker name: Fathima Rafeeda M V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Institute: IIT Roorkee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Branch &amp; Year of Study: Geological Technology , 2</a:t>
            </a:r>
            <a:r>
              <a:rPr lang="en" baseline="30000" dirty="0"/>
              <a:t>nd</a:t>
            </a:r>
            <a:r>
              <a:rPr lang="en" dirty="0"/>
              <a:t> year.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Email ID: </a:t>
            </a:r>
            <a:r>
              <a:rPr lang="en" dirty="0">
                <a:hlinkClick r:id="rId3"/>
              </a:rPr>
              <a:t>finumv@gmail.com</a:t>
            </a:r>
            <a:endParaRPr lang="en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Institute Email ID: fathima_rmv@es.iitr.ac.in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/>
          </a:p>
        </p:txBody>
      </p:sp>
      <p:sp>
        <p:nvSpPr>
          <p:cNvPr id="152" name="Google Shape;152;p34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IN" dirty="0"/>
              <a:t>A Data driven Framework For Sustainable Corporate Travel Decisions.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Executive Summary</a:t>
            </a:r>
            <a:endParaRPr dirty="0"/>
          </a:p>
        </p:txBody>
      </p:sp>
      <p:sp>
        <p:nvSpPr>
          <p:cNvPr id="21" name="New shape">
            <a:extLst>
              <a:ext uri="{FF2B5EF4-FFF2-40B4-BE49-F238E27FC236}">
                <a16:creationId xmlns:a16="http://schemas.microsoft.com/office/drawing/2014/main" id="{206BAF64-D5BB-96C5-8CA3-3E229951C09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85750" y="1129284"/>
            <a:ext cx="2743200" cy="1328166"/>
          </a:xfrm>
          <a:custGeom>
            <a:avLst/>
            <a:gdLst/>
            <a:ahLst/>
            <a:cxnLst/>
            <a:rect l="l" t="t" r="r" b="b"/>
            <a:pathLst>
              <a:path w="3657600" h="1770887">
                <a:moveTo>
                  <a:pt x="0" y="0"/>
                </a:moveTo>
                <a:lnTo>
                  <a:pt x="3657600" y="0"/>
                </a:lnTo>
                <a:lnTo>
                  <a:pt x="3657600" y="1770887"/>
                </a:lnTo>
                <a:lnTo>
                  <a:pt x="0" y="1770887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 sz="1000" dirty="0">
              <a:latin typeface="Poppins" panose="00000500000000000000" pitchFamily="2" charset="0"/>
            </a:endParaRPr>
          </a:p>
        </p:txBody>
      </p:sp>
      <p:sp>
        <p:nvSpPr>
          <p:cNvPr id="23" name="New shape">
            <a:extLst>
              <a:ext uri="{FF2B5EF4-FFF2-40B4-BE49-F238E27FC236}">
                <a16:creationId xmlns:a16="http://schemas.microsoft.com/office/drawing/2014/main" id="{DB96E867-94BF-1C9D-4B4F-63158B848D8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85750" y="889254"/>
            <a:ext cx="2743200" cy="240030"/>
          </a:xfrm>
          <a:custGeom>
            <a:avLst/>
            <a:gdLst/>
            <a:ahLst/>
            <a:cxnLst/>
            <a:rect l="l" t="t" r="r" b="b"/>
            <a:pathLst>
              <a:path w="3657600" h="320040">
                <a:moveTo>
                  <a:pt x="0" y="0"/>
                </a:moveTo>
                <a:lnTo>
                  <a:pt x="3657600" y="0"/>
                </a:lnTo>
                <a:lnTo>
                  <a:pt x="3657600" y="320040"/>
                </a:lnTo>
                <a:lnTo>
                  <a:pt x="0" y="320040"/>
                </a:lnTo>
                <a:close/>
              </a:path>
            </a:pathLst>
          </a:custGeom>
          <a:solidFill>
            <a:schemeClr val="tx1"/>
          </a:soli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 sz="1000" dirty="0">
              <a:solidFill>
                <a:srgbClr val="FF0000"/>
              </a:solidFill>
              <a:latin typeface="Poppins" panose="00000500000000000000" pitchFamily="2" charset="0"/>
            </a:endParaRPr>
          </a:p>
        </p:txBody>
      </p:sp>
      <p:sp>
        <p:nvSpPr>
          <p:cNvPr id="25" name="New shape">
            <a:extLst>
              <a:ext uri="{FF2B5EF4-FFF2-40B4-BE49-F238E27FC236}">
                <a16:creationId xmlns:a16="http://schemas.microsoft.com/office/drawing/2014/main" id="{2A65D25B-7BDC-3B3D-9DC6-FCC55C4B7CD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4675" y="889254"/>
            <a:ext cx="2828925" cy="240030"/>
          </a:xfrm>
          <a:custGeom>
            <a:avLst/>
            <a:gdLst/>
            <a:ahLst/>
            <a:cxnLst/>
            <a:rect l="l" t="t" r="r" b="b"/>
            <a:pathLst>
              <a:path w="3771900" h="320040">
                <a:moveTo>
                  <a:pt x="0" y="0"/>
                </a:moveTo>
                <a:lnTo>
                  <a:pt x="3771900" y="0"/>
                </a:lnTo>
                <a:lnTo>
                  <a:pt x="3771900" y="320040"/>
                </a:lnTo>
                <a:lnTo>
                  <a:pt x="0" y="320040"/>
                </a:lnTo>
                <a:close/>
              </a:path>
            </a:pathLst>
          </a:custGeom>
          <a:solidFill>
            <a:schemeClr val="tx1"/>
          </a:soli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 sz="1000" dirty="0">
              <a:latin typeface="Poppins" panose="00000500000000000000" pitchFamily="2" charset="0"/>
            </a:endParaRPr>
          </a:p>
        </p:txBody>
      </p:sp>
      <p:sp>
        <p:nvSpPr>
          <p:cNvPr id="27" name="New shape">
            <a:extLst>
              <a:ext uri="{FF2B5EF4-FFF2-40B4-BE49-F238E27FC236}">
                <a16:creationId xmlns:a16="http://schemas.microsoft.com/office/drawing/2014/main" id="{92348D82-0919-98DD-B202-6CD1528C38E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29325" y="889254"/>
            <a:ext cx="2828925" cy="240030"/>
          </a:xfrm>
          <a:custGeom>
            <a:avLst/>
            <a:gdLst/>
            <a:ahLst/>
            <a:cxnLst/>
            <a:rect l="l" t="t" r="r" b="b"/>
            <a:pathLst>
              <a:path w="3771900" h="320040">
                <a:moveTo>
                  <a:pt x="0" y="0"/>
                </a:moveTo>
                <a:lnTo>
                  <a:pt x="3771900" y="0"/>
                </a:lnTo>
                <a:lnTo>
                  <a:pt x="3771900" y="320040"/>
                </a:lnTo>
                <a:lnTo>
                  <a:pt x="0" y="320040"/>
                </a:lnTo>
                <a:close/>
              </a:path>
            </a:pathLst>
          </a:custGeom>
          <a:solidFill>
            <a:schemeClr val="tx1"/>
          </a:soli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 sz="1000" dirty="0">
              <a:latin typeface="Poppins" panose="0000050000000000000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A43142-2187-7452-8F10-BE349CA5199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42900" y="889254"/>
            <a:ext cx="2286000" cy="24003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r>
              <a:rPr sz="1000" b="1" dirty="0">
                <a:solidFill>
                  <a:srgbClr val="FFFFFF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Key Metrics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70C486-C616-6172-C816-3278FC09702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171825" y="889254"/>
            <a:ext cx="2400300" cy="24003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r>
              <a:rPr sz="1000" b="1" dirty="0">
                <a:solidFill>
                  <a:srgbClr val="FFFFFF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Top 3 Insights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F98DAD-7578-9C5D-488F-A7FC7BB9F1E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86475" y="889254"/>
            <a:ext cx="2400300" cy="24003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r>
              <a:rPr sz="1000" b="1" dirty="0">
                <a:solidFill>
                  <a:srgbClr val="FFFFFF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Top 3 Recommendations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FDC5EA-F41E-847D-B7D5-9201F6D286C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71475" y="1200150"/>
            <a:ext cx="2571750" cy="12001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114300" lvl="1" indent="-114300">
              <a:spcAft>
                <a:spcPts val="375"/>
              </a:spcAft>
              <a:buChar char="•"/>
            </a:pPr>
            <a:r>
              <a:rPr sz="1000" b="1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65,289</a:t>
            </a: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Total Trips Analy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z</a:t>
            </a: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ed</a:t>
            </a:r>
          </a:p>
          <a:p>
            <a:pPr marL="114300" lvl="1" indent="-114300">
              <a:spcAft>
                <a:spcPts val="375"/>
              </a:spcAft>
              <a:buChar char="•"/>
            </a:pPr>
            <a:r>
              <a:rPr sz="1000" b="1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178,090 t</a:t>
            </a: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Total CO₂ Emissions</a:t>
            </a:r>
          </a:p>
          <a:p>
            <a:pPr marL="114300" lvl="1" indent="-114300">
              <a:spcAft>
                <a:spcPts val="375"/>
              </a:spcAft>
              <a:buChar char="•"/>
            </a:pPr>
            <a:r>
              <a:rPr sz="1000" b="1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€140.5M</a:t>
            </a: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Total Travel Cost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065DAB-4336-A1CF-5972-15D8289FB69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114675" y="1136141"/>
            <a:ext cx="2828925" cy="140017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114300" lvl="1" indent="-114300">
              <a:spcAft>
                <a:spcPts val="375"/>
              </a:spcAft>
              <a:buFont typeface="+mj-lt"/>
              <a:buAutoNum type="arabicPeriod"/>
            </a:pPr>
            <a:r>
              <a:rPr lang="en-IN" sz="1000" dirty="0">
                <a:latin typeface="Poppins" panose="00000500000000000000" pitchFamily="2" charset="0"/>
              </a:rPr>
              <a:t>Customer Visits and Conference/Exhibitions account for </a:t>
            </a:r>
            <a:r>
              <a:rPr lang="en-IN" sz="1000" b="1" dirty="0">
                <a:latin typeface="Poppins" panose="00000500000000000000" pitchFamily="2" charset="0"/>
              </a:rPr>
              <a:t>78.68% </a:t>
            </a:r>
            <a:r>
              <a:rPr lang="en-IN" sz="1000" dirty="0">
                <a:latin typeface="Poppins" panose="00000500000000000000" pitchFamily="2" charset="0"/>
              </a:rPr>
              <a:t>of total travel emissions, making them the largest emission hotspots.</a:t>
            </a:r>
            <a:endParaRPr lang="en-US"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114300" lvl="1" indent="-114300">
              <a:spcAft>
                <a:spcPts val="375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​</a:t>
            </a:r>
            <a:r>
              <a:rPr lang="en-US" sz="1000" b="1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2,508</a:t>
            </a:r>
            <a:r>
              <a:rPr lang="en-US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European short-haul trips eligible to shift from premium to economy or rail</a:t>
            </a:r>
          </a:p>
          <a:p>
            <a:pPr marL="114300" lvl="1" indent="-114300">
              <a:spcAft>
                <a:spcPts val="375"/>
              </a:spcAft>
              <a:buFont typeface="+mj-lt"/>
              <a:buAutoNum type="arabicPeriod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EV adoption remains significantly underutilized for eligible road journeys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endParaRPr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DAF4960-F4E3-D70B-C989-77BA5217EE8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029325" y="1136142"/>
            <a:ext cx="2828925" cy="143560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114300" lvl="1" indent="-114300">
              <a:spcAft>
                <a:spcPts val="375"/>
              </a:spcAft>
              <a:buFont typeface="+mj-lt"/>
              <a:buAutoNum type="arabicPeriod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Promote early approvals and bookings to reduce costs and unlock lower-carbon options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endParaRPr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114300" lvl="1" indent="-114300">
              <a:spcAft>
                <a:spcPts val="375"/>
              </a:spcAft>
              <a:buFont typeface="+mj-lt"/>
              <a:buAutoNum type="arabicPeriod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Prioritize economy class for short-haul flights; encourage rail for eligible journeys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endParaRPr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114300" lvl="1" indent="-114300">
              <a:spcAft>
                <a:spcPts val="375"/>
              </a:spcAft>
              <a:buFont typeface="+mj-lt"/>
              <a:buAutoNum type="arabicPeriod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Expand virtual collaboration for internal meetings; increase EV adoption for road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travel</a:t>
            </a:r>
          </a:p>
        </p:txBody>
      </p:sp>
      <p:sp>
        <p:nvSpPr>
          <p:cNvPr id="41" name="New shape">
            <a:extLst>
              <a:ext uri="{FF2B5EF4-FFF2-40B4-BE49-F238E27FC236}">
                <a16:creationId xmlns:a16="http://schemas.microsoft.com/office/drawing/2014/main" id="{8675AADB-6D17-F45B-C2A8-F56FDE0A952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85750" y="2783205"/>
            <a:ext cx="8572500" cy="1167002"/>
          </a:xfrm>
          <a:custGeom>
            <a:avLst/>
            <a:gdLst/>
            <a:ahLst/>
            <a:cxnLst/>
            <a:rect l="l" t="t" r="r" b="b"/>
            <a:pathLst>
              <a:path w="11430000" h="1470659">
                <a:moveTo>
                  <a:pt x="0" y="0"/>
                </a:moveTo>
                <a:lnTo>
                  <a:pt x="11430000" y="0"/>
                </a:lnTo>
                <a:lnTo>
                  <a:pt x="11430000" y="1470659"/>
                </a:lnTo>
                <a:lnTo>
                  <a:pt x="0" y="1470659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 sz="1000" dirty="0">
              <a:latin typeface="Poppins" panose="00000500000000000000" pitchFamily="2" charset="0"/>
            </a:endParaRPr>
          </a:p>
        </p:txBody>
      </p:sp>
      <p:sp>
        <p:nvSpPr>
          <p:cNvPr id="43" name="New shape">
            <a:extLst>
              <a:ext uri="{FF2B5EF4-FFF2-40B4-BE49-F238E27FC236}">
                <a16:creationId xmlns:a16="http://schemas.microsoft.com/office/drawing/2014/main" id="{3388AB7C-53A9-3702-120C-8D1FE587549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85750" y="2543175"/>
            <a:ext cx="8572500" cy="240030"/>
          </a:xfrm>
          <a:custGeom>
            <a:avLst/>
            <a:gdLst/>
            <a:ahLst/>
            <a:cxnLst/>
            <a:rect l="l" t="t" r="r" b="b"/>
            <a:pathLst>
              <a:path w="11430000" h="320040">
                <a:moveTo>
                  <a:pt x="0" y="0"/>
                </a:moveTo>
                <a:lnTo>
                  <a:pt x="11430000" y="0"/>
                </a:lnTo>
                <a:lnTo>
                  <a:pt x="11430000" y="320040"/>
                </a:lnTo>
                <a:lnTo>
                  <a:pt x="0" y="320040"/>
                </a:lnTo>
                <a:close/>
              </a:path>
            </a:pathLst>
          </a:custGeom>
          <a:solidFill>
            <a:schemeClr val="tx1"/>
          </a:soli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 sz="1000" dirty="0">
              <a:latin typeface="Poppins" panose="00000500000000000000" pitchFamily="2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5FCB4DE-E54D-52A1-A2AD-79493061175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342900" y="2543175"/>
            <a:ext cx="2286000" cy="24003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r>
              <a:rPr sz="1000" b="1" dirty="0">
                <a:solidFill>
                  <a:srgbClr val="FFFFFF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Projected Impact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C6A674-E540-2FED-60ED-1E23F111AEC3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371475" y="2828925"/>
            <a:ext cx="4114800" cy="100012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114300" lvl="1" indent="-114300">
              <a:spcAft>
                <a:spcPts val="375"/>
              </a:spcAft>
              <a:buChar char="•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Reduced travel-related CO₂ emissions through greater adoption of rail, economy class, electric vehicles, and virtual collaboration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endParaRPr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114300" lvl="1" indent="-114300">
              <a:spcAft>
                <a:spcPts val="375"/>
              </a:spcAft>
              <a:buChar char="•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Lower corporate travel expenditure by encouraging advance bookings and reducing unnecessary premium-class travel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endParaRPr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192A8CD-4FEF-1205-5084-309657390D4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629150" y="2828925"/>
            <a:ext cx="4114800" cy="100012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114300" lvl="1" indent="-114300">
              <a:spcAft>
                <a:spcPts val="375"/>
              </a:spcAft>
              <a:buChar char="•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Improved ESG performance by embedding carbon-aware decision-making into the travel approval process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endParaRPr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114300" lvl="1" indent="-114300">
              <a:spcAft>
                <a:spcPts val="375"/>
              </a:spcAft>
              <a:buChar char="•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Accelerated progress toward 2030 emissions reduction targets through scalable, data-driven sustainability initiatives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endParaRPr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1" name="New shape">
            <a:extLst>
              <a:ext uri="{FF2B5EF4-FFF2-40B4-BE49-F238E27FC236}">
                <a16:creationId xmlns:a16="http://schemas.microsoft.com/office/drawing/2014/main" id="{3E843A3B-A28E-9876-787C-E51F9890B10F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285750" y="3971925"/>
            <a:ext cx="8572500" cy="794385"/>
          </a:xfrm>
          <a:custGeom>
            <a:avLst/>
            <a:gdLst/>
            <a:ahLst/>
            <a:cxnLst/>
            <a:rect l="l" t="t" r="r" b="b"/>
            <a:pathLst>
              <a:path w="11430000" h="1059179">
                <a:moveTo>
                  <a:pt x="0" y="0"/>
                </a:moveTo>
                <a:lnTo>
                  <a:pt x="11430000" y="0"/>
                </a:lnTo>
                <a:lnTo>
                  <a:pt x="11430000" y="1059179"/>
                </a:lnTo>
                <a:lnTo>
                  <a:pt x="0" y="1059179"/>
                </a:lnTo>
                <a:close/>
              </a:path>
            </a:pathLst>
          </a:custGeom>
          <a:solidFill>
            <a:schemeClr val="tx1"/>
          </a:soli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 sz="1000" dirty="0">
              <a:latin typeface="Poppins" panose="00000500000000000000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AE9031-0E59-8CB4-BC06-8146BB2EFFC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400050" y="4217670"/>
            <a:ext cx="8343900" cy="50292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r>
              <a:rPr lang="en-IN" sz="1000" noProof="1">
                <a:solidFill>
                  <a:srgbClr val="FFFFFF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Decarbonizing business travel is critical to achieving Celonis' 2030 emissions reduction targets. With 178,090 tCO₂e generated across 65,289 trips, systematic shifts toward lower-emission modes represent the single largest lever for scalable, measurable progress against corporate sustainability commitments.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7"/>
          <p:cNvSpPr txBox="1">
            <a:spLocks noGrp="1"/>
          </p:cNvSpPr>
          <p:nvPr>
            <p:ph type="title"/>
          </p:nvPr>
        </p:nvSpPr>
        <p:spPr>
          <a:xfrm>
            <a:off x="282602" y="277574"/>
            <a:ext cx="7945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1"/>
              <a:t>Emissions Profile and Benchmarking.</a:t>
            </a:r>
            <a:br>
              <a:rPr lang="en-IN" noProof="1"/>
            </a:br>
            <a:endParaRPr lang="en-IN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AFB61A-68FE-4BE1-8213-642D3D38F4FA}"/>
              </a:ext>
            </a:extLst>
          </p:cNvPr>
          <p:cNvSpPr txBox="1"/>
          <p:nvPr/>
        </p:nvSpPr>
        <p:spPr>
          <a:xfrm>
            <a:off x="2413748" y="274688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noProof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endParaRPr lang="en-IN" noProof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Placeholder 37">
            <a:extLst>
              <a:ext uri="{FF2B5EF4-FFF2-40B4-BE49-F238E27FC236}">
                <a16:creationId xmlns:a16="http://schemas.microsoft.com/office/drawing/2014/main" id="{A62C0A0C-F8DA-56FB-5F44-070D1FE21A18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314377" y="4713526"/>
            <a:ext cx="6101444" cy="304799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900" noProof="1"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Sources: Deloitte 2025 Corporate Travel Study; GBTA Sustainability Benchmark 2025; Celonis internal travel data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76A7233-6876-C009-9F9F-0D03173B7AF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08746" y="558054"/>
            <a:ext cx="8541126" cy="835157"/>
          </a:xfrm>
          <a:prstGeom prst="rect">
            <a:avLst/>
          </a:prstGeom>
        </p:spPr>
        <p:txBody>
          <a:bodyPr lIns="0" rIns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endParaRPr lang="en-IN" sz="2378" noProof="1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graphicFrame>
        <p:nvGraphicFramePr>
          <p:cNvPr id="26" name="Chart 0">
            <a:extLst>
              <a:ext uri="{FF2B5EF4-FFF2-40B4-BE49-F238E27FC236}">
                <a16:creationId xmlns:a16="http://schemas.microsoft.com/office/drawing/2014/main" id="{3224B664-A2F3-9359-868F-38FB394B1216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94518933"/>
              </p:ext>
            </p:extLst>
          </p:nvPr>
        </p:nvGraphicFramePr>
        <p:xfrm>
          <a:off x="282601" y="884628"/>
          <a:ext cx="2873119" cy="2350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27" name="Chart 0">
            <a:extLst>
              <a:ext uri="{FF2B5EF4-FFF2-40B4-BE49-F238E27FC236}">
                <a16:creationId xmlns:a16="http://schemas.microsoft.com/office/drawing/2014/main" id="{28EA39CF-6D14-8916-DE20-C4A869027E56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799306420"/>
              </p:ext>
            </p:extLst>
          </p:nvPr>
        </p:nvGraphicFramePr>
        <p:xfrm>
          <a:off x="3201377" y="903804"/>
          <a:ext cx="3188003" cy="233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28" name="New shape">
            <a:extLst>
              <a:ext uri="{FF2B5EF4-FFF2-40B4-BE49-F238E27FC236}">
                <a16:creationId xmlns:a16="http://schemas.microsoft.com/office/drawing/2014/main" id="{47065B0C-98CF-F2C4-A13D-5507E58B088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42262" y="770018"/>
            <a:ext cx="2638366" cy="4304390"/>
          </a:xfrm>
          <a:custGeom>
            <a:avLst/>
            <a:gdLst/>
            <a:ahLst/>
            <a:cxnLst/>
            <a:rect l="l" t="t" r="r" b="b"/>
            <a:pathLst>
              <a:path w="3962400" h="2819400">
                <a:moveTo>
                  <a:pt x="0" y="0"/>
                </a:moveTo>
                <a:lnTo>
                  <a:pt x="3962400" y="0"/>
                </a:lnTo>
                <a:lnTo>
                  <a:pt x="3962400" y="2819400"/>
                </a:lnTo>
                <a:lnTo>
                  <a:pt x="0" y="281940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 lang="en-IN" noProof="1">
              <a:latin typeface="Poppins" panose="00000500000000000000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0E3E8F-C332-CB90-891E-EE6FB1FEC9B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587268" y="845909"/>
            <a:ext cx="2303481" cy="33433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lang="en-IN" sz="1400" b="1" noProof="1">
                <a:solidFill>
                  <a:srgbClr val="FFFFFF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Industry Benchmark</a:t>
            </a:r>
          </a:p>
        </p:txBody>
      </p:sp>
      <p:graphicFrame>
        <p:nvGraphicFramePr>
          <p:cNvPr id="33" name="New Table">
            <a:extLst>
              <a:ext uri="{FF2B5EF4-FFF2-40B4-BE49-F238E27FC236}">
                <a16:creationId xmlns:a16="http://schemas.microsoft.com/office/drawing/2014/main" id="{684EBB65-7AE0-0B2C-CE1B-1603789BCBA8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738651757"/>
              </p:ext>
            </p:extLst>
          </p:nvPr>
        </p:nvGraphicFramePr>
        <p:xfrm>
          <a:off x="6548025" y="1019652"/>
          <a:ext cx="2532603" cy="35003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947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sz="900" b="1" i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Benchmark</a:t>
                      </a:r>
                    </a:p>
                  </a:txBody>
                  <a:tcPr marL="68580" marR="68580" anchor="ctr">
                    <a:lnL w="0"/>
                    <a:lnR w="0"/>
                    <a:lnT w="0"/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endParaRPr sz="900" b="1" i="0" dirty="0">
                        <a:solidFill>
                          <a:srgbClr val="B7B7B7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8580" marR="68580" anchor="ctr">
                    <a:lnL w="0"/>
                    <a:lnR w="0"/>
                    <a:lnT w="0"/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US" sz="900" b="1" i="0" noProof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Celonis</a:t>
                      </a:r>
                      <a:r>
                        <a:rPr sz="900" b="1" i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Dataset</a:t>
                      </a:r>
                    </a:p>
                  </a:txBody>
                  <a:tcPr marL="68580" marR="68580" anchor="ctr">
                    <a:lnL w="0"/>
                    <a:lnR w="0"/>
                    <a:lnT w="0"/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792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900" b="0" i="0" u="none" strike="noStrike" cap="none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Air travel is the largest source of business travel emissions.</a:t>
                      </a:r>
                      <a:endParaRPr sz="900" b="1" i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8580" marR="68580" anchor="ctr">
                    <a:lnL w="0"/>
                    <a:lnR w="0"/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endParaRPr sz="900" b="0" i="0" dirty="0">
                        <a:solidFill>
                          <a:srgbClr val="AFAFAF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8580" marR="68580" anchor="ctr">
                    <a:lnL w="0"/>
                    <a:lnR w="0"/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900" b="0" i="0" u="none" strike="noStrike" cap="none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Flights are the largest emission source (73.1k </a:t>
                      </a:r>
                      <a:r>
                        <a:rPr lang="en-IN" sz="900" b="0" i="0" u="none" strike="noStrike" cap="none" noProof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tCO₂e</a:t>
                      </a:r>
                      <a:r>
                        <a:rPr lang="en-IN" sz="900" b="0" i="0" u="none" strike="noStrike" cap="none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).</a:t>
                      </a:r>
                      <a:endParaRPr sz="900" b="0" i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8580" marR="68580" anchor="ctr">
                    <a:lnL w="0"/>
                    <a:lnR w="0"/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645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900" b="0" i="0" u="none" strike="noStrike" cap="none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Organizations promote rail and virtual collaboration for short-distance journeys.</a:t>
                      </a:r>
                      <a:endParaRPr sz="900" b="1" i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8580" marR="6858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endParaRPr sz="900" b="0" i="0" dirty="0">
                        <a:solidFill>
                          <a:srgbClr val="A9A9A9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8580" marR="6858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900" b="0" i="0" u="none" strike="noStrike" cap="none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2,508 European short-haul trips can shift to rail/economy.</a:t>
                      </a:r>
                      <a:endParaRPr sz="900" b="0" i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8580" marR="6858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645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900" b="0" i="0" u="none" strike="noStrike" cap="none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Sustainability policies focus on high-emission business activities.</a:t>
                      </a:r>
                      <a:endParaRPr sz="900" b="1" i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8580" marR="6858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endParaRPr sz="900" b="0" i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8580" marR="68580" anchor="ctr">
                    <a:lnL w="0"/>
                    <a:lnR w="0">
                      <a:noFill/>
                    </a:lnR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</a:rPr>
                        <a:t>Customer Visits, Enablement &amp; Conferences account for </a:t>
                      </a:r>
                      <a:r>
                        <a:rPr lang="en-IN" sz="9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</a:rPr>
                        <a:t>60.41%</a:t>
                      </a:r>
                      <a:r>
                        <a:rPr lang="en-IN" sz="9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</a:rPr>
                        <a:t> of emissions.</a:t>
                      </a:r>
                    </a:p>
                  </a:txBody>
                  <a:tcPr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497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900" b="1" i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F</a:t>
                      </a:r>
                      <a:r>
                        <a:rPr lang="en-IN" sz="900" b="0" i="0" u="none" strike="noStrike" cap="none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leet electrification is an emerging priority.</a:t>
                      </a:r>
                      <a:endParaRPr sz="900" b="1" i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8580" marR="6858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0"/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endParaRPr sz="900" b="0" i="0" dirty="0">
                        <a:solidFill>
                          <a:srgbClr val="A1A1A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8580" marR="6858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0"/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900" b="0" i="0" u="none" strike="noStrike" cap="none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Electric vehicles remain significantly underutilized.</a:t>
                      </a:r>
                      <a:endParaRPr sz="900" b="0" i="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8580" marR="68580" anchor="ctr">
                    <a:lnL w="0"/>
                    <a:lnR w="0"/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/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" name="New picture">
            <a:extLst>
              <a:ext uri="{FF2B5EF4-FFF2-40B4-BE49-F238E27FC236}">
                <a16:creationId xmlns:a16="http://schemas.microsoft.com/office/drawing/2014/main" id="{4CF7D190-CAF4-CE15-08F4-C9DFC2D5CC20}"/>
              </a:ext>
            </a:extLst>
          </p:cNvPr>
          <p:cNvPicPr/>
          <p:nvPr>
            <p:custDataLst>
              <p:tags r:id="rId8"/>
            </p:custDataLst>
          </p:nvPr>
        </p:nvPicPr>
        <p:blipFill>
          <a:blip r:embed="rId14"/>
          <a:stretch>
            <a:fillRect/>
          </a:stretch>
        </p:blipFill>
        <p:spPr>
          <a:xfrm rot="824049">
            <a:off x="6997687" y="4264555"/>
            <a:ext cx="1782511" cy="86018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2793A532-2E2E-4750-1D41-AD6AEEF432A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29506" y="3350061"/>
            <a:ext cx="5752479" cy="80938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152400" lvl="1" indent="-152400">
              <a:spcAft>
                <a:spcPts val="500"/>
              </a:spcAft>
              <a:buChar char="•"/>
            </a:pPr>
            <a:r>
              <a:rPr lang="en-IN" sz="10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Oceania accounts for 50% of total emissions despite representing only 33% of trips, indicating disproportionately carbon-intensive long-haul routes.</a:t>
            </a: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lang="en-IN" sz="10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Business-class flights dominate travel mode emissions at 73.1k tCO2e — over 50x the emissions of train travel (1.4k tCO2e), confirming air travel as the primary decarbonization lever.</a:t>
            </a: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lang="en-IN" sz="1000" noProof="1">
                <a:latin typeface="Poppins" panose="00000500000000000000" pitchFamily="2" charset="0"/>
              </a:rPr>
              <a:t>Within the analyzed trips, electric vehicles generated 1.2k tCO₂e compared with 11.1k tCO₂e for diesel vehicles, indicating substantial potential for greater EV adoption where feasible.</a:t>
            </a:r>
            <a:endParaRPr lang="en-IN" sz="1000" noProof="1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F2426C-CDA1-DB25-E3E8-53D9FDF60C84}"/>
              </a:ext>
            </a:extLst>
          </p:cNvPr>
          <p:cNvSpPr txBox="1"/>
          <p:nvPr/>
        </p:nvSpPr>
        <p:spPr>
          <a:xfrm>
            <a:off x="210110" y="502892"/>
            <a:ext cx="5891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Comparing regional and travel-mode emissions against current industry sustainability practices.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5003F7E0-D812-47E0-EB64-5718DBA29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 249">
            <a:extLst>
              <a:ext uri="{FF2B5EF4-FFF2-40B4-BE49-F238E27FC236}">
                <a16:creationId xmlns:a16="http://schemas.microsoft.com/office/drawing/2014/main" id="{142180A6-7066-37A1-CC63-51ADF505A571}"/>
              </a:ext>
            </a:extLst>
          </p:cNvPr>
          <p:cNvSpPr/>
          <p:nvPr/>
        </p:nvSpPr>
        <p:spPr>
          <a:xfrm>
            <a:off x="5876838" y="740315"/>
            <a:ext cx="2911569" cy="2259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1">
              <a:latin typeface="Poppins" panose="00000500000000000000" pitchFamily="2" charset="0"/>
            </a:endParaRPr>
          </a:p>
        </p:txBody>
      </p:sp>
      <p:sp>
        <p:nvSpPr>
          <p:cNvPr id="169" name="Google Shape;169;p37">
            <a:extLst>
              <a:ext uri="{FF2B5EF4-FFF2-40B4-BE49-F238E27FC236}">
                <a16:creationId xmlns:a16="http://schemas.microsoft.com/office/drawing/2014/main" id="{5DE07594-59A3-B048-AF0F-7A18EC6324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593" y="276526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1"/>
              <a:t>Hotspot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FAFD5-12F6-F042-E6BD-BFC9C8D1C133}"/>
              </a:ext>
            </a:extLst>
          </p:cNvPr>
          <p:cNvSpPr txBox="1"/>
          <p:nvPr/>
        </p:nvSpPr>
        <p:spPr>
          <a:xfrm>
            <a:off x="2286000" y="241743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noProof="1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endParaRPr lang="en-IN" noProof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8" name="Title 1">
            <a:extLst>
              <a:ext uri="{FF2B5EF4-FFF2-40B4-BE49-F238E27FC236}">
                <a16:creationId xmlns:a16="http://schemas.microsoft.com/office/drawing/2014/main" id="{AD6CCC28-88AA-A2D3-529B-2D46AA995E3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380998" y="228601"/>
            <a:ext cx="8705100" cy="835157"/>
          </a:xfrm>
          <a:prstGeom prst="rect">
            <a:avLst/>
          </a:prstGeom>
        </p:spPr>
        <p:txBody>
          <a:bodyPr lIns="0" rIns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endParaRPr lang="en-IN" sz="2378" noProof="1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199" name="New shape">
            <a:extLst>
              <a:ext uri="{FF2B5EF4-FFF2-40B4-BE49-F238E27FC236}">
                <a16:creationId xmlns:a16="http://schemas.microsoft.com/office/drawing/2014/main" id="{229F3B40-74FB-081A-EBC5-386B698A3CC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593" y="732195"/>
            <a:ext cx="2640765" cy="2267501"/>
          </a:xfrm>
          <a:custGeom>
            <a:avLst/>
            <a:gdLst/>
            <a:ahLst/>
            <a:cxnLst/>
            <a:rect l="l" t="t" r="r" b="b"/>
            <a:pathLst>
              <a:path w="3657600" h="2548127">
                <a:moveTo>
                  <a:pt x="0" y="0"/>
                </a:moveTo>
                <a:lnTo>
                  <a:pt x="3657600" y="0"/>
                </a:lnTo>
                <a:lnTo>
                  <a:pt x="3657600" y="2548127"/>
                </a:lnTo>
                <a:lnTo>
                  <a:pt x="0" y="2548127"/>
                </a:lnTo>
                <a:close/>
              </a:path>
            </a:pathLst>
          </a:custGeom>
          <a:solidFill>
            <a:schemeClr val="bg1"/>
          </a:solidFill>
          <a:ln w="9525" cmpd="sng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 lang="en-IN" noProof="1">
              <a:latin typeface="Poppins" panose="00000500000000000000" pitchFamily="2" charset="0"/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31135325-DDA5-FDE3-CA1A-B0B1D261542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923504" y="808115"/>
            <a:ext cx="3025731" cy="228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lang="en-IN" sz="1400" b="1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Top Emission-Intensive Routes</a:t>
            </a: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34ACA777-C0A9-48AD-BD3A-6700769115E0}"/>
              </a:ext>
            </a:extLst>
          </p:cNvPr>
          <p:cNvGrpSpPr/>
          <p:nvPr/>
        </p:nvGrpSpPr>
        <p:grpSpPr>
          <a:xfrm>
            <a:off x="408532" y="796186"/>
            <a:ext cx="2504009" cy="2028440"/>
            <a:chOff x="436567" y="794502"/>
            <a:chExt cx="3505200" cy="1964775"/>
          </a:xfrm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8A228021-D238-2E91-AC8A-E9B834FB2C7D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36567" y="794502"/>
              <a:ext cx="3505200" cy="2286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IN" sz="1400" b="1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Emissions by Travel Purpose</a:t>
              </a:r>
            </a:p>
          </p:txBody>
        </p:sp>
        <p:graphicFrame>
          <p:nvGraphicFramePr>
            <p:cNvPr id="205" name="Chart 0">
              <a:extLst>
                <a:ext uri="{FF2B5EF4-FFF2-40B4-BE49-F238E27FC236}">
                  <a16:creationId xmlns:a16="http://schemas.microsoft.com/office/drawing/2014/main" id="{9A787B13-98F5-3920-3CF0-F98121A2BCC6}"/>
                </a:ext>
              </a:extLst>
            </p:cNvPr>
            <p:cNvGraphicFramePr/>
            <p:nvPr>
              <p:custDataLst>
                <p:tags r:id="rId29"/>
              </p:custDataLst>
              <p:extLst>
                <p:ext uri="{D42A27DB-BD31-4B8C-83A1-F6EECF244321}">
                  <p14:modId xmlns:p14="http://schemas.microsoft.com/office/powerpoint/2010/main" val="1552612806"/>
                </p:ext>
              </p:extLst>
            </p:nvPr>
          </p:nvGraphicFramePr>
          <p:xfrm>
            <a:off x="910460" y="1195310"/>
            <a:ext cx="2368045" cy="156396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2"/>
            </a:graphicData>
          </a:graphic>
        </p:graphicFrame>
      </p:grpSp>
      <p:sp>
        <p:nvSpPr>
          <p:cNvPr id="207" name="Rectangle 206">
            <a:extLst>
              <a:ext uri="{FF2B5EF4-FFF2-40B4-BE49-F238E27FC236}">
                <a16:creationId xmlns:a16="http://schemas.microsoft.com/office/drawing/2014/main" id="{86B8E147-1E90-738F-95BE-761FA100B07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56766" y="1774307"/>
            <a:ext cx="1219200" cy="457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 algn="ctr">
              <a:spcBef>
                <a:spcPct val="21875"/>
              </a:spcBef>
              <a:spcAft>
                <a:spcPct val="21875"/>
              </a:spcAft>
            </a:pPr>
            <a:r>
              <a:rPr lang="en-IN" sz="1400" b="1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78.68%</a:t>
            </a:r>
            <a:br>
              <a:rPr lang="en-IN" sz="1400" b="1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lang="en-IN" sz="800" b="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Top 2 categories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D9D0CF08-A3A5-BB2C-CCFB-A6B95A1550B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303017" y="1670885"/>
            <a:ext cx="654238" cy="2650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lang="en-IN" sz="8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Customer Visits</a:t>
            </a:r>
            <a:br>
              <a:rPr lang="en-IN" sz="8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lang="en-IN" sz="800" b="1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43.22%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D302451-358A-6CB3-2788-5F425E8875C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926844" y="2486193"/>
            <a:ext cx="1066800" cy="24384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lang="en-IN" sz="8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Conference</a:t>
            </a:r>
            <a:br>
              <a:rPr lang="en-IN" sz="8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lang="en-IN" sz="800" b="1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35.46%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BB30AE2-D382-738E-CFBE-ABF54033876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94704" y="1744025"/>
            <a:ext cx="990600" cy="24384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lang="en-IN" sz="8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Internal Mtgs</a:t>
            </a:r>
            <a:br>
              <a:rPr lang="en-IN" sz="8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lang="en-IN" sz="800" b="1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11.30%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DF6DB3F-1428-B1DC-6096-0AF66DA7F9A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5404" y="1433999"/>
            <a:ext cx="990600" cy="24384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lang="en-IN" sz="8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Enablement</a:t>
            </a:r>
            <a:br>
              <a:rPr lang="en-IN" sz="8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lang="en-IN" sz="800" b="1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7.18%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14E8C50E-B0DB-D3E8-4F5C-2A3F9F33634E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522319" y="1177572"/>
            <a:ext cx="838200" cy="24384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lang="en-IN" sz="8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Others</a:t>
            </a:r>
            <a:br>
              <a:rPr lang="en-IN" sz="8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lang="en-IN" sz="800" b="1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2.84%</a:t>
            </a:r>
          </a:p>
        </p:txBody>
      </p: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7D189A10-AE79-33C4-0520-E6B24B05BDEA}"/>
              </a:ext>
            </a:extLst>
          </p:cNvPr>
          <p:cNvGrpSpPr/>
          <p:nvPr/>
        </p:nvGrpSpPr>
        <p:grpSpPr>
          <a:xfrm>
            <a:off x="3069034" y="730345"/>
            <a:ext cx="3341925" cy="2271203"/>
            <a:chOff x="3069034" y="730345"/>
            <a:chExt cx="3589079" cy="2271203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200" name="New shape">
              <a:extLst>
                <a:ext uri="{FF2B5EF4-FFF2-40B4-BE49-F238E27FC236}">
                  <a16:creationId xmlns:a16="http://schemas.microsoft.com/office/drawing/2014/main" id="{7AB43B5D-365E-1C22-6E55-9817EBC58258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3069034" y="730345"/>
              <a:ext cx="2912157" cy="2271203"/>
            </a:xfrm>
            <a:custGeom>
              <a:avLst/>
              <a:gdLst/>
              <a:ahLst/>
              <a:cxnLst/>
              <a:rect l="l" t="t" r="r" b="b"/>
              <a:pathLst>
                <a:path w="3657600" h="2548127">
                  <a:moveTo>
                    <a:pt x="0" y="0"/>
                  </a:moveTo>
                  <a:lnTo>
                    <a:pt x="3657600" y="0"/>
                  </a:lnTo>
                  <a:lnTo>
                    <a:pt x="3657600" y="2548127"/>
                  </a:lnTo>
                  <a:lnTo>
                    <a:pt x="0" y="2548127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lang="en-IN" noProof="1">
                <a:latin typeface="Poppins" panose="00000500000000000000" pitchFamily="2" charset="0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0D57F028-F65C-A08B-24A2-2885453395AC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3152913" y="779575"/>
              <a:ext cx="3505200" cy="228600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IN" sz="1400" b="1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Emissions by Business Unit</a:t>
              </a:r>
            </a:p>
          </p:txBody>
        </p:sp>
        <p:graphicFrame>
          <p:nvGraphicFramePr>
            <p:cNvPr id="206" name="Chart 0">
              <a:extLst>
                <a:ext uri="{FF2B5EF4-FFF2-40B4-BE49-F238E27FC236}">
                  <a16:creationId xmlns:a16="http://schemas.microsoft.com/office/drawing/2014/main" id="{5997A38E-7756-06D2-DC4B-B4C6134C769C}"/>
                </a:ext>
              </a:extLst>
            </p:cNvPr>
            <p:cNvGraphicFramePr/>
            <p:nvPr>
              <p:custDataLst>
                <p:tags r:id="rId21"/>
              </p:custDataLst>
              <p:extLst>
                <p:ext uri="{D42A27DB-BD31-4B8C-83A1-F6EECF244321}">
                  <p14:modId xmlns:p14="http://schemas.microsoft.com/office/powerpoint/2010/main" val="2656715174"/>
                </p:ext>
              </p:extLst>
            </p:nvPr>
          </p:nvGraphicFramePr>
          <p:xfrm>
            <a:off x="3236309" y="1108271"/>
            <a:ext cx="2408651" cy="148867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3"/>
            </a:graphicData>
          </a:graphic>
        </p:graphicFrame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6E9C4D54-A7AD-EE76-4A18-BFD90277075D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3974531" y="1736262"/>
              <a:ext cx="1066800" cy="438694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lang="en-IN" sz="1400" b="1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52.42%</a:t>
              </a:r>
              <a:br>
                <a:rPr lang="en-IN" sz="1400" b="1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</a:br>
              <a:r>
                <a:rPr lang="en-IN" sz="800" b="0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Marketing + Sales</a:t>
              </a: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ABC75764-BBC5-2F74-1F30-94F1BBE14A91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5129018" y="1530467"/>
              <a:ext cx="914400" cy="243840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IN" sz="800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Sales</a:t>
              </a:r>
              <a:br>
                <a:rPr lang="en-IN" sz="800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</a:br>
              <a:r>
                <a:rPr lang="en-IN" sz="800" b="1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33.56%</a:t>
              </a: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B8BBF139-7E82-EA44-1749-2CFF2F840F5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4507930" y="2531078"/>
              <a:ext cx="914400" cy="243840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IN" sz="800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Others</a:t>
              </a:r>
              <a:br>
                <a:rPr lang="en-IN" sz="800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</a:br>
              <a:r>
                <a:rPr lang="en-IN" sz="800" b="1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29.49%</a:t>
              </a: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1B575D7C-0BC2-BB29-959E-21EFD12982BB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3411409" y="2055624"/>
              <a:ext cx="990601" cy="243840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IN" sz="800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Marketing</a:t>
              </a:r>
              <a:br>
                <a:rPr lang="en-IN" sz="800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</a:br>
              <a:r>
                <a:rPr lang="en-IN" sz="800" b="1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18.86%</a:t>
              </a: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69AB8466-F018-265F-C313-CD48687159B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4031042" y="1235673"/>
              <a:ext cx="1066800" cy="243840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IN" sz="800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Value Eng.</a:t>
              </a:r>
              <a:br>
                <a:rPr lang="en-IN" sz="800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</a:br>
              <a:r>
                <a:rPr lang="en-IN" sz="800" b="1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9.79%</a:t>
              </a: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47466065-72A0-7925-F673-9CE48F5E564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3309016" y="1589349"/>
              <a:ext cx="1066800" cy="243840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IN" sz="800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Cust. Support</a:t>
              </a:r>
              <a:br>
                <a:rPr lang="en-IN" sz="800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</a:br>
              <a:r>
                <a:rPr lang="en-IN" sz="800" b="1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8.30%</a:t>
              </a:r>
            </a:p>
          </p:txBody>
        </p:sp>
      </p:grpSp>
      <p:graphicFrame>
        <p:nvGraphicFramePr>
          <p:cNvPr id="219" name="New Table">
            <a:extLst>
              <a:ext uri="{FF2B5EF4-FFF2-40B4-BE49-F238E27FC236}">
                <a16:creationId xmlns:a16="http://schemas.microsoft.com/office/drawing/2014/main" id="{486380F2-10D3-8413-23F4-71F749BB8B7C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988520236"/>
              </p:ext>
            </p:extLst>
          </p:nvPr>
        </p:nvGraphicFramePr>
        <p:xfrm>
          <a:off x="5997277" y="1163140"/>
          <a:ext cx="2623095" cy="1636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6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843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sz="1000" b="1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Route</a:t>
                      </a:r>
                    </a:p>
                  </a:txBody>
                  <a:tcPr marL="34290" marR="34290" marT="34290" marB="34290" anchor="ctr">
                    <a:lnL w="0"/>
                    <a:lnR w="0"/>
                    <a:lnT w="0"/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defRPr sz="1200">
                          <a:latin typeface="Times New Roman"/>
                        </a:defRPr>
                      </a:pPr>
                      <a:r>
                        <a:rPr lang="en-IN" sz="1000" b="1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</a:t>
                      </a:r>
                      <a:r>
                        <a:rPr sz="1000" b="1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CO₂</a:t>
                      </a:r>
                      <a:r>
                        <a:rPr lang="en-IN" sz="1000" b="1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e</a:t>
                      </a:r>
                      <a:r>
                        <a:rPr sz="1000" b="1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</a:p>
                  </a:txBody>
                  <a:tcPr marL="34290" marR="34290" marT="34290" marB="34290" anchor="ctr">
                    <a:lnL w="0"/>
                    <a:lnR w="0"/>
                    <a:lnT w="0"/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843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sz="1000" b="1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São Paulo → Johannesburg</a:t>
                      </a:r>
                    </a:p>
                  </a:txBody>
                  <a:tcPr marL="34290" marR="34290" marT="34290" marB="34290" anchor="ctr">
                    <a:lnL w="0"/>
                    <a:lnR w="0"/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defRPr sz="1200">
                          <a:latin typeface="Times New Roman"/>
                        </a:defRPr>
                      </a:pPr>
                      <a:r>
                        <a:rPr sz="1000" b="0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11,363,745</a:t>
                      </a:r>
                    </a:p>
                  </a:txBody>
                  <a:tcPr marL="34290" marR="34290" marT="34290" marB="34290" anchor="ctr">
                    <a:lnL w="0"/>
                    <a:lnR w="0"/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52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sz="1000" b="1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Sydney → Singapore</a:t>
                      </a:r>
                    </a:p>
                  </a:txBody>
                  <a:tcPr marL="34290" marR="34290" marT="34290" marB="3429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defRPr sz="1200">
                          <a:latin typeface="Times New Roman"/>
                        </a:defRPr>
                      </a:pPr>
                      <a:r>
                        <a:rPr sz="1000" b="0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10,269,409</a:t>
                      </a:r>
                    </a:p>
                  </a:txBody>
                  <a:tcPr marL="34290" marR="34290" marT="34290" marB="3429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52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sz="1000" b="1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São Paulo → Miami</a:t>
                      </a:r>
                    </a:p>
                  </a:txBody>
                  <a:tcPr marL="34290" marR="34290" marT="34290" marB="3429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defRPr sz="1200">
                          <a:latin typeface="Times New Roman"/>
                        </a:defRPr>
                      </a:pPr>
                      <a:r>
                        <a:rPr sz="1000" b="0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8,647,218</a:t>
                      </a:r>
                    </a:p>
                  </a:txBody>
                  <a:tcPr marL="34290" marR="34290" marT="34290" marB="3429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52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sz="1000" b="1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Sydney → Los Angeles</a:t>
                      </a:r>
                    </a:p>
                  </a:txBody>
                  <a:tcPr marL="34290" marR="34290" marT="34290" marB="3429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defRPr sz="1200">
                          <a:latin typeface="Times New Roman"/>
                        </a:defRPr>
                      </a:pPr>
                      <a:r>
                        <a:rPr sz="1000" b="0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8,245,017</a:t>
                      </a:r>
                    </a:p>
                  </a:txBody>
                  <a:tcPr marL="34290" marR="34290" marT="34290" marB="3429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736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sz="1000" b="1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Beijing → New Delhi</a:t>
                      </a:r>
                    </a:p>
                  </a:txBody>
                  <a:tcPr marL="34290" marR="34290" marT="34290" marB="3429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0"/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>
                        <a:defRPr sz="1200">
                          <a:latin typeface="Times New Roman"/>
                        </a:defRPr>
                      </a:pPr>
                      <a:r>
                        <a:rPr sz="1000" b="0" i="0" dirty="0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7,264,487</a:t>
                      </a:r>
                    </a:p>
                  </a:txBody>
                  <a:tcPr marL="34290" marR="34290" marT="34290" marB="3429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0"/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44" name="Group 243">
            <a:extLst>
              <a:ext uri="{FF2B5EF4-FFF2-40B4-BE49-F238E27FC236}">
                <a16:creationId xmlns:a16="http://schemas.microsoft.com/office/drawing/2014/main" id="{11CD7787-DE90-B45E-27A1-B734B604A76C}"/>
              </a:ext>
            </a:extLst>
          </p:cNvPr>
          <p:cNvGrpSpPr/>
          <p:nvPr/>
        </p:nvGrpSpPr>
        <p:grpSpPr>
          <a:xfrm>
            <a:off x="344517" y="3132120"/>
            <a:ext cx="4405949" cy="1421991"/>
            <a:chOff x="377125" y="3848100"/>
            <a:chExt cx="5562600" cy="1333500"/>
          </a:xfrm>
        </p:grpSpPr>
        <p:sp>
          <p:nvSpPr>
            <p:cNvPr id="220" name="New shape">
              <a:extLst>
                <a:ext uri="{FF2B5EF4-FFF2-40B4-BE49-F238E27FC236}">
                  <a16:creationId xmlns:a16="http://schemas.microsoft.com/office/drawing/2014/main" id="{061A1096-F738-D054-186E-364FBE689DCF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377125" y="3848100"/>
              <a:ext cx="5562600" cy="1333500"/>
            </a:xfrm>
            <a:custGeom>
              <a:avLst/>
              <a:gdLst/>
              <a:ahLst/>
              <a:cxnLst/>
              <a:rect l="l" t="t" r="r" b="b"/>
              <a:pathLst>
                <a:path w="5562600" h="1333500">
                  <a:moveTo>
                    <a:pt x="0" y="0"/>
                  </a:moveTo>
                  <a:lnTo>
                    <a:pt x="5562600" y="0"/>
                  </a:lnTo>
                  <a:lnTo>
                    <a:pt x="55626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lang="en-IN" noProof="1">
                <a:latin typeface="Poppins" panose="00000500000000000000" pitchFamily="2" charset="0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9AA0F198-E762-B233-6E1F-9F28911DFFA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33400" y="3918932"/>
              <a:ext cx="5257800" cy="228601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IN" sz="1400" b="1" noProof="1">
                  <a:solidFill>
                    <a:srgbClr val="FFFFFF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Key Insight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DCDD11A1-85F9-4B05-C361-9F7EA0F2D9CB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33400" y="4229919"/>
              <a:ext cx="5257800" cy="9144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IN" sz="1900" b="1" noProof="1">
                  <a:solidFill>
                    <a:srgbClr val="FFFFFF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78.68%</a:t>
              </a:r>
              <a:br>
                <a:rPr lang="en-IN" sz="1900" b="1" noProof="1">
                  <a:solidFill>
                    <a:srgbClr val="FFFFFF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</a:br>
              <a:r>
                <a:rPr lang="en-IN" sz="1000" b="0" noProof="1">
                  <a:solidFill>
                    <a:srgbClr val="FFFFFF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of total travel emissions come from just two purposes: Customer Visits (43.22%) and Conference/Exhibition (35.46%).</a:t>
              </a:r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FE0C4FE-3EAE-A3C1-F7DA-8D762888A166}"/>
              </a:ext>
            </a:extLst>
          </p:cNvPr>
          <p:cNvGrpSpPr/>
          <p:nvPr/>
        </p:nvGrpSpPr>
        <p:grpSpPr>
          <a:xfrm>
            <a:off x="4820772" y="3133692"/>
            <a:ext cx="4148922" cy="1421991"/>
            <a:chOff x="6057900" y="3939638"/>
            <a:chExt cx="5753100" cy="1333500"/>
          </a:xfrm>
          <a:solidFill>
            <a:schemeClr val="bg1"/>
          </a:solidFill>
        </p:grpSpPr>
        <p:sp>
          <p:nvSpPr>
            <p:cNvPr id="221" name="New shape">
              <a:extLst>
                <a:ext uri="{FF2B5EF4-FFF2-40B4-BE49-F238E27FC236}">
                  <a16:creationId xmlns:a16="http://schemas.microsoft.com/office/drawing/2014/main" id="{5FF19541-9D3D-E80A-9C04-A9BA824D9FF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057900" y="3939638"/>
              <a:ext cx="5753100" cy="1333500"/>
            </a:xfrm>
            <a:custGeom>
              <a:avLst/>
              <a:gdLst/>
              <a:ahLst/>
              <a:cxnLst/>
              <a:rect l="l" t="t" r="r" b="b"/>
              <a:pathLst>
                <a:path w="5753100" h="1333500">
                  <a:moveTo>
                    <a:pt x="0" y="0"/>
                  </a:moveTo>
                  <a:lnTo>
                    <a:pt x="5753100" y="0"/>
                  </a:lnTo>
                  <a:lnTo>
                    <a:pt x="5753100" y="1333500"/>
                  </a:lnTo>
                  <a:lnTo>
                    <a:pt x="0" y="1333500"/>
                  </a:lnTo>
                  <a:close/>
                </a:path>
              </a:pathLst>
            </a:custGeom>
            <a:grpFill/>
            <a:ln w="9525" cmpd="sng">
              <a:solidFill>
                <a:srgbClr val="D9D9D9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lang="en-IN" noProof="1">
                <a:latin typeface="Poppins" panose="00000500000000000000" pitchFamily="2" charset="0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74D3836B-95FE-374C-EB0F-A0958C5DFD8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91248" y="3952387"/>
              <a:ext cx="5486401" cy="213360"/>
            </a:xfrm>
            <a:prstGeom prst="rect">
              <a:avLst/>
            </a:prstGeom>
            <a:grpFill/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lang="en-IN" sz="1400" b="1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Key Findings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BA98618D-0FB6-6BD3-7ED3-3B24002475F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75406" y="4239181"/>
              <a:ext cx="5363217" cy="890949"/>
            </a:xfrm>
            <a:prstGeom prst="rect">
              <a:avLst/>
            </a:prstGeom>
            <a:grpFill/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52400" lvl="1" indent="-152400">
                <a:spcAft>
                  <a:spcPts val="500"/>
                </a:spcAft>
                <a:buChar char="•"/>
              </a:pPr>
              <a:r>
                <a:rPr lang="en-IN" sz="1000" noProof="1">
                  <a:latin typeface="Poppins" panose="00000500000000000000" pitchFamily="2" charset="0"/>
                </a:rPr>
                <a:t>Long-haul premium-class travel is the largest contributor to route-level emissions. </a:t>
              </a:r>
            </a:p>
            <a:p>
              <a:pPr marL="171450" lvl="1" indent="-171450">
                <a:spcAft>
                  <a:spcPts val="500"/>
                </a:spcAft>
                <a:buFont typeface="Arial" panose="020B0604020202020204" pitchFamily="34" charset="0"/>
                <a:buChar char="•"/>
              </a:pPr>
              <a:r>
                <a:rPr lang="en-IN" sz="1000" noProof="1">
                  <a:latin typeface="Poppins" panose="00000500000000000000" pitchFamily="2" charset="0"/>
                </a:rPr>
                <a:t>Sales and Marketing account for over half of business-unit travel emissions (52.42%). </a:t>
              </a:r>
            </a:p>
            <a:p>
              <a:pPr marL="152400" lvl="1" indent="-152400">
                <a:spcAft>
                  <a:spcPts val="500"/>
                </a:spcAft>
                <a:buChar char="•"/>
              </a:pPr>
              <a:r>
                <a:rPr lang="en-IN" sz="1000" noProof="1">
                  <a:latin typeface="Poppins" panose="00000500000000000000" pitchFamily="2" charset="0"/>
                </a:rPr>
                <a:t>Just five routes generate over 45.8M tCO₂e, highlighting concentrated decarbonization opportunities.</a:t>
              </a:r>
              <a:endParaRPr lang="en-IN" sz="10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36496C47-6866-A3AD-5BBF-7EE64661C97D}"/>
              </a:ext>
            </a:extLst>
          </p:cNvPr>
          <p:cNvGrpSpPr/>
          <p:nvPr/>
        </p:nvGrpSpPr>
        <p:grpSpPr>
          <a:xfrm>
            <a:off x="362703" y="4683943"/>
            <a:ext cx="8730505" cy="385687"/>
            <a:chOff x="390308" y="5550029"/>
            <a:chExt cx="11430000" cy="783945"/>
          </a:xfrm>
          <a:solidFill>
            <a:schemeClr val="bg1">
              <a:lumMod val="95000"/>
            </a:schemeClr>
          </a:solidFill>
        </p:grpSpPr>
        <p:sp>
          <p:nvSpPr>
            <p:cNvPr id="226" name="New shape">
              <a:extLst>
                <a:ext uri="{FF2B5EF4-FFF2-40B4-BE49-F238E27FC236}">
                  <a16:creationId xmlns:a16="http://schemas.microsoft.com/office/drawing/2014/main" id="{5BE13EFF-7A35-AE8C-CDFF-5985F1377C2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90308" y="5550029"/>
              <a:ext cx="11430000" cy="783945"/>
            </a:xfrm>
            <a:custGeom>
              <a:avLst/>
              <a:gdLst/>
              <a:ahLst/>
              <a:cxnLst/>
              <a:rect l="l" t="t" r="r" b="b"/>
              <a:pathLst>
                <a:path w="11430000" h="1059179">
                  <a:moveTo>
                    <a:pt x="0" y="0"/>
                  </a:moveTo>
                  <a:lnTo>
                    <a:pt x="11430000" y="0"/>
                  </a:lnTo>
                  <a:lnTo>
                    <a:pt x="11430000" y="1059179"/>
                  </a:lnTo>
                  <a:lnTo>
                    <a:pt x="0" y="1059179"/>
                  </a:lnTo>
                  <a:close/>
                </a:path>
              </a:pathLst>
            </a:custGeom>
            <a:grpFill/>
            <a:ln w="9525" cmpd="sng">
              <a:solidFill>
                <a:srgbClr val="D9D9D9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lang="en-IN" noProof="1">
                <a:latin typeface="Poppins" panose="00000500000000000000" pitchFamily="2" charset="0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E8AFD048-BEBD-53A3-0FC1-0578CB83684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12253" y="5555767"/>
              <a:ext cx="11119566" cy="621290"/>
            </a:xfrm>
            <a:prstGeom prst="rect">
              <a:avLst/>
            </a:prstGeom>
            <a:grpFill/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>
                <a:spcBef>
                  <a:spcPct val="21875"/>
                </a:spcBef>
                <a:spcAft>
                  <a:spcPct val="21875"/>
                </a:spcAft>
              </a:pPr>
              <a:r>
                <a:rPr lang="en-IN" sz="1000" b="1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Targeted Intervention Priority: </a:t>
              </a:r>
              <a:r>
                <a:rPr lang="en-IN" sz="1000" noProof="1">
                  <a:latin typeface="Poppins" panose="00000500000000000000" pitchFamily="2" charset="0"/>
                </a:rPr>
                <a:t>Prioritize Customer Visits and Conference travel within Sales and Marketing, while optimizing high-emission intercontinental routes to maximize emission reductions.</a:t>
              </a:r>
              <a:endParaRPr lang="en-IN" sz="1000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287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45">
            <a:extLst>
              <a:ext uri="{FF2B5EF4-FFF2-40B4-BE49-F238E27FC236}">
                <a16:creationId xmlns:a16="http://schemas.microsoft.com/office/drawing/2014/main" id="{E76A1642-DFC7-D246-0780-F6B31364B908}"/>
              </a:ext>
            </a:extLst>
          </p:cNvPr>
          <p:cNvSpPr/>
          <p:nvPr/>
        </p:nvSpPr>
        <p:spPr>
          <a:xfrm>
            <a:off x="319253" y="827434"/>
            <a:ext cx="2451116" cy="1674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B16E24F-9998-FBCC-0C16-D7ED944D213C}"/>
              </a:ext>
            </a:extLst>
          </p:cNvPr>
          <p:cNvSpPr/>
          <p:nvPr/>
        </p:nvSpPr>
        <p:spPr>
          <a:xfrm>
            <a:off x="324975" y="2605883"/>
            <a:ext cx="2445393" cy="1674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C69D914-EBCA-DB17-B218-77C1C9B28CA7}"/>
              </a:ext>
            </a:extLst>
          </p:cNvPr>
          <p:cNvSpPr/>
          <p:nvPr/>
        </p:nvSpPr>
        <p:spPr>
          <a:xfrm>
            <a:off x="5892758" y="2591927"/>
            <a:ext cx="2489242" cy="1674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E7F6CB-F494-61C7-E66E-94971ED5D573}"/>
              </a:ext>
            </a:extLst>
          </p:cNvPr>
          <p:cNvSpPr/>
          <p:nvPr/>
        </p:nvSpPr>
        <p:spPr>
          <a:xfrm>
            <a:off x="3069811" y="798794"/>
            <a:ext cx="2451116" cy="1674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B7CAFA2-4411-976E-60F9-9D42534CF202}"/>
              </a:ext>
            </a:extLst>
          </p:cNvPr>
          <p:cNvSpPr/>
          <p:nvPr/>
        </p:nvSpPr>
        <p:spPr>
          <a:xfrm>
            <a:off x="5892758" y="779929"/>
            <a:ext cx="2489242" cy="167414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FBE905A-F511-B612-3F11-3387D05D5326}"/>
              </a:ext>
            </a:extLst>
          </p:cNvPr>
          <p:cNvSpPr/>
          <p:nvPr/>
        </p:nvSpPr>
        <p:spPr>
          <a:xfrm>
            <a:off x="3089001" y="2609865"/>
            <a:ext cx="2451116" cy="167414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81" name="Google Shape;181;p39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" dirty="0"/>
              <a:t>Inefficiencies Identified		</a:t>
            </a:r>
            <a:endParaRPr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0E8CD5E-2568-630C-F642-141442B7BCB7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380998" y="228601"/>
            <a:ext cx="8586839" cy="835157"/>
          </a:xfrm>
          <a:prstGeom prst="rect">
            <a:avLst/>
          </a:prstGeom>
        </p:spPr>
        <p:txBody>
          <a:bodyPr lIns="0" rIns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endParaRPr lang="en-US" sz="2378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91149CB-59B2-E27D-4405-9E5E5D7936B6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19174" y="983624"/>
            <a:ext cx="198281" cy="195414"/>
            <a:chOff x="-77243" y="932771"/>
            <a:chExt cx="195349" cy="233482"/>
          </a:xfr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grpSpPr>
        <p:sp>
          <p:nvSpPr>
            <p:cNvPr id="10" name="New shape">
              <a:extLst>
                <a:ext uri="{FF2B5EF4-FFF2-40B4-BE49-F238E27FC236}">
                  <a16:creationId xmlns:a16="http://schemas.microsoft.com/office/drawing/2014/main" id="{B0318B8D-BBF7-FFC1-E1C3-A272B42F889F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-77243" y="932771"/>
              <a:ext cx="195349" cy="233482"/>
            </a:xfrm>
            <a:custGeom>
              <a:avLst/>
              <a:gdLst/>
              <a:ahLst/>
              <a:cxnLst/>
              <a:rect l="l" t="t" r="r" b="b"/>
              <a:pathLst>
                <a:path w="195348" h="233482">
                  <a:moveTo>
                    <a:pt x="102120" y="232"/>
                  </a:moveTo>
                  <a:cubicBezTo>
                    <a:pt x="102241" y="276"/>
                    <a:pt x="102241" y="276"/>
                    <a:pt x="102845" y="496"/>
                  </a:cubicBezTo>
                  <a:cubicBezTo>
                    <a:pt x="105642" y="1532"/>
                    <a:pt x="108332" y="2817"/>
                    <a:pt x="111029" y="4086"/>
                  </a:cubicBezTo>
                  <a:cubicBezTo>
                    <a:pt x="130616" y="13299"/>
                    <a:pt x="150796" y="17649"/>
                    <a:pt x="175157" y="18706"/>
                  </a:cubicBezTo>
                  <a:cubicBezTo>
                    <a:pt x="175373" y="18714"/>
                    <a:pt x="175593" y="18722"/>
                    <a:pt x="175818" y="18730"/>
                  </a:cubicBezTo>
                  <a:cubicBezTo>
                    <a:pt x="176830" y="18762"/>
                    <a:pt x="177843" y="18790"/>
                    <a:pt x="178859" y="18806"/>
                  </a:cubicBezTo>
                  <a:cubicBezTo>
                    <a:pt x="182209" y="18886"/>
                    <a:pt x="185851" y="19482"/>
                    <a:pt x="188417" y="21816"/>
                  </a:cubicBezTo>
                  <a:cubicBezTo>
                    <a:pt x="188545" y="21932"/>
                    <a:pt x="188673" y="22044"/>
                    <a:pt x="188801" y="22164"/>
                  </a:cubicBezTo>
                  <a:cubicBezTo>
                    <a:pt x="192367" y="25490"/>
                    <a:pt x="193203" y="29240"/>
                    <a:pt x="193620" y="33914"/>
                  </a:cubicBezTo>
                  <a:cubicBezTo>
                    <a:pt x="193636" y="34091"/>
                    <a:pt x="193651" y="34271"/>
                    <a:pt x="193672" y="34455"/>
                  </a:cubicBezTo>
                  <a:cubicBezTo>
                    <a:pt x="194128" y="39458"/>
                    <a:pt x="194416" y="44468"/>
                    <a:pt x="194672" y="49479"/>
                  </a:cubicBezTo>
                  <a:cubicBezTo>
                    <a:pt x="194684" y="49735"/>
                    <a:pt x="194696" y="49991"/>
                    <a:pt x="194708" y="50252"/>
                  </a:cubicBezTo>
                  <a:cubicBezTo>
                    <a:pt x="195176" y="59453"/>
                    <a:pt x="195340" y="68642"/>
                    <a:pt x="195344" y="77851"/>
                  </a:cubicBezTo>
                  <a:cubicBezTo>
                    <a:pt x="195344" y="78651"/>
                    <a:pt x="195348" y="79448"/>
                    <a:pt x="195348" y="80244"/>
                  </a:cubicBezTo>
                  <a:cubicBezTo>
                    <a:pt x="195372" y="90754"/>
                    <a:pt x="195040" y="101228"/>
                    <a:pt x="193720" y="111666"/>
                  </a:cubicBezTo>
                  <a:cubicBezTo>
                    <a:pt x="193688" y="111934"/>
                    <a:pt x="193651" y="112206"/>
                    <a:pt x="193620" y="112474"/>
                  </a:cubicBezTo>
                  <a:cubicBezTo>
                    <a:pt x="190822" y="134935"/>
                    <a:pt x="183466" y="156715"/>
                    <a:pt x="163895" y="187132"/>
                  </a:cubicBezTo>
                  <a:cubicBezTo>
                    <a:pt x="163511" y="187628"/>
                    <a:pt x="163126" y="188128"/>
                    <a:pt x="162746" y="188629"/>
                  </a:cubicBezTo>
                  <a:cubicBezTo>
                    <a:pt x="160525" y="191526"/>
                    <a:pt x="158208" y="194276"/>
                    <a:pt x="155714" y="196945"/>
                  </a:cubicBezTo>
                  <a:cubicBezTo>
                    <a:pt x="155342" y="197354"/>
                    <a:pt x="154982" y="197762"/>
                    <a:pt x="154626" y="198182"/>
                  </a:cubicBezTo>
                  <a:cubicBezTo>
                    <a:pt x="152617" y="200539"/>
                    <a:pt x="150447" y="202725"/>
                    <a:pt x="148258" y="204906"/>
                  </a:cubicBezTo>
                  <a:cubicBezTo>
                    <a:pt x="147726" y="205438"/>
                    <a:pt x="147198" y="205966"/>
                    <a:pt x="146665" y="206499"/>
                  </a:cubicBezTo>
                  <a:cubicBezTo>
                    <a:pt x="144488" y="208684"/>
                    <a:pt x="142299" y="210833"/>
                    <a:pt x="139942" y="212826"/>
                  </a:cubicBezTo>
                  <a:cubicBezTo>
                    <a:pt x="139477" y="213219"/>
                    <a:pt x="139021" y="213615"/>
                    <a:pt x="138565" y="214015"/>
                  </a:cubicBezTo>
                  <a:cubicBezTo>
                    <a:pt x="128507" y="222816"/>
                    <a:pt x="115252" y="234398"/>
                    <a:pt x="100992" y="233482"/>
                  </a:cubicBezTo>
                  <a:cubicBezTo>
                    <a:pt x="85667" y="231997"/>
                    <a:pt x="70411" y="220302"/>
                    <a:pt x="59020" y="210621"/>
                  </a:cubicBezTo>
                  <a:cubicBezTo>
                    <a:pt x="58968" y="210577"/>
                    <a:pt x="58968" y="210577"/>
                    <a:pt x="58696" y="210349"/>
                  </a:cubicBezTo>
                  <a:cubicBezTo>
                    <a:pt x="56779" y="208724"/>
                    <a:pt x="54922" y="207047"/>
                    <a:pt x="53089" y="205330"/>
                  </a:cubicBezTo>
                  <a:cubicBezTo>
                    <a:pt x="52905" y="205154"/>
                    <a:pt x="52717" y="204982"/>
                    <a:pt x="52525" y="204802"/>
                  </a:cubicBezTo>
                  <a:cubicBezTo>
                    <a:pt x="52365" y="204650"/>
                    <a:pt x="52201" y="204498"/>
                    <a:pt x="52037" y="204342"/>
                  </a:cubicBezTo>
                  <a:cubicBezTo>
                    <a:pt x="51540" y="203917"/>
                    <a:pt x="51540" y="203917"/>
                    <a:pt x="50880" y="203513"/>
                  </a:cubicBezTo>
                  <a:cubicBezTo>
                    <a:pt x="50792" y="203445"/>
                    <a:pt x="50792" y="203445"/>
                    <a:pt x="50340" y="203117"/>
                  </a:cubicBezTo>
                  <a:cubicBezTo>
                    <a:pt x="50340" y="202853"/>
                    <a:pt x="50340" y="202589"/>
                    <a:pt x="50340" y="202316"/>
                  </a:cubicBezTo>
                  <a:cubicBezTo>
                    <a:pt x="50115" y="202224"/>
                    <a:pt x="49891" y="202128"/>
                    <a:pt x="49659" y="202032"/>
                  </a:cubicBezTo>
                  <a:cubicBezTo>
                    <a:pt x="48515" y="201456"/>
                    <a:pt x="47698" y="200575"/>
                    <a:pt x="46814" y="199663"/>
                  </a:cubicBezTo>
                  <a:cubicBezTo>
                    <a:pt x="46726" y="199575"/>
                    <a:pt x="46726" y="199575"/>
                    <a:pt x="46277" y="199119"/>
                  </a:cubicBezTo>
                  <a:cubicBezTo>
                    <a:pt x="44913" y="197722"/>
                    <a:pt x="43612" y="196285"/>
                    <a:pt x="42351" y="194796"/>
                  </a:cubicBezTo>
                  <a:cubicBezTo>
                    <a:pt x="41959" y="194340"/>
                    <a:pt x="41559" y="193888"/>
                    <a:pt x="41162" y="193440"/>
                  </a:cubicBezTo>
                  <a:cubicBezTo>
                    <a:pt x="37801" y="189657"/>
                    <a:pt x="34819" y="185655"/>
                    <a:pt x="31929" y="181505"/>
                  </a:cubicBezTo>
                  <a:cubicBezTo>
                    <a:pt x="31837" y="181373"/>
                    <a:pt x="31745" y="181241"/>
                    <a:pt x="31649" y="181105"/>
                  </a:cubicBezTo>
                  <a:cubicBezTo>
                    <a:pt x="27483" y="175137"/>
                    <a:pt x="23849" y="168842"/>
                    <a:pt x="20703" y="162278"/>
                  </a:cubicBezTo>
                  <a:cubicBezTo>
                    <a:pt x="20387" y="161622"/>
                    <a:pt x="20063" y="160969"/>
                    <a:pt x="19739" y="160317"/>
                  </a:cubicBezTo>
                  <a:cubicBezTo>
                    <a:pt x="17285" y="155386"/>
                    <a:pt x="15360" y="150271"/>
                    <a:pt x="13519" y="145085"/>
                  </a:cubicBezTo>
                  <a:cubicBezTo>
                    <a:pt x="13455" y="144900"/>
                    <a:pt x="13391" y="144720"/>
                    <a:pt x="13323" y="144532"/>
                  </a:cubicBezTo>
                  <a:cubicBezTo>
                    <a:pt x="7688" y="128619"/>
                    <a:pt x="4306" y="112062"/>
                    <a:pt x="372" y="59897"/>
                  </a:cubicBezTo>
                  <a:cubicBezTo>
                    <a:pt x="336" y="58212"/>
                    <a:pt x="284" y="56523"/>
                    <a:pt x="228" y="54838"/>
                  </a:cubicBezTo>
                  <a:cubicBezTo>
                    <a:pt x="180" y="53337"/>
                    <a:pt x="132" y="51836"/>
                    <a:pt x="88" y="50336"/>
                  </a:cubicBezTo>
                  <a:cubicBezTo>
                    <a:pt x="60" y="49419"/>
                    <a:pt x="32" y="48499"/>
                    <a:pt x="0" y="47582"/>
                  </a:cubicBezTo>
                  <a:cubicBezTo>
                    <a:pt x="-496" y="33462"/>
                    <a:pt x="-496" y="33462"/>
                    <a:pt x="3754" y="28748"/>
                  </a:cubicBezTo>
                  <a:cubicBezTo>
                    <a:pt x="5579" y="26867"/>
                    <a:pt x="7500" y="26154"/>
                    <a:pt x="10013" y="25622"/>
                  </a:cubicBezTo>
                  <a:cubicBezTo>
                    <a:pt x="10133" y="25594"/>
                    <a:pt x="10133" y="25594"/>
                    <a:pt x="10753" y="25462"/>
                  </a:cubicBezTo>
                  <a:cubicBezTo>
                    <a:pt x="13403" y="24925"/>
                    <a:pt x="16076" y="24637"/>
                    <a:pt x="18762" y="24357"/>
                  </a:cubicBezTo>
                  <a:cubicBezTo>
                    <a:pt x="24957" y="23713"/>
                    <a:pt x="31053" y="22788"/>
                    <a:pt x="37132" y="21416"/>
                  </a:cubicBezTo>
                  <a:cubicBezTo>
                    <a:pt x="37324" y="21371"/>
                    <a:pt x="37512" y="21331"/>
                    <a:pt x="37709" y="21287"/>
                  </a:cubicBezTo>
                  <a:cubicBezTo>
                    <a:pt x="48302" y="18874"/>
                    <a:pt x="58536" y="15252"/>
                    <a:pt x="68350" y="10610"/>
                  </a:cubicBezTo>
                  <a:cubicBezTo>
                    <a:pt x="68498" y="10537"/>
                    <a:pt x="68646" y="10469"/>
                    <a:pt x="68802" y="10397"/>
                  </a:cubicBezTo>
                  <a:cubicBezTo>
                    <a:pt x="71611" y="9077"/>
                    <a:pt x="74349" y="7632"/>
                    <a:pt x="77074" y="6143"/>
                  </a:cubicBezTo>
                  <a:cubicBezTo>
                    <a:pt x="77439" y="5943"/>
                    <a:pt x="77807" y="5747"/>
                    <a:pt x="78171" y="5547"/>
                  </a:cubicBezTo>
                  <a:cubicBezTo>
                    <a:pt x="78295" y="5479"/>
                    <a:pt x="78419" y="5415"/>
                    <a:pt x="78543" y="5347"/>
                  </a:cubicBezTo>
                  <a:cubicBezTo>
                    <a:pt x="78791" y="5210"/>
                    <a:pt x="79044" y="5074"/>
                    <a:pt x="79292" y="4938"/>
                  </a:cubicBezTo>
                  <a:cubicBezTo>
                    <a:pt x="79900" y="4606"/>
                    <a:pt x="80508" y="4274"/>
                    <a:pt x="81117" y="3938"/>
                  </a:cubicBezTo>
                  <a:cubicBezTo>
                    <a:pt x="83662" y="2521"/>
                    <a:pt x="86196" y="1236"/>
                    <a:pt x="88933" y="248"/>
                  </a:cubicBezTo>
                  <a:cubicBezTo>
                    <a:pt x="89045" y="204"/>
                    <a:pt x="89045" y="204"/>
                    <a:pt x="89605" y="0"/>
                  </a:cubicBezTo>
                  <a:cubicBezTo>
                    <a:pt x="93736" y="-1416"/>
                    <a:pt x="98038" y="-1276"/>
                    <a:pt x="102120" y="232"/>
                  </a:cubicBezTo>
                  <a:close/>
                  <a:moveTo>
                    <a:pt x="81021" y="9121"/>
                  </a:moveTo>
                  <a:cubicBezTo>
                    <a:pt x="72668" y="13543"/>
                    <a:pt x="64259" y="17645"/>
                    <a:pt x="55258" y="20571"/>
                  </a:cubicBezTo>
                  <a:cubicBezTo>
                    <a:pt x="54802" y="20719"/>
                    <a:pt x="54346" y="20871"/>
                    <a:pt x="53890" y="21019"/>
                  </a:cubicBezTo>
                  <a:cubicBezTo>
                    <a:pt x="43076" y="24569"/>
                    <a:pt x="31961" y="26630"/>
                    <a:pt x="20647" y="27767"/>
                  </a:cubicBezTo>
                  <a:cubicBezTo>
                    <a:pt x="20515" y="27779"/>
                    <a:pt x="20383" y="27795"/>
                    <a:pt x="20247" y="27807"/>
                  </a:cubicBezTo>
                  <a:cubicBezTo>
                    <a:pt x="18874" y="27947"/>
                    <a:pt x="17501" y="28075"/>
                    <a:pt x="16124" y="28187"/>
                  </a:cubicBezTo>
                  <a:cubicBezTo>
                    <a:pt x="12703" y="28487"/>
                    <a:pt x="8492" y="28868"/>
                    <a:pt x="5915" y="31421"/>
                  </a:cubicBezTo>
                  <a:cubicBezTo>
                    <a:pt x="4242" y="33590"/>
                    <a:pt x="3850" y="35772"/>
                    <a:pt x="3818" y="38437"/>
                  </a:cubicBezTo>
                  <a:cubicBezTo>
                    <a:pt x="3818" y="38569"/>
                    <a:pt x="3814" y="38701"/>
                    <a:pt x="3814" y="38837"/>
                  </a:cubicBezTo>
                  <a:cubicBezTo>
                    <a:pt x="3798" y="39902"/>
                    <a:pt x="3794" y="40962"/>
                    <a:pt x="3790" y="42027"/>
                  </a:cubicBezTo>
                  <a:cubicBezTo>
                    <a:pt x="3790" y="42191"/>
                    <a:pt x="3790" y="42351"/>
                    <a:pt x="3786" y="42519"/>
                  </a:cubicBezTo>
                  <a:cubicBezTo>
                    <a:pt x="3746" y="59921"/>
                    <a:pt x="5150" y="77495"/>
                    <a:pt x="7460" y="98578"/>
                  </a:cubicBezTo>
                  <a:cubicBezTo>
                    <a:pt x="7512" y="99035"/>
                    <a:pt x="7564" y="99491"/>
                    <a:pt x="7616" y="99947"/>
                  </a:cubicBezTo>
                  <a:cubicBezTo>
                    <a:pt x="9781" y="119186"/>
                    <a:pt x="15096" y="138613"/>
                    <a:pt x="30729" y="170699"/>
                  </a:cubicBezTo>
                  <a:cubicBezTo>
                    <a:pt x="30809" y="170831"/>
                    <a:pt x="30889" y="170963"/>
                    <a:pt x="30973" y="171095"/>
                  </a:cubicBezTo>
                  <a:cubicBezTo>
                    <a:pt x="35259" y="178103"/>
                    <a:pt x="40134" y="184687"/>
                    <a:pt x="45641" y="190778"/>
                  </a:cubicBezTo>
                  <a:cubicBezTo>
                    <a:pt x="45929" y="191098"/>
                    <a:pt x="46213" y="191422"/>
                    <a:pt x="46501" y="191743"/>
                  </a:cubicBezTo>
                  <a:cubicBezTo>
                    <a:pt x="50460" y="196185"/>
                    <a:pt x="54562" y="200555"/>
                    <a:pt x="59245" y="204241"/>
                  </a:cubicBezTo>
                  <a:cubicBezTo>
                    <a:pt x="60129" y="204934"/>
                    <a:pt x="60981" y="205662"/>
                    <a:pt x="61826" y="206399"/>
                  </a:cubicBezTo>
                  <a:cubicBezTo>
                    <a:pt x="67797" y="211594"/>
                    <a:pt x="74357" y="215900"/>
                    <a:pt x="81157" y="219926"/>
                  </a:cubicBezTo>
                  <a:cubicBezTo>
                    <a:pt x="81253" y="219982"/>
                    <a:pt x="81253" y="219982"/>
                    <a:pt x="81737" y="220270"/>
                  </a:cubicBezTo>
                  <a:cubicBezTo>
                    <a:pt x="97902" y="229844"/>
                    <a:pt x="97902" y="229844"/>
                    <a:pt x="107083" y="227771"/>
                  </a:cubicBezTo>
                  <a:cubicBezTo>
                    <a:pt x="113555" y="226098"/>
                    <a:pt x="119122" y="222324"/>
                    <a:pt x="124381" y="218325"/>
                  </a:cubicBezTo>
                  <a:cubicBezTo>
                    <a:pt x="124497" y="218237"/>
                    <a:pt x="124609" y="218153"/>
                    <a:pt x="124729" y="218061"/>
                  </a:cubicBezTo>
                  <a:cubicBezTo>
                    <a:pt x="128259" y="215384"/>
                    <a:pt x="131649" y="212550"/>
                    <a:pt x="134987" y="209640"/>
                  </a:cubicBezTo>
                  <a:cubicBezTo>
                    <a:pt x="135507" y="209188"/>
                    <a:pt x="136027" y="208740"/>
                    <a:pt x="136552" y="208292"/>
                  </a:cubicBezTo>
                  <a:cubicBezTo>
                    <a:pt x="137668" y="207335"/>
                    <a:pt x="138761" y="206363"/>
                    <a:pt x="139797" y="205318"/>
                  </a:cubicBezTo>
                  <a:cubicBezTo>
                    <a:pt x="139926" y="205186"/>
                    <a:pt x="140058" y="205054"/>
                    <a:pt x="140190" y="204918"/>
                  </a:cubicBezTo>
                  <a:cubicBezTo>
                    <a:pt x="140290" y="204814"/>
                    <a:pt x="140390" y="204714"/>
                    <a:pt x="140494" y="204606"/>
                  </a:cubicBezTo>
                  <a:cubicBezTo>
                    <a:pt x="141198" y="203889"/>
                    <a:pt x="141923" y="203217"/>
                    <a:pt x="142691" y="202565"/>
                  </a:cubicBezTo>
                  <a:cubicBezTo>
                    <a:pt x="144580" y="200964"/>
                    <a:pt x="146285" y="199223"/>
                    <a:pt x="147970" y="197414"/>
                  </a:cubicBezTo>
                  <a:cubicBezTo>
                    <a:pt x="148110" y="197266"/>
                    <a:pt x="148250" y="197114"/>
                    <a:pt x="148394" y="196961"/>
                  </a:cubicBezTo>
                  <a:cubicBezTo>
                    <a:pt x="150463" y="194744"/>
                    <a:pt x="152449" y="192487"/>
                    <a:pt x="154326" y="190102"/>
                  </a:cubicBezTo>
                  <a:cubicBezTo>
                    <a:pt x="154870" y="189421"/>
                    <a:pt x="155426" y="188753"/>
                    <a:pt x="155986" y="188084"/>
                  </a:cubicBezTo>
                  <a:cubicBezTo>
                    <a:pt x="161033" y="182049"/>
                    <a:pt x="165364" y="175533"/>
                    <a:pt x="169338" y="168750"/>
                  </a:cubicBezTo>
                  <a:cubicBezTo>
                    <a:pt x="169606" y="168301"/>
                    <a:pt x="169870" y="167853"/>
                    <a:pt x="170142" y="167405"/>
                  </a:cubicBezTo>
                  <a:cubicBezTo>
                    <a:pt x="177583" y="154922"/>
                    <a:pt x="182557" y="140422"/>
                    <a:pt x="185615" y="126274"/>
                  </a:cubicBezTo>
                  <a:cubicBezTo>
                    <a:pt x="185659" y="126074"/>
                    <a:pt x="185703" y="125874"/>
                    <a:pt x="185747" y="125666"/>
                  </a:cubicBezTo>
                  <a:cubicBezTo>
                    <a:pt x="189253" y="109545"/>
                    <a:pt x="190190" y="92771"/>
                    <a:pt x="188817" y="40826"/>
                  </a:cubicBezTo>
                  <a:cubicBezTo>
                    <a:pt x="188805" y="40582"/>
                    <a:pt x="188789" y="40334"/>
                    <a:pt x="188773" y="40082"/>
                  </a:cubicBezTo>
                  <a:cubicBezTo>
                    <a:pt x="188621" y="37524"/>
                    <a:pt x="188397" y="34979"/>
                    <a:pt x="188068" y="32434"/>
                  </a:cubicBezTo>
                  <a:cubicBezTo>
                    <a:pt x="188040" y="32210"/>
                    <a:pt x="188012" y="31981"/>
                    <a:pt x="187988" y="31749"/>
                  </a:cubicBezTo>
                  <a:cubicBezTo>
                    <a:pt x="187692" y="29632"/>
                    <a:pt x="186968" y="27655"/>
                    <a:pt x="185239" y="26318"/>
                  </a:cubicBezTo>
                  <a:cubicBezTo>
                    <a:pt x="185135" y="26238"/>
                    <a:pt x="185031" y="26154"/>
                    <a:pt x="184923" y="26070"/>
                  </a:cubicBezTo>
                  <a:cubicBezTo>
                    <a:pt x="182589" y="24301"/>
                    <a:pt x="180132" y="24177"/>
                    <a:pt x="177270" y="24061"/>
                  </a:cubicBezTo>
                  <a:cubicBezTo>
                    <a:pt x="176658" y="24037"/>
                    <a:pt x="176042" y="24009"/>
                    <a:pt x="175429" y="23981"/>
                  </a:cubicBezTo>
                  <a:cubicBezTo>
                    <a:pt x="175101" y="23965"/>
                    <a:pt x="174777" y="23953"/>
                    <a:pt x="174449" y="23937"/>
                  </a:cubicBezTo>
                  <a:cubicBezTo>
                    <a:pt x="152449" y="22944"/>
                    <a:pt x="131549" y="18854"/>
                    <a:pt x="105102" y="6691"/>
                  </a:cubicBezTo>
                  <a:cubicBezTo>
                    <a:pt x="102509" y="5411"/>
                    <a:pt x="99671" y="4114"/>
                    <a:pt x="96765" y="3806"/>
                  </a:cubicBezTo>
                  <a:cubicBezTo>
                    <a:pt x="96577" y="3786"/>
                    <a:pt x="96385" y="3762"/>
                    <a:pt x="96193" y="3742"/>
                  </a:cubicBezTo>
                  <a:cubicBezTo>
                    <a:pt x="90650" y="3437"/>
                    <a:pt x="85723" y="6631"/>
                    <a:pt x="81021" y="9121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11" name="New shape">
              <a:extLst>
                <a:ext uri="{FF2B5EF4-FFF2-40B4-BE49-F238E27FC236}">
                  <a16:creationId xmlns:a16="http://schemas.microsoft.com/office/drawing/2014/main" id="{2B2B5F4C-A179-CB7F-E518-6BFB3556BD05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-52115" y="959361"/>
              <a:ext cx="146894" cy="176759"/>
            </a:xfrm>
            <a:custGeom>
              <a:avLst/>
              <a:gdLst/>
              <a:ahLst/>
              <a:cxnLst/>
              <a:rect l="l" t="t" r="r" b="b"/>
              <a:pathLst>
                <a:path w="146893" h="176758">
                  <a:moveTo>
                    <a:pt x="81105" y="1648"/>
                  </a:moveTo>
                  <a:cubicBezTo>
                    <a:pt x="82550" y="2349"/>
                    <a:pt x="84006" y="3021"/>
                    <a:pt x="85467" y="3694"/>
                  </a:cubicBezTo>
                  <a:cubicBezTo>
                    <a:pt x="85611" y="3762"/>
                    <a:pt x="85755" y="3830"/>
                    <a:pt x="85907" y="3898"/>
                  </a:cubicBezTo>
                  <a:cubicBezTo>
                    <a:pt x="90118" y="5843"/>
                    <a:pt x="94432" y="7440"/>
                    <a:pt x="98855" y="8832"/>
                  </a:cubicBezTo>
                  <a:cubicBezTo>
                    <a:pt x="99051" y="8897"/>
                    <a:pt x="99251" y="8961"/>
                    <a:pt x="99455" y="9025"/>
                  </a:cubicBezTo>
                  <a:cubicBezTo>
                    <a:pt x="110389" y="12466"/>
                    <a:pt x="121779" y="14115"/>
                    <a:pt x="133198" y="14800"/>
                  </a:cubicBezTo>
                  <a:cubicBezTo>
                    <a:pt x="140914" y="15264"/>
                    <a:pt x="140914" y="15264"/>
                    <a:pt x="142727" y="17297"/>
                  </a:cubicBezTo>
                  <a:cubicBezTo>
                    <a:pt x="145805" y="21087"/>
                    <a:pt x="145605" y="26470"/>
                    <a:pt x="145893" y="31113"/>
                  </a:cubicBezTo>
                  <a:cubicBezTo>
                    <a:pt x="145941" y="31869"/>
                    <a:pt x="145993" y="32622"/>
                    <a:pt x="146041" y="33374"/>
                  </a:cubicBezTo>
                  <a:cubicBezTo>
                    <a:pt x="146433" y="39197"/>
                    <a:pt x="146761" y="45021"/>
                    <a:pt x="146881" y="50856"/>
                  </a:cubicBezTo>
                  <a:cubicBezTo>
                    <a:pt x="146885" y="51052"/>
                    <a:pt x="146889" y="51244"/>
                    <a:pt x="146893" y="51448"/>
                  </a:cubicBezTo>
                  <a:cubicBezTo>
                    <a:pt x="147342" y="71375"/>
                    <a:pt x="145725" y="91723"/>
                    <a:pt x="116464" y="150511"/>
                  </a:cubicBezTo>
                  <a:cubicBezTo>
                    <a:pt x="116352" y="150636"/>
                    <a:pt x="116240" y="150760"/>
                    <a:pt x="116128" y="150888"/>
                  </a:cubicBezTo>
                  <a:cubicBezTo>
                    <a:pt x="111354" y="156203"/>
                    <a:pt x="106267" y="161229"/>
                    <a:pt x="100644" y="165652"/>
                  </a:cubicBezTo>
                  <a:cubicBezTo>
                    <a:pt x="100091" y="166088"/>
                    <a:pt x="99547" y="166536"/>
                    <a:pt x="99007" y="166985"/>
                  </a:cubicBezTo>
                  <a:cubicBezTo>
                    <a:pt x="94848" y="170427"/>
                    <a:pt x="90610" y="173352"/>
                    <a:pt x="85719" y="175678"/>
                  </a:cubicBezTo>
                  <a:cubicBezTo>
                    <a:pt x="85599" y="175734"/>
                    <a:pt x="85479" y="175794"/>
                    <a:pt x="85355" y="175854"/>
                  </a:cubicBezTo>
                  <a:cubicBezTo>
                    <a:pt x="80316" y="178255"/>
                    <a:pt x="74489" y="178579"/>
                    <a:pt x="69194" y="176758"/>
                  </a:cubicBezTo>
                  <a:cubicBezTo>
                    <a:pt x="63619" y="174609"/>
                    <a:pt x="58432" y="171411"/>
                    <a:pt x="53577" y="167965"/>
                  </a:cubicBezTo>
                  <a:cubicBezTo>
                    <a:pt x="53109" y="167637"/>
                    <a:pt x="52637" y="167317"/>
                    <a:pt x="52165" y="166993"/>
                  </a:cubicBezTo>
                  <a:cubicBezTo>
                    <a:pt x="48791" y="164683"/>
                    <a:pt x="45673" y="162138"/>
                    <a:pt x="42607" y="159429"/>
                  </a:cubicBezTo>
                  <a:cubicBezTo>
                    <a:pt x="42131" y="159012"/>
                    <a:pt x="41655" y="158604"/>
                    <a:pt x="41170" y="158200"/>
                  </a:cubicBezTo>
                  <a:cubicBezTo>
                    <a:pt x="36976" y="154690"/>
                    <a:pt x="33022" y="150664"/>
                    <a:pt x="29692" y="146325"/>
                  </a:cubicBezTo>
                  <a:cubicBezTo>
                    <a:pt x="29252" y="145757"/>
                    <a:pt x="28804" y="145201"/>
                    <a:pt x="28347" y="144644"/>
                  </a:cubicBezTo>
                  <a:cubicBezTo>
                    <a:pt x="16036" y="129532"/>
                    <a:pt x="8812" y="109633"/>
                    <a:pt x="0" y="26843"/>
                  </a:cubicBezTo>
                  <a:cubicBezTo>
                    <a:pt x="132" y="26843"/>
                    <a:pt x="264" y="26843"/>
                    <a:pt x="400" y="26843"/>
                  </a:cubicBezTo>
                  <a:cubicBezTo>
                    <a:pt x="416" y="27079"/>
                    <a:pt x="432" y="27315"/>
                    <a:pt x="448" y="27559"/>
                  </a:cubicBezTo>
                  <a:cubicBezTo>
                    <a:pt x="3109" y="65532"/>
                    <a:pt x="3109" y="65532"/>
                    <a:pt x="19210" y="121695"/>
                  </a:cubicBezTo>
                  <a:cubicBezTo>
                    <a:pt x="19290" y="121872"/>
                    <a:pt x="19370" y="122044"/>
                    <a:pt x="19454" y="122224"/>
                  </a:cubicBezTo>
                  <a:cubicBezTo>
                    <a:pt x="23529" y="130993"/>
                    <a:pt x="28635" y="138921"/>
                    <a:pt x="35207" y="146025"/>
                  </a:cubicBezTo>
                  <a:cubicBezTo>
                    <a:pt x="35703" y="146561"/>
                    <a:pt x="36188" y="147106"/>
                    <a:pt x="36652" y="147670"/>
                  </a:cubicBezTo>
                  <a:cubicBezTo>
                    <a:pt x="40810" y="152705"/>
                    <a:pt x="45989" y="156787"/>
                    <a:pt x="51228" y="160625"/>
                  </a:cubicBezTo>
                  <a:cubicBezTo>
                    <a:pt x="51612" y="160905"/>
                    <a:pt x="51993" y="161189"/>
                    <a:pt x="52377" y="161474"/>
                  </a:cubicBezTo>
                  <a:cubicBezTo>
                    <a:pt x="69370" y="174109"/>
                    <a:pt x="69370" y="174109"/>
                    <a:pt x="78843" y="172924"/>
                  </a:cubicBezTo>
                  <a:cubicBezTo>
                    <a:pt x="84775" y="171847"/>
                    <a:pt x="89882" y="167829"/>
                    <a:pt x="94452" y="164119"/>
                  </a:cubicBezTo>
                  <a:cubicBezTo>
                    <a:pt x="94836" y="163811"/>
                    <a:pt x="95225" y="163503"/>
                    <a:pt x="95613" y="163191"/>
                  </a:cubicBezTo>
                  <a:cubicBezTo>
                    <a:pt x="97782" y="161450"/>
                    <a:pt x="99871" y="159633"/>
                    <a:pt x="101924" y="157759"/>
                  </a:cubicBezTo>
                  <a:cubicBezTo>
                    <a:pt x="102617" y="157131"/>
                    <a:pt x="103317" y="156519"/>
                    <a:pt x="104030" y="155915"/>
                  </a:cubicBezTo>
                  <a:cubicBezTo>
                    <a:pt x="107351" y="153077"/>
                    <a:pt x="110473" y="149907"/>
                    <a:pt x="113279" y="146557"/>
                  </a:cubicBezTo>
                  <a:cubicBezTo>
                    <a:pt x="113715" y="146045"/>
                    <a:pt x="114163" y="145541"/>
                    <a:pt x="114611" y="145040"/>
                  </a:cubicBezTo>
                  <a:cubicBezTo>
                    <a:pt x="127034" y="130929"/>
                    <a:pt x="134595" y="113555"/>
                    <a:pt x="138477" y="95281"/>
                  </a:cubicBezTo>
                  <a:cubicBezTo>
                    <a:pt x="138497" y="95177"/>
                    <a:pt x="138497" y="95177"/>
                    <a:pt x="138613" y="94636"/>
                  </a:cubicBezTo>
                  <a:cubicBezTo>
                    <a:pt x="142079" y="78135"/>
                    <a:pt x="142039" y="61286"/>
                    <a:pt x="141126" y="30697"/>
                  </a:cubicBezTo>
                  <a:cubicBezTo>
                    <a:pt x="141114" y="30497"/>
                    <a:pt x="141102" y="30296"/>
                    <a:pt x="141090" y="30092"/>
                  </a:cubicBezTo>
                  <a:cubicBezTo>
                    <a:pt x="141018" y="28968"/>
                    <a:pt x="140938" y="27843"/>
                    <a:pt x="140854" y="26718"/>
                  </a:cubicBezTo>
                  <a:cubicBezTo>
                    <a:pt x="140830" y="26386"/>
                    <a:pt x="140806" y="26054"/>
                    <a:pt x="140782" y="25722"/>
                  </a:cubicBezTo>
                  <a:cubicBezTo>
                    <a:pt x="140494" y="21616"/>
                    <a:pt x="140494" y="21616"/>
                    <a:pt x="139281" y="20463"/>
                  </a:cubicBezTo>
                  <a:cubicBezTo>
                    <a:pt x="137888" y="19498"/>
                    <a:pt x="136412" y="19410"/>
                    <a:pt x="134767" y="19314"/>
                  </a:cubicBezTo>
                  <a:cubicBezTo>
                    <a:pt x="134483" y="19294"/>
                    <a:pt x="134198" y="19274"/>
                    <a:pt x="133914" y="19254"/>
                  </a:cubicBezTo>
                  <a:cubicBezTo>
                    <a:pt x="133314" y="19210"/>
                    <a:pt x="132714" y="19166"/>
                    <a:pt x="132109" y="19126"/>
                  </a:cubicBezTo>
                  <a:cubicBezTo>
                    <a:pt x="130520" y="19022"/>
                    <a:pt x="128931" y="18890"/>
                    <a:pt x="127343" y="18762"/>
                  </a:cubicBezTo>
                  <a:cubicBezTo>
                    <a:pt x="127182" y="18746"/>
                    <a:pt x="127026" y="18734"/>
                    <a:pt x="126862" y="18722"/>
                  </a:cubicBezTo>
                  <a:cubicBezTo>
                    <a:pt x="113399" y="17613"/>
                    <a:pt x="99827" y="14111"/>
                    <a:pt x="87592" y="8356"/>
                  </a:cubicBezTo>
                  <a:cubicBezTo>
                    <a:pt x="85431" y="7340"/>
                    <a:pt x="83250" y="6371"/>
                    <a:pt x="81069" y="5395"/>
                  </a:cubicBezTo>
                  <a:cubicBezTo>
                    <a:pt x="80276" y="5038"/>
                    <a:pt x="79480" y="4682"/>
                    <a:pt x="78687" y="4326"/>
                  </a:cubicBezTo>
                  <a:cubicBezTo>
                    <a:pt x="78311" y="4154"/>
                    <a:pt x="77935" y="3986"/>
                    <a:pt x="77559" y="3818"/>
                  </a:cubicBezTo>
                  <a:cubicBezTo>
                    <a:pt x="77095" y="3606"/>
                    <a:pt x="76626" y="3397"/>
                    <a:pt x="76162" y="3185"/>
                  </a:cubicBezTo>
                  <a:cubicBezTo>
                    <a:pt x="75954" y="3093"/>
                    <a:pt x="75742" y="2997"/>
                    <a:pt x="75526" y="2901"/>
                  </a:cubicBezTo>
                  <a:cubicBezTo>
                    <a:pt x="75346" y="2821"/>
                    <a:pt x="75165" y="2737"/>
                    <a:pt x="74977" y="2653"/>
                  </a:cubicBezTo>
                  <a:cubicBezTo>
                    <a:pt x="72428" y="1588"/>
                    <a:pt x="69446" y="1432"/>
                    <a:pt x="66853" y="2437"/>
                  </a:cubicBezTo>
                  <a:cubicBezTo>
                    <a:pt x="65076" y="3177"/>
                    <a:pt x="63379" y="4082"/>
                    <a:pt x="61686" y="4986"/>
                  </a:cubicBezTo>
                  <a:cubicBezTo>
                    <a:pt x="60930" y="5395"/>
                    <a:pt x="60165" y="5795"/>
                    <a:pt x="59405" y="6195"/>
                  </a:cubicBezTo>
                  <a:cubicBezTo>
                    <a:pt x="58460" y="6691"/>
                    <a:pt x="57516" y="7192"/>
                    <a:pt x="56571" y="7692"/>
                  </a:cubicBezTo>
                  <a:cubicBezTo>
                    <a:pt x="47206" y="12651"/>
                    <a:pt x="37520" y="16689"/>
                    <a:pt x="27215" y="19238"/>
                  </a:cubicBezTo>
                  <a:cubicBezTo>
                    <a:pt x="27063" y="19278"/>
                    <a:pt x="26911" y="19314"/>
                    <a:pt x="26754" y="19354"/>
                  </a:cubicBezTo>
                  <a:cubicBezTo>
                    <a:pt x="23204" y="20223"/>
                    <a:pt x="19622" y="20799"/>
                    <a:pt x="15996" y="21263"/>
                  </a:cubicBezTo>
                  <a:cubicBezTo>
                    <a:pt x="15496" y="21327"/>
                    <a:pt x="14996" y="21392"/>
                    <a:pt x="14496" y="21456"/>
                  </a:cubicBezTo>
                  <a:cubicBezTo>
                    <a:pt x="12983" y="21648"/>
                    <a:pt x="11474" y="21840"/>
                    <a:pt x="9957" y="22012"/>
                  </a:cubicBezTo>
                  <a:cubicBezTo>
                    <a:pt x="9321" y="22088"/>
                    <a:pt x="8684" y="22168"/>
                    <a:pt x="8048" y="22248"/>
                  </a:cubicBezTo>
                  <a:cubicBezTo>
                    <a:pt x="7748" y="22284"/>
                    <a:pt x="7452" y="22320"/>
                    <a:pt x="7151" y="22352"/>
                  </a:cubicBezTo>
                  <a:cubicBezTo>
                    <a:pt x="4490" y="22632"/>
                    <a:pt x="2593" y="23649"/>
                    <a:pt x="800" y="25642"/>
                  </a:cubicBezTo>
                  <a:cubicBezTo>
                    <a:pt x="1268" y="23929"/>
                    <a:pt x="2053" y="22928"/>
                    <a:pt x="3602" y="22040"/>
                  </a:cubicBezTo>
                  <a:cubicBezTo>
                    <a:pt x="4582" y="21720"/>
                    <a:pt x="5559" y="21524"/>
                    <a:pt x="6575" y="21351"/>
                  </a:cubicBezTo>
                  <a:cubicBezTo>
                    <a:pt x="7095" y="21263"/>
                    <a:pt x="7612" y="21167"/>
                    <a:pt x="8128" y="21067"/>
                  </a:cubicBezTo>
                  <a:cubicBezTo>
                    <a:pt x="9285" y="20851"/>
                    <a:pt x="10445" y="20647"/>
                    <a:pt x="11606" y="20439"/>
                  </a:cubicBezTo>
                  <a:cubicBezTo>
                    <a:pt x="28319" y="17469"/>
                    <a:pt x="43148" y="11742"/>
                    <a:pt x="58020" y="3590"/>
                  </a:cubicBezTo>
                  <a:cubicBezTo>
                    <a:pt x="60069" y="2465"/>
                    <a:pt x="62130" y="1356"/>
                    <a:pt x="64215" y="300"/>
                  </a:cubicBezTo>
                  <a:cubicBezTo>
                    <a:pt x="64407" y="200"/>
                    <a:pt x="64604" y="104"/>
                    <a:pt x="64804" y="0"/>
                  </a:cubicBezTo>
                  <a:cubicBezTo>
                    <a:pt x="70471" y="-2837"/>
                    <a:pt x="75750" y="-956"/>
                    <a:pt x="81105" y="1648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9DD995F-01CC-FBBE-048E-4D74DDB8DDF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11880" y="857527"/>
            <a:ext cx="2019978" cy="19541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400" b="1" dirty="0">
                <a:solidFill>
                  <a:srgbClr val="000000"/>
                </a:solidFill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Policy Non-Compliance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9EE42-098C-8DCE-CFB1-CE0E98FCEC7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5773" y="1477909"/>
            <a:ext cx="2221976" cy="83515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18%</a:t>
            </a:r>
            <a:r>
              <a:rPr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of trips booked outside policy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endParaRPr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Reduced access to advance-booking discounts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endParaRPr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Limited availability of lower-carbon travel options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endParaRPr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1E06F4-66E0-BEF8-093A-64DF5DF1C2E6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52689" y="942556"/>
            <a:ext cx="214934" cy="233160"/>
            <a:chOff x="3684754" y="932972"/>
            <a:chExt cx="214934" cy="233160"/>
          </a:xfr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grpSpPr>
        <p:sp>
          <p:nvSpPr>
            <p:cNvPr id="16" name="New shape">
              <a:extLst>
                <a:ext uri="{FF2B5EF4-FFF2-40B4-BE49-F238E27FC236}">
                  <a16:creationId xmlns:a16="http://schemas.microsoft.com/office/drawing/2014/main" id="{181173EA-4F83-033A-2C1A-8F2D00860B10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3684754" y="932972"/>
              <a:ext cx="191777" cy="233160"/>
            </a:xfrm>
            <a:custGeom>
              <a:avLst/>
              <a:gdLst/>
              <a:ahLst/>
              <a:cxnLst/>
              <a:rect l="l" t="t" r="r" b="b"/>
              <a:pathLst>
                <a:path w="191776" h="233159">
                  <a:moveTo>
                    <a:pt x="150722" y="3022"/>
                  </a:moveTo>
                  <a:cubicBezTo>
                    <a:pt x="155777" y="7632"/>
                    <a:pt x="157719" y="14190"/>
                    <a:pt x="159022" y="20670"/>
                  </a:cubicBezTo>
                  <a:cubicBezTo>
                    <a:pt x="159035" y="20738"/>
                    <a:pt x="159035" y="20738"/>
                    <a:pt x="159103" y="21080"/>
                  </a:cubicBezTo>
                  <a:cubicBezTo>
                    <a:pt x="159780" y="24480"/>
                    <a:pt x="160222" y="27912"/>
                    <a:pt x="160670" y="31350"/>
                  </a:cubicBezTo>
                  <a:cubicBezTo>
                    <a:pt x="161799" y="40018"/>
                    <a:pt x="163164" y="48602"/>
                    <a:pt x="164854" y="57176"/>
                  </a:cubicBezTo>
                  <a:cubicBezTo>
                    <a:pt x="164893" y="57363"/>
                    <a:pt x="164929" y="57553"/>
                    <a:pt x="164967" y="57750"/>
                  </a:cubicBezTo>
                  <a:cubicBezTo>
                    <a:pt x="166654" y="66314"/>
                    <a:pt x="168380" y="74872"/>
                    <a:pt x="170115" y="83430"/>
                  </a:cubicBezTo>
                  <a:cubicBezTo>
                    <a:pt x="170589" y="85756"/>
                    <a:pt x="171060" y="88085"/>
                    <a:pt x="171528" y="90410"/>
                  </a:cubicBezTo>
                  <a:cubicBezTo>
                    <a:pt x="171793" y="91720"/>
                    <a:pt x="172061" y="93030"/>
                    <a:pt x="172328" y="94339"/>
                  </a:cubicBezTo>
                  <a:cubicBezTo>
                    <a:pt x="174254" y="103758"/>
                    <a:pt x="174254" y="103758"/>
                    <a:pt x="174825" y="108123"/>
                  </a:cubicBezTo>
                  <a:cubicBezTo>
                    <a:pt x="174844" y="108268"/>
                    <a:pt x="174864" y="108410"/>
                    <a:pt x="174883" y="108558"/>
                  </a:cubicBezTo>
                  <a:cubicBezTo>
                    <a:pt x="175354" y="112168"/>
                    <a:pt x="175664" y="116120"/>
                    <a:pt x="174890" y="119707"/>
                  </a:cubicBezTo>
                  <a:cubicBezTo>
                    <a:pt x="174864" y="119823"/>
                    <a:pt x="174838" y="119936"/>
                    <a:pt x="174812" y="120055"/>
                  </a:cubicBezTo>
                  <a:cubicBezTo>
                    <a:pt x="174622" y="120862"/>
                    <a:pt x="174344" y="121639"/>
                    <a:pt x="173886" y="122336"/>
                  </a:cubicBezTo>
                  <a:cubicBezTo>
                    <a:pt x="173251" y="122694"/>
                    <a:pt x="172673" y="122707"/>
                    <a:pt x="171951" y="122658"/>
                  </a:cubicBezTo>
                  <a:cubicBezTo>
                    <a:pt x="170477" y="121923"/>
                    <a:pt x="169751" y="120529"/>
                    <a:pt x="169070" y="119110"/>
                  </a:cubicBezTo>
                  <a:cubicBezTo>
                    <a:pt x="169016" y="118997"/>
                    <a:pt x="168961" y="118884"/>
                    <a:pt x="168902" y="118768"/>
                  </a:cubicBezTo>
                  <a:cubicBezTo>
                    <a:pt x="166280" y="113316"/>
                    <a:pt x="165367" y="107497"/>
                    <a:pt x="164400" y="101578"/>
                  </a:cubicBezTo>
                  <a:cubicBezTo>
                    <a:pt x="163728" y="97472"/>
                    <a:pt x="163016" y="93368"/>
                    <a:pt x="162296" y="89272"/>
                  </a:cubicBezTo>
                  <a:cubicBezTo>
                    <a:pt x="162257" y="89056"/>
                    <a:pt x="162219" y="88843"/>
                    <a:pt x="162183" y="88630"/>
                  </a:cubicBezTo>
                  <a:cubicBezTo>
                    <a:pt x="161264" y="83404"/>
                    <a:pt x="160303" y="78185"/>
                    <a:pt x="159248" y="72985"/>
                  </a:cubicBezTo>
                  <a:cubicBezTo>
                    <a:pt x="159225" y="72869"/>
                    <a:pt x="159203" y="72753"/>
                    <a:pt x="159177" y="72633"/>
                  </a:cubicBezTo>
                  <a:cubicBezTo>
                    <a:pt x="158764" y="70588"/>
                    <a:pt x="158348" y="68546"/>
                    <a:pt x="157932" y="66505"/>
                  </a:cubicBezTo>
                  <a:cubicBezTo>
                    <a:pt x="155616" y="55134"/>
                    <a:pt x="153554" y="43721"/>
                    <a:pt x="151516" y="32299"/>
                  </a:cubicBezTo>
                  <a:cubicBezTo>
                    <a:pt x="151419" y="31757"/>
                    <a:pt x="151322" y="31215"/>
                    <a:pt x="151226" y="30673"/>
                  </a:cubicBezTo>
                  <a:cubicBezTo>
                    <a:pt x="151193" y="30496"/>
                    <a:pt x="151161" y="30321"/>
                    <a:pt x="151129" y="30141"/>
                  </a:cubicBezTo>
                  <a:cubicBezTo>
                    <a:pt x="151067" y="29789"/>
                    <a:pt x="151003" y="29438"/>
                    <a:pt x="150941" y="29086"/>
                  </a:cubicBezTo>
                  <a:cubicBezTo>
                    <a:pt x="150793" y="28254"/>
                    <a:pt x="150645" y="27418"/>
                    <a:pt x="150497" y="26586"/>
                  </a:cubicBezTo>
                  <a:cubicBezTo>
                    <a:pt x="150132" y="24522"/>
                    <a:pt x="149758" y="22460"/>
                    <a:pt x="149371" y="20402"/>
                  </a:cubicBezTo>
                  <a:cubicBezTo>
                    <a:pt x="149345" y="20260"/>
                    <a:pt x="149319" y="20118"/>
                    <a:pt x="149290" y="19970"/>
                  </a:cubicBezTo>
                  <a:cubicBezTo>
                    <a:pt x="149135" y="19128"/>
                    <a:pt x="148971" y="18286"/>
                    <a:pt x="148803" y="17444"/>
                  </a:cubicBezTo>
                  <a:cubicBezTo>
                    <a:pt x="148754" y="17189"/>
                    <a:pt x="148703" y="16931"/>
                    <a:pt x="148654" y="16677"/>
                  </a:cubicBezTo>
                  <a:cubicBezTo>
                    <a:pt x="148235" y="14451"/>
                    <a:pt x="147448" y="12232"/>
                    <a:pt x="145922" y="10502"/>
                  </a:cubicBezTo>
                  <a:cubicBezTo>
                    <a:pt x="145884" y="10457"/>
                    <a:pt x="145884" y="10457"/>
                    <a:pt x="145687" y="10228"/>
                  </a:cubicBezTo>
                  <a:cubicBezTo>
                    <a:pt x="144035" y="8457"/>
                    <a:pt x="141777" y="7532"/>
                    <a:pt x="139387" y="7444"/>
                  </a:cubicBezTo>
                  <a:cubicBezTo>
                    <a:pt x="137064" y="7415"/>
                    <a:pt x="134906" y="7625"/>
                    <a:pt x="132639" y="8102"/>
                  </a:cubicBezTo>
                  <a:cubicBezTo>
                    <a:pt x="132277" y="8177"/>
                    <a:pt x="131916" y="8248"/>
                    <a:pt x="131555" y="8322"/>
                  </a:cubicBezTo>
                  <a:cubicBezTo>
                    <a:pt x="130287" y="8577"/>
                    <a:pt x="129023" y="8841"/>
                    <a:pt x="127758" y="9112"/>
                  </a:cubicBezTo>
                  <a:cubicBezTo>
                    <a:pt x="127645" y="9135"/>
                    <a:pt x="127532" y="9157"/>
                    <a:pt x="127416" y="9183"/>
                  </a:cubicBezTo>
                  <a:cubicBezTo>
                    <a:pt x="125139" y="9667"/>
                    <a:pt x="122858" y="10154"/>
                    <a:pt x="120578" y="10641"/>
                  </a:cubicBezTo>
                  <a:cubicBezTo>
                    <a:pt x="104600" y="14057"/>
                    <a:pt x="88594" y="17341"/>
                    <a:pt x="35441" y="27699"/>
                  </a:cubicBezTo>
                  <a:cubicBezTo>
                    <a:pt x="35250" y="27734"/>
                    <a:pt x="35057" y="27767"/>
                    <a:pt x="34860" y="27802"/>
                  </a:cubicBezTo>
                  <a:cubicBezTo>
                    <a:pt x="33612" y="28025"/>
                    <a:pt x="32363" y="28244"/>
                    <a:pt x="31115" y="28457"/>
                  </a:cubicBezTo>
                  <a:cubicBezTo>
                    <a:pt x="30951" y="28486"/>
                    <a:pt x="30786" y="28515"/>
                    <a:pt x="30618" y="28544"/>
                  </a:cubicBezTo>
                  <a:cubicBezTo>
                    <a:pt x="28657" y="28876"/>
                    <a:pt x="26692" y="29173"/>
                    <a:pt x="24722" y="29438"/>
                  </a:cubicBezTo>
                  <a:cubicBezTo>
                    <a:pt x="24519" y="29463"/>
                    <a:pt x="24319" y="29492"/>
                    <a:pt x="24109" y="29521"/>
                  </a:cubicBezTo>
                  <a:cubicBezTo>
                    <a:pt x="23135" y="29654"/>
                    <a:pt x="22161" y="29779"/>
                    <a:pt x="21183" y="29899"/>
                  </a:cubicBezTo>
                  <a:cubicBezTo>
                    <a:pt x="17441" y="30383"/>
                    <a:pt x="13325" y="31412"/>
                    <a:pt x="10886" y="34512"/>
                  </a:cubicBezTo>
                  <a:cubicBezTo>
                    <a:pt x="10812" y="34605"/>
                    <a:pt x="10738" y="34699"/>
                    <a:pt x="10661" y="34792"/>
                  </a:cubicBezTo>
                  <a:cubicBezTo>
                    <a:pt x="9283" y="36718"/>
                    <a:pt x="8845" y="39231"/>
                    <a:pt x="8854" y="41547"/>
                  </a:cubicBezTo>
                  <a:cubicBezTo>
                    <a:pt x="8854" y="41679"/>
                    <a:pt x="8854" y="41811"/>
                    <a:pt x="8854" y="41947"/>
                  </a:cubicBezTo>
                  <a:cubicBezTo>
                    <a:pt x="8880" y="46218"/>
                    <a:pt x="10038" y="50402"/>
                    <a:pt x="10999" y="54540"/>
                  </a:cubicBezTo>
                  <a:cubicBezTo>
                    <a:pt x="11312" y="55895"/>
                    <a:pt x="11615" y="57250"/>
                    <a:pt x="11919" y="58605"/>
                  </a:cubicBezTo>
                  <a:cubicBezTo>
                    <a:pt x="11948" y="58730"/>
                    <a:pt x="11974" y="58853"/>
                    <a:pt x="12003" y="58982"/>
                  </a:cubicBezTo>
                  <a:cubicBezTo>
                    <a:pt x="12144" y="59614"/>
                    <a:pt x="12283" y="60243"/>
                    <a:pt x="12425" y="60872"/>
                  </a:cubicBezTo>
                  <a:cubicBezTo>
                    <a:pt x="12564" y="61505"/>
                    <a:pt x="12706" y="62137"/>
                    <a:pt x="12848" y="62769"/>
                  </a:cubicBezTo>
                  <a:cubicBezTo>
                    <a:pt x="13883" y="67408"/>
                    <a:pt x="14835" y="72059"/>
                    <a:pt x="15725" y="76730"/>
                  </a:cubicBezTo>
                  <a:cubicBezTo>
                    <a:pt x="15761" y="76917"/>
                    <a:pt x="15796" y="77101"/>
                    <a:pt x="15831" y="77295"/>
                  </a:cubicBezTo>
                  <a:cubicBezTo>
                    <a:pt x="17606" y="86585"/>
                    <a:pt x="19257" y="95898"/>
                    <a:pt x="20906" y="105210"/>
                  </a:cubicBezTo>
                  <a:cubicBezTo>
                    <a:pt x="21293" y="107391"/>
                    <a:pt x="21676" y="109575"/>
                    <a:pt x="22064" y="111755"/>
                  </a:cubicBezTo>
                  <a:cubicBezTo>
                    <a:pt x="22099" y="111942"/>
                    <a:pt x="22131" y="112129"/>
                    <a:pt x="22164" y="112323"/>
                  </a:cubicBezTo>
                  <a:cubicBezTo>
                    <a:pt x="22773" y="115762"/>
                    <a:pt x="23383" y="119197"/>
                    <a:pt x="23993" y="122636"/>
                  </a:cubicBezTo>
                  <a:cubicBezTo>
                    <a:pt x="24070" y="123061"/>
                    <a:pt x="24144" y="123487"/>
                    <a:pt x="24222" y="123913"/>
                  </a:cubicBezTo>
                  <a:cubicBezTo>
                    <a:pt x="24238" y="124019"/>
                    <a:pt x="24257" y="124126"/>
                    <a:pt x="24277" y="124232"/>
                  </a:cubicBezTo>
                  <a:cubicBezTo>
                    <a:pt x="24544" y="125739"/>
                    <a:pt x="24809" y="127242"/>
                    <a:pt x="25077" y="128745"/>
                  </a:cubicBezTo>
                  <a:cubicBezTo>
                    <a:pt x="27092" y="140125"/>
                    <a:pt x="29118" y="151503"/>
                    <a:pt x="32751" y="171705"/>
                  </a:cubicBezTo>
                  <a:cubicBezTo>
                    <a:pt x="32847" y="172257"/>
                    <a:pt x="32947" y="172812"/>
                    <a:pt x="33047" y="173364"/>
                  </a:cubicBezTo>
                  <a:cubicBezTo>
                    <a:pt x="33112" y="173728"/>
                    <a:pt x="33180" y="174093"/>
                    <a:pt x="33244" y="174457"/>
                  </a:cubicBezTo>
                  <a:cubicBezTo>
                    <a:pt x="33277" y="174638"/>
                    <a:pt x="33309" y="174815"/>
                    <a:pt x="33341" y="175002"/>
                  </a:cubicBezTo>
                  <a:cubicBezTo>
                    <a:pt x="33534" y="176076"/>
                    <a:pt x="33728" y="177151"/>
                    <a:pt x="33921" y="178225"/>
                  </a:cubicBezTo>
                  <a:cubicBezTo>
                    <a:pt x="34592" y="181954"/>
                    <a:pt x="35260" y="185683"/>
                    <a:pt x="35921" y="189415"/>
                  </a:cubicBezTo>
                  <a:cubicBezTo>
                    <a:pt x="38754" y="205373"/>
                    <a:pt x="38754" y="205373"/>
                    <a:pt x="40105" y="211979"/>
                  </a:cubicBezTo>
                  <a:cubicBezTo>
                    <a:pt x="40241" y="212653"/>
                    <a:pt x="40376" y="213327"/>
                    <a:pt x="40512" y="214001"/>
                  </a:cubicBezTo>
                  <a:cubicBezTo>
                    <a:pt x="40644" y="214669"/>
                    <a:pt x="40780" y="215337"/>
                    <a:pt x="40915" y="216005"/>
                  </a:cubicBezTo>
                  <a:cubicBezTo>
                    <a:pt x="40976" y="216311"/>
                    <a:pt x="41037" y="216617"/>
                    <a:pt x="41099" y="216927"/>
                  </a:cubicBezTo>
                  <a:cubicBezTo>
                    <a:pt x="41183" y="217337"/>
                    <a:pt x="41266" y="217750"/>
                    <a:pt x="41350" y="218163"/>
                  </a:cubicBezTo>
                  <a:cubicBezTo>
                    <a:pt x="41373" y="218282"/>
                    <a:pt x="41399" y="218401"/>
                    <a:pt x="41421" y="218527"/>
                  </a:cubicBezTo>
                  <a:cubicBezTo>
                    <a:pt x="41537" y="219085"/>
                    <a:pt x="41663" y="219579"/>
                    <a:pt x="41954" y="220075"/>
                  </a:cubicBezTo>
                  <a:cubicBezTo>
                    <a:pt x="42395" y="219463"/>
                    <a:pt x="42841" y="218850"/>
                    <a:pt x="43283" y="218237"/>
                  </a:cubicBezTo>
                  <a:cubicBezTo>
                    <a:pt x="43663" y="217711"/>
                    <a:pt x="44044" y="217185"/>
                    <a:pt x="44428" y="216656"/>
                  </a:cubicBezTo>
                  <a:cubicBezTo>
                    <a:pt x="45315" y="215430"/>
                    <a:pt x="46199" y="214205"/>
                    <a:pt x="47054" y="212956"/>
                  </a:cubicBezTo>
                  <a:cubicBezTo>
                    <a:pt x="50676" y="207695"/>
                    <a:pt x="50676" y="207695"/>
                    <a:pt x="52921" y="207173"/>
                  </a:cubicBezTo>
                  <a:cubicBezTo>
                    <a:pt x="54898" y="206908"/>
                    <a:pt x="56189" y="207276"/>
                    <a:pt x="57760" y="208463"/>
                  </a:cubicBezTo>
                  <a:cubicBezTo>
                    <a:pt x="58350" y="208960"/>
                    <a:pt x="58863" y="209498"/>
                    <a:pt x="59373" y="210076"/>
                  </a:cubicBezTo>
                  <a:cubicBezTo>
                    <a:pt x="59414" y="210121"/>
                    <a:pt x="59414" y="210121"/>
                    <a:pt x="59624" y="210350"/>
                  </a:cubicBezTo>
                  <a:cubicBezTo>
                    <a:pt x="60776" y="211621"/>
                    <a:pt x="61863" y="212931"/>
                    <a:pt x="62905" y="214292"/>
                  </a:cubicBezTo>
                  <a:cubicBezTo>
                    <a:pt x="63837" y="215498"/>
                    <a:pt x="64789" y="216688"/>
                    <a:pt x="65747" y="217872"/>
                  </a:cubicBezTo>
                  <a:cubicBezTo>
                    <a:pt x="65930" y="218101"/>
                    <a:pt x="66114" y="218330"/>
                    <a:pt x="66298" y="218556"/>
                  </a:cubicBezTo>
                  <a:cubicBezTo>
                    <a:pt x="67369" y="219888"/>
                    <a:pt x="68450" y="221156"/>
                    <a:pt x="69695" y="222333"/>
                  </a:cubicBezTo>
                  <a:cubicBezTo>
                    <a:pt x="69711" y="222288"/>
                    <a:pt x="69711" y="222288"/>
                    <a:pt x="69795" y="222063"/>
                  </a:cubicBezTo>
                  <a:cubicBezTo>
                    <a:pt x="70282" y="220788"/>
                    <a:pt x="70895" y="219585"/>
                    <a:pt x="71530" y="218379"/>
                  </a:cubicBezTo>
                  <a:cubicBezTo>
                    <a:pt x="71592" y="218266"/>
                    <a:pt x="71650" y="218153"/>
                    <a:pt x="71714" y="218037"/>
                  </a:cubicBezTo>
                  <a:cubicBezTo>
                    <a:pt x="72872" y="215853"/>
                    <a:pt x="74108" y="213714"/>
                    <a:pt x="75369" y="211592"/>
                  </a:cubicBezTo>
                  <a:cubicBezTo>
                    <a:pt x="75576" y="211243"/>
                    <a:pt x="75782" y="210895"/>
                    <a:pt x="75985" y="210547"/>
                  </a:cubicBezTo>
                  <a:cubicBezTo>
                    <a:pt x="77043" y="208753"/>
                    <a:pt x="78140" y="207018"/>
                    <a:pt x="79421" y="205376"/>
                  </a:cubicBezTo>
                  <a:cubicBezTo>
                    <a:pt x="79524" y="205244"/>
                    <a:pt x="79624" y="205115"/>
                    <a:pt x="79727" y="204979"/>
                  </a:cubicBezTo>
                  <a:cubicBezTo>
                    <a:pt x="80588" y="203915"/>
                    <a:pt x="81640" y="203044"/>
                    <a:pt x="83027" y="202814"/>
                  </a:cubicBezTo>
                  <a:cubicBezTo>
                    <a:pt x="85924" y="202650"/>
                    <a:pt x="87959" y="204189"/>
                    <a:pt x="90079" y="206002"/>
                  </a:cubicBezTo>
                  <a:cubicBezTo>
                    <a:pt x="91043" y="206863"/>
                    <a:pt x="91901" y="207805"/>
                    <a:pt x="92736" y="208792"/>
                  </a:cubicBezTo>
                  <a:cubicBezTo>
                    <a:pt x="93343" y="209508"/>
                    <a:pt x="93978" y="210169"/>
                    <a:pt x="94656" y="210821"/>
                  </a:cubicBezTo>
                  <a:cubicBezTo>
                    <a:pt x="96027" y="212150"/>
                    <a:pt x="97191" y="213653"/>
                    <a:pt x="98388" y="215140"/>
                  </a:cubicBezTo>
                  <a:cubicBezTo>
                    <a:pt x="98875" y="215737"/>
                    <a:pt x="99372" y="216324"/>
                    <a:pt x="99878" y="216908"/>
                  </a:cubicBezTo>
                  <a:cubicBezTo>
                    <a:pt x="99959" y="217001"/>
                    <a:pt x="100040" y="217098"/>
                    <a:pt x="100123" y="217195"/>
                  </a:cubicBezTo>
                  <a:cubicBezTo>
                    <a:pt x="100301" y="217401"/>
                    <a:pt x="100481" y="217608"/>
                    <a:pt x="100662" y="217817"/>
                  </a:cubicBezTo>
                  <a:cubicBezTo>
                    <a:pt x="101220" y="217676"/>
                    <a:pt x="101556" y="217582"/>
                    <a:pt x="101936" y="217140"/>
                  </a:cubicBezTo>
                  <a:cubicBezTo>
                    <a:pt x="102023" y="216995"/>
                    <a:pt x="102110" y="216847"/>
                    <a:pt x="102201" y="216698"/>
                  </a:cubicBezTo>
                  <a:cubicBezTo>
                    <a:pt x="102301" y="216530"/>
                    <a:pt x="102401" y="216366"/>
                    <a:pt x="102504" y="216195"/>
                  </a:cubicBezTo>
                  <a:cubicBezTo>
                    <a:pt x="102610" y="216014"/>
                    <a:pt x="102717" y="215834"/>
                    <a:pt x="102823" y="215647"/>
                  </a:cubicBezTo>
                  <a:cubicBezTo>
                    <a:pt x="102936" y="215456"/>
                    <a:pt x="103049" y="215269"/>
                    <a:pt x="103165" y="215079"/>
                  </a:cubicBezTo>
                  <a:cubicBezTo>
                    <a:pt x="103517" y="214489"/>
                    <a:pt x="103865" y="213895"/>
                    <a:pt x="104210" y="213301"/>
                  </a:cubicBezTo>
                  <a:cubicBezTo>
                    <a:pt x="104317" y="213118"/>
                    <a:pt x="104423" y="212937"/>
                    <a:pt x="104533" y="212747"/>
                  </a:cubicBezTo>
                  <a:cubicBezTo>
                    <a:pt x="104949" y="212034"/>
                    <a:pt x="105365" y="211321"/>
                    <a:pt x="105778" y="210605"/>
                  </a:cubicBezTo>
                  <a:cubicBezTo>
                    <a:pt x="112229" y="199460"/>
                    <a:pt x="112229" y="199460"/>
                    <a:pt x="115981" y="197944"/>
                  </a:cubicBezTo>
                  <a:cubicBezTo>
                    <a:pt x="119394" y="197044"/>
                    <a:pt x="122271" y="199079"/>
                    <a:pt x="125119" y="200737"/>
                  </a:cubicBezTo>
                  <a:cubicBezTo>
                    <a:pt x="128078" y="202479"/>
                    <a:pt x="130778" y="204576"/>
                    <a:pt x="133484" y="206679"/>
                  </a:cubicBezTo>
                  <a:cubicBezTo>
                    <a:pt x="134652" y="207585"/>
                    <a:pt x="135823" y="208485"/>
                    <a:pt x="137003" y="209379"/>
                  </a:cubicBezTo>
                  <a:cubicBezTo>
                    <a:pt x="137219" y="209544"/>
                    <a:pt x="137439" y="209711"/>
                    <a:pt x="137655" y="209876"/>
                  </a:cubicBezTo>
                  <a:cubicBezTo>
                    <a:pt x="140945" y="212401"/>
                    <a:pt x="140945" y="212401"/>
                    <a:pt x="142058" y="212288"/>
                  </a:cubicBezTo>
                  <a:cubicBezTo>
                    <a:pt x="143103" y="211924"/>
                    <a:pt x="143916" y="211202"/>
                    <a:pt x="144716" y="210456"/>
                  </a:cubicBezTo>
                  <a:cubicBezTo>
                    <a:pt x="144852" y="210330"/>
                    <a:pt x="144987" y="210205"/>
                    <a:pt x="145129" y="210076"/>
                  </a:cubicBezTo>
                  <a:cubicBezTo>
                    <a:pt x="147690" y="207679"/>
                    <a:pt x="149997" y="205015"/>
                    <a:pt x="152274" y="202353"/>
                  </a:cubicBezTo>
                  <a:cubicBezTo>
                    <a:pt x="152355" y="202260"/>
                    <a:pt x="152435" y="202166"/>
                    <a:pt x="152516" y="202069"/>
                  </a:cubicBezTo>
                  <a:cubicBezTo>
                    <a:pt x="153335" y="201111"/>
                    <a:pt x="154151" y="200150"/>
                    <a:pt x="154951" y="199176"/>
                  </a:cubicBezTo>
                  <a:cubicBezTo>
                    <a:pt x="160416" y="192560"/>
                    <a:pt x="160416" y="192560"/>
                    <a:pt x="163671" y="192224"/>
                  </a:cubicBezTo>
                  <a:cubicBezTo>
                    <a:pt x="165083" y="192183"/>
                    <a:pt x="166332" y="192302"/>
                    <a:pt x="167648" y="192841"/>
                  </a:cubicBezTo>
                  <a:cubicBezTo>
                    <a:pt x="167783" y="192895"/>
                    <a:pt x="167922" y="192950"/>
                    <a:pt x="168064" y="193008"/>
                  </a:cubicBezTo>
                  <a:cubicBezTo>
                    <a:pt x="169641" y="193686"/>
                    <a:pt x="171015" y="194650"/>
                    <a:pt x="172409" y="195640"/>
                  </a:cubicBezTo>
                  <a:cubicBezTo>
                    <a:pt x="173177" y="196189"/>
                    <a:pt x="173954" y="196724"/>
                    <a:pt x="174731" y="197263"/>
                  </a:cubicBezTo>
                  <a:cubicBezTo>
                    <a:pt x="174883" y="197369"/>
                    <a:pt x="175035" y="197473"/>
                    <a:pt x="175190" y="197582"/>
                  </a:cubicBezTo>
                  <a:cubicBezTo>
                    <a:pt x="176393" y="198418"/>
                    <a:pt x="177615" y="199211"/>
                    <a:pt x="178867" y="199973"/>
                  </a:cubicBezTo>
                  <a:cubicBezTo>
                    <a:pt x="179022" y="200066"/>
                    <a:pt x="179173" y="200160"/>
                    <a:pt x="179331" y="200256"/>
                  </a:cubicBezTo>
                  <a:cubicBezTo>
                    <a:pt x="180164" y="200756"/>
                    <a:pt x="181002" y="201240"/>
                    <a:pt x="181844" y="201721"/>
                  </a:cubicBezTo>
                  <a:cubicBezTo>
                    <a:pt x="181951" y="201779"/>
                    <a:pt x="182054" y="201837"/>
                    <a:pt x="182160" y="201898"/>
                  </a:cubicBezTo>
                  <a:cubicBezTo>
                    <a:pt x="182412" y="202044"/>
                    <a:pt x="182667" y="202189"/>
                    <a:pt x="182918" y="202334"/>
                  </a:cubicBezTo>
                  <a:cubicBezTo>
                    <a:pt x="182660" y="200669"/>
                    <a:pt x="182399" y="199008"/>
                    <a:pt x="182138" y="197344"/>
                  </a:cubicBezTo>
                  <a:cubicBezTo>
                    <a:pt x="182096" y="197069"/>
                    <a:pt x="182051" y="196792"/>
                    <a:pt x="182009" y="196518"/>
                  </a:cubicBezTo>
                  <a:cubicBezTo>
                    <a:pt x="181499" y="193276"/>
                    <a:pt x="180983" y="190034"/>
                    <a:pt x="180435" y="186799"/>
                  </a:cubicBezTo>
                  <a:cubicBezTo>
                    <a:pt x="180393" y="186538"/>
                    <a:pt x="180347" y="186273"/>
                    <a:pt x="180302" y="186009"/>
                  </a:cubicBezTo>
                  <a:cubicBezTo>
                    <a:pt x="180131" y="185005"/>
                    <a:pt x="179964" y="183999"/>
                    <a:pt x="179789" y="182992"/>
                  </a:cubicBezTo>
                  <a:cubicBezTo>
                    <a:pt x="179160" y="179338"/>
                    <a:pt x="178654" y="175728"/>
                    <a:pt x="178664" y="172012"/>
                  </a:cubicBezTo>
                  <a:cubicBezTo>
                    <a:pt x="178667" y="171948"/>
                    <a:pt x="178667" y="171948"/>
                    <a:pt x="178667" y="171638"/>
                  </a:cubicBezTo>
                  <a:cubicBezTo>
                    <a:pt x="178689" y="165735"/>
                    <a:pt x="178689" y="165735"/>
                    <a:pt x="180254" y="164170"/>
                  </a:cubicBezTo>
                  <a:cubicBezTo>
                    <a:pt x="180983" y="163767"/>
                    <a:pt x="181538" y="163754"/>
                    <a:pt x="182341" y="163948"/>
                  </a:cubicBezTo>
                  <a:cubicBezTo>
                    <a:pt x="183686" y="164564"/>
                    <a:pt x="184280" y="166231"/>
                    <a:pt x="184854" y="167496"/>
                  </a:cubicBezTo>
                  <a:cubicBezTo>
                    <a:pt x="184934" y="167670"/>
                    <a:pt x="185012" y="167844"/>
                    <a:pt x="185096" y="168022"/>
                  </a:cubicBezTo>
                  <a:cubicBezTo>
                    <a:pt x="188312" y="175338"/>
                    <a:pt x="189302" y="183505"/>
                    <a:pt x="190338" y="191366"/>
                  </a:cubicBezTo>
                  <a:cubicBezTo>
                    <a:pt x="190354" y="191486"/>
                    <a:pt x="190370" y="191605"/>
                    <a:pt x="190386" y="191731"/>
                  </a:cubicBezTo>
                  <a:cubicBezTo>
                    <a:pt x="191741" y="201947"/>
                    <a:pt x="191741" y="201947"/>
                    <a:pt x="191770" y="206424"/>
                  </a:cubicBezTo>
                  <a:cubicBezTo>
                    <a:pt x="191773" y="206550"/>
                    <a:pt x="191773" y="206673"/>
                    <a:pt x="191776" y="206802"/>
                  </a:cubicBezTo>
                  <a:cubicBezTo>
                    <a:pt x="191796" y="208650"/>
                    <a:pt x="191512" y="210695"/>
                    <a:pt x="190267" y="212147"/>
                  </a:cubicBezTo>
                  <a:cubicBezTo>
                    <a:pt x="189170" y="213118"/>
                    <a:pt x="187812" y="213172"/>
                    <a:pt x="186402" y="213150"/>
                  </a:cubicBezTo>
                  <a:cubicBezTo>
                    <a:pt x="184399" y="213027"/>
                    <a:pt x="182744" y="212279"/>
                    <a:pt x="180983" y="211366"/>
                  </a:cubicBezTo>
                  <a:cubicBezTo>
                    <a:pt x="180889" y="211314"/>
                    <a:pt x="180796" y="211266"/>
                    <a:pt x="180699" y="211218"/>
                  </a:cubicBezTo>
                  <a:cubicBezTo>
                    <a:pt x="177215" y="209418"/>
                    <a:pt x="173970" y="207279"/>
                    <a:pt x="170731" y="205076"/>
                  </a:cubicBezTo>
                  <a:cubicBezTo>
                    <a:pt x="169680" y="204360"/>
                    <a:pt x="168619" y="203656"/>
                    <a:pt x="167557" y="202950"/>
                  </a:cubicBezTo>
                  <a:cubicBezTo>
                    <a:pt x="167048" y="202611"/>
                    <a:pt x="166541" y="202273"/>
                    <a:pt x="166032" y="201934"/>
                  </a:cubicBezTo>
                  <a:cubicBezTo>
                    <a:pt x="165948" y="201879"/>
                    <a:pt x="165948" y="201879"/>
                    <a:pt x="165529" y="201598"/>
                  </a:cubicBezTo>
                  <a:cubicBezTo>
                    <a:pt x="165412" y="201521"/>
                    <a:pt x="165296" y="201444"/>
                    <a:pt x="165177" y="201366"/>
                  </a:cubicBezTo>
                  <a:cubicBezTo>
                    <a:pt x="162151" y="203753"/>
                    <a:pt x="159612" y="206743"/>
                    <a:pt x="157209" y="209740"/>
                  </a:cubicBezTo>
                  <a:cubicBezTo>
                    <a:pt x="156212" y="210979"/>
                    <a:pt x="155157" y="212159"/>
                    <a:pt x="154077" y="213327"/>
                  </a:cubicBezTo>
                  <a:cubicBezTo>
                    <a:pt x="153484" y="213966"/>
                    <a:pt x="152896" y="214605"/>
                    <a:pt x="152351" y="215285"/>
                  </a:cubicBezTo>
                  <a:cubicBezTo>
                    <a:pt x="150774" y="217234"/>
                    <a:pt x="148868" y="218679"/>
                    <a:pt x="146790" y="220075"/>
                  </a:cubicBezTo>
                  <a:cubicBezTo>
                    <a:pt x="146684" y="220146"/>
                    <a:pt x="146577" y="220221"/>
                    <a:pt x="146468" y="220295"/>
                  </a:cubicBezTo>
                  <a:cubicBezTo>
                    <a:pt x="144545" y="221556"/>
                    <a:pt x="141706" y="221321"/>
                    <a:pt x="139539" y="220963"/>
                  </a:cubicBezTo>
                  <a:cubicBezTo>
                    <a:pt x="135632" y="220092"/>
                    <a:pt x="132326" y="216847"/>
                    <a:pt x="129294" y="214389"/>
                  </a:cubicBezTo>
                  <a:cubicBezTo>
                    <a:pt x="125929" y="211663"/>
                    <a:pt x="122416" y="208866"/>
                    <a:pt x="118404" y="207173"/>
                  </a:cubicBezTo>
                  <a:cubicBezTo>
                    <a:pt x="116868" y="209147"/>
                    <a:pt x="115507" y="211179"/>
                    <a:pt x="114252" y="213340"/>
                  </a:cubicBezTo>
                  <a:cubicBezTo>
                    <a:pt x="114184" y="213456"/>
                    <a:pt x="114117" y="213569"/>
                    <a:pt x="114049" y="213689"/>
                  </a:cubicBezTo>
                  <a:cubicBezTo>
                    <a:pt x="113491" y="214646"/>
                    <a:pt x="112939" y="215608"/>
                    <a:pt x="112388" y="216569"/>
                  </a:cubicBezTo>
                  <a:cubicBezTo>
                    <a:pt x="106830" y="226262"/>
                    <a:pt x="106830" y="226262"/>
                    <a:pt x="103242" y="227817"/>
                  </a:cubicBezTo>
                  <a:cubicBezTo>
                    <a:pt x="101052" y="228207"/>
                    <a:pt x="99111" y="227950"/>
                    <a:pt x="97256" y="226721"/>
                  </a:cubicBezTo>
                  <a:cubicBezTo>
                    <a:pt x="96875" y="226453"/>
                    <a:pt x="96511" y="226172"/>
                    <a:pt x="96146" y="225882"/>
                  </a:cubicBezTo>
                  <a:cubicBezTo>
                    <a:pt x="96049" y="225801"/>
                    <a:pt x="95949" y="225721"/>
                    <a:pt x="95846" y="225640"/>
                  </a:cubicBezTo>
                  <a:cubicBezTo>
                    <a:pt x="94330" y="224369"/>
                    <a:pt x="93172" y="222730"/>
                    <a:pt x="91969" y="221172"/>
                  </a:cubicBezTo>
                  <a:cubicBezTo>
                    <a:pt x="90859" y="219734"/>
                    <a:pt x="89711" y="218350"/>
                    <a:pt x="88485" y="217011"/>
                  </a:cubicBezTo>
                  <a:cubicBezTo>
                    <a:pt x="88350" y="216859"/>
                    <a:pt x="88214" y="216708"/>
                    <a:pt x="88072" y="216553"/>
                  </a:cubicBezTo>
                  <a:cubicBezTo>
                    <a:pt x="86975" y="215369"/>
                    <a:pt x="85775" y="214330"/>
                    <a:pt x="84533" y="213301"/>
                  </a:cubicBezTo>
                  <a:cubicBezTo>
                    <a:pt x="84430" y="213482"/>
                    <a:pt x="84327" y="213663"/>
                    <a:pt x="84220" y="213850"/>
                  </a:cubicBezTo>
                  <a:cubicBezTo>
                    <a:pt x="84185" y="213911"/>
                    <a:pt x="84185" y="213911"/>
                    <a:pt x="84011" y="214217"/>
                  </a:cubicBezTo>
                  <a:cubicBezTo>
                    <a:pt x="83853" y="214492"/>
                    <a:pt x="83695" y="214766"/>
                    <a:pt x="83540" y="215040"/>
                  </a:cubicBezTo>
                  <a:cubicBezTo>
                    <a:pt x="83101" y="215808"/>
                    <a:pt x="82662" y="216576"/>
                    <a:pt x="82224" y="217343"/>
                  </a:cubicBezTo>
                  <a:cubicBezTo>
                    <a:pt x="80675" y="220050"/>
                    <a:pt x="80675" y="220050"/>
                    <a:pt x="79933" y="221359"/>
                  </a:cubicBezTo>
                  <a:cubicBezTo>
                    <a:pt x="79321" y="222440"/>
                    <a:pt x="78704" y="223514"/>
                    <a:pt x="78082" y="224592"/>
                  </a:cubicBezTo>
                  <a:cubicBezTo>
                    <a:pt x="78024" y="224691"/>
                    <a:pt x="77966" y="224791"/>
                    <a:pt x="77908" y="224895"/>
                  </a:cubicBezTo>
                  <a:cubicBezTo>
                    <a:pt x="74876" y="230153"/>
                    <a:pt x="74876" y="230153"/>
                    <a:pt x="73243" y="231688"/>
                  </a:cubicBezTo>
                  <a:cubicBezTo>
                    <a:pt x="73127" y="231801"/>
                    <a:pt x="73011" y="231914"/>
                    <a:pt x="72892" y="232033"/>
                  </a:cubicBezTo>
                  <a:cubicBezTo>
                    <a:pt x="71685" y="232982"/>
                    <a:pt x="69953" y="232859"/>
                    <a:pt x="68498" y="232717"/>
                  </a:cubicBezTo>
                  <a:cubicBezTo>
                    <a:pt x="65192" y="232211"/>
                    <a:pt x="62643" y="228175"/>
                    <a:pt x="60792" y="225711"/>
                  </a:cubicBezTo>
                  <a:cubicBezTo>
                    <a:pt x="59808" y="224401"/>
                    <a:pt x="58789" y="223121"/>
                    <a:pt x="57756" y="221850"/>
                  </a:cubicBezTo>
                  <a:cubicBezTo>
                    <a:pt x="57573" y="221624"/>
                    <a:pt x="57389" y="221395"/>
                    <a:pt x="57208" y="221169"/>
                  </a:cubicBezTo>
                  <a:cubicBezTo>
                    <a:pt x="56260" y="219995"/>
                    <a:pt x="55318" y="218846"/>
                    <a:pt x="54211" y="217817"/>
                  </a:cubicBezTo>
                  <a:cubicBezTo>
                    <a:pt x="52721" y="219801"/>
                    <a:pt x="51311" y="221830"/>
                    <a:pt x="49947" y="223908"/>
                  </a:cubicBezTo>
                  <a:cubicBezTo>
                    <a:pt x="44596" y="232030"/>
                    <a:pt x="44596" y="232030"/>
                    <a:pt x="41470" y="233159"/>
                  </a:cubicBezTo>
                  <a:cubicBezTo>
                    <a:pt x="40166" y="233420"/>
                    <a:pt x="38937" y="233278"/>
                    <a:pt x="37760" y="232656"/>
                  </a:cubicBezTo>
                  <a:cubicBezTo>
                    <a:pt x="37389" y="232359"/>
                    <a:pt x="37086" y="232024"/>
                    <a:pt x="36786" y="231656"/>
                  </a:cubicBezTo>
                  <a:cubicBezTo>
                    <a:pt x="36744" y="231607"/>
                    <a:pt x="36744" y="231607"/>
                    <a:pt x="36531" y="231356"/>
                  </a:cubicBezTo>
                  <a:cubicBezTo>
                    <a:pt x="35663" y="230265"/>
                    <a:pt x="35167" y="229095"/>
                    <a:pt x="34696" y="227795"/>
                  </a:cubicBezTo>
                  <a:cubicBezTo>
                    <a:pt x="34650" y="227672"/>
                    <a:pt x="34606" y="227546"/>
                    <a:pt x="34557" y="227417"/>
                  </a:cubicBezTo>
                  <a:cubicBezTo>
                    <a:pt x="31015" y="217876"/>
                    <a:pt x="29473" y="207547"/>
                    <a:pt x="27883" y="197534"/>
                  </a:cubicBezTo>
                  <a:cubicBezTo>
                    <a:pt x="27860" y="197402"/>
                    <a:pt x="27841" y="197269"/>
                    <a:pt x="27818" y="197134"/>
                  </a:cubicBezTo>
                  <a:cubicBezTo>
                    <a:pt x="27328" y="194053"/>
                    <a:pt x="26870" y="190970"/>
                    <a:pt x="26444" y="187879"/>
                  </a:cubicBezTo>
                  <a:cubicBezTo>
                    <a:pt x="25289" y="179454"/>
                    <a:pt x="23896" y="171086"/>
                    <a:pt x="22376" y="162722"/>
                  </a:cubicBezTo>
                  <a:cubicBezTo>
                    <a:pt x="22054" y="160941"/>
                    <a:pt x="21735" y="159164"/>
                    <a:pt x="21415" y="157383"/>
                  </a:cubicBezTo>
                  <a:cubicBezTo>
                    <a:pt x="20777" y="153822"/>
                    <a:pt x="20135" y="150261"/>
                    <a:pt x="19489" y="146700"/>
                  </a:cubicBezTo>
                  <a:cubicBezTo>
                    <a:pt x="19460" y="146532"/>
                    <a:pt x="19432" y="146367"/>
                    <a:pt x="19399" y="146196"/>
                  </a:cubicBezTo>
                  <a:cubicBezTo>
                    <a:pt x="19370" y="146035"/>
                    <a:pt x="19341" y="145871"/>
                    <a:pt x="19312" y="145703"/>
                  </a:cubicBezTo>
                  <a:cubicBezTo>
                    <a:pt x="19022" y="144106"/>
                    <a:pt x="18735" y="142509"/>
                    <a:pt x="18448" y="140913"/>
                  </a:cubicBezTo>
                  <a:cubicBezTo>
                    <a:pt x="18399" y="140651"/>
                    <a:pt x="18351" y="140390"/>
                    <a:pt x="18306" y="140129"/>
                  </a:cubicBezTo>
                  <a:cubicBezTo>
                    <a:pt x="18238" y="139748"/>
                    <a:pt x="18167" y="139368"/>
                    <a:pt x="18099" y="138987"/>
                  </a:cubicBezTo>
                  <a:cubicBezTo>
                    <a:pt x="17548" y="135916"/>
                    <a:pt x="16993" y="132845"/>
                    <a:pt x="16435" y="129774"/>
                  </a:cubicBezTo>
                  <a:cubicBezTo>
                    <a:pt x="16248" y="128739"/>
                    <a:pt x="16061" y="127706"/>
                    <a:pt x="15873" y="126671"/>
                  </a:cubicBezTo>
                  <a:cubicBezTo>
                    <a:pt x="15854" y="126558"/>
                    <a:pt x="15831" y="126445"/>
                    <a:pt x="15812" y="126329"/>
                  </a:cubicBezTo>
                  <a:cubicBezTo>
                    <a:pt x="15157" y="122710"/>
                    <a:pt x="14509" y="119090"/>
                    <a:pt x="13867" y="115468"/>
                  </a:cubicBezTo>
                  <a:cubicBezTo>
                    <a:pt x="11296" y="100988"/>
                    <a:pt x="8657" y="86533"/>
                    <a:pt x="5390" y="71746"/>
                  </a:cubicBezTo>
                  <a:cubicBezTo>
                    <a:pt x="5358" y="71608"/>
                    <a:pt x="5329" y="71469"/>
                    <a:pt x="5296" y="71324"/>
                  </a:cubicBezTo>
                  <a:cubicBezTo>
                    <a:pt x="4651" y="68401"/>
                    <a:pt x="4000" y="65482"/>
                    <a:pt x="3342" y="62563"/>
                  </a:cubicBezTo>
                  <a:cubicBezTo>
                    <a:pt x="284" y="48986"/>
                    <a:pt x="284" y="48986"/>
                    <a:pt x="19" y="43628"/>
                  </a:cubicBezTo>
                  <a:cubicBezTo>
                    <a:pt x="13" y="43499"/>
                    <a:pt x="6" y="43370"/>
                    <a:pt x="0" y="43237"/>
                  </a:cubicBezTo>
                  <a:cubicBezTo>
                    <a:pt x="-264" y="37789"/>
                    <a:pt x="1216" y="32583"/>
                    <a:pt x="4858" y="28467"/>
                  </a:cubicBezTo>
                  <a:cubicBezTo>
                    <a:pt x="8725" y="24267"/>
                    <a:pt x="14193" y="22328"/>
                    <a:pt x="19574" y="20902"/>
                  </a:cubicBezTo>
                  <a:cubicBezTo>
                    <a:pt x="19703" y="20870"/>
                    <a:pt x="19835" y="20834"/>
                    <a:pt x="19967" y="20799"/>
                  </a:cubicBezTo>
                  <a:cubicBezTo>
                    <a:pt x="23170" y="19960"/>
                    <a:pt x="26415" y="19435"/>
                    <a:pt x="29683" y="18925"/>
                  </a:cubicBezTo>
                  <a:cubicBezTo>
                    <a:pt x="30544" y="18793"/>
                    <a:pt x="31399" y="18654"/>
                    <a:pt x="32257" y="18515"/>
                  </a:cubicBezTo>
                  <a:cubicBezTo>
                    <a:pt x="35760" y="17957"/>
                    <a:pt x="39266" y="17412"/>
                    <a:pt x="42770" y="16870"/>
                  </a:cubicBezTo>
                  <a:cubicBezTo>
                    <a:pt x="58011" y="14512"/>
                    <a:pt x="73188" y="11864"/>
                    <a:pt x="114317" y="3006"/>
                  </a:cubicBezTo>
                  <a:cubicBezTo>
                    <a:pt x="114565" y="2948"/>
                    <a:pt x="114817" y="2887"/>
                    <a:pt x="115068" y="2828"/>
                  </a:cubicBezTo>
                  <a:cubicBezTo>
                    <a:pt x="115191" y="2799"/>
                    <a:pt x="115313" y="2767"/>
                    <a:pt x="115439" y="2738"/>
                  </a:cubicBezTo>
                  <a:cubicBezTo>
                    <a:pt x="115926" y="2622"/>
                    <a:pt x="116413" y="2506"/>
                    <a:pt x="116901" y="2390"/>
                  </a:cubicBezTo>
                  <a:cubicBezTo>
                    <a:pt x="117139" y="2332"/>
                    <a:pt x="117378" y="2277"/>
                    <a:pt x="117616" y="2219"/>
                  </a:cubicBezTo>
                  <a:cubicBezTo>
                    <a:pt x="120742" y="1470"/>
                    <a:pt x="123871" y="751"/>
                    <a:pt x="127020" y="96"/>
                  </a:cubicBezTo>
                  <a:cubicBezTo>
                    <a:pt x="127097" y="80"/>
                    <a:pt x="127097" y="80"/>
                    <a:pt x="127491" y="0"/>
                  </a:cubicBezTo>
                  <a:cubicBezTo>
                    <a:pt x="135323" y="-1619"/>
                    <a:pt x="144103" y="-2541"/>
                    <a:pt x="150722" y="3022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17" name="New shape">
              <a:extLst>
                <a:ext uri="{FF2B5EF4-FFF2-40B4-BE49-F238E27FC236}">
                  <a16:creationId xmlns:a16="http://schemas.microsoft.com/office/drawing/2014/main" id="{85127747-96DA-4E22-D338-CFFDE66B3870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3716367" y="978534"/>
              <a:ext cx="105575" cy="24287"/>
            </a:xfrm>
            <a:custGeom>
              <a:avLst/>
              <a:gdLst/>
              <a:ahLst/>
              <a:cxnLst/>
              <a:rect l="l" t="t" r="r" b="b"/>
              <a:pathLst>
                <a:path w="105575" h="24286">
                  <a:moveTo>
                    <a:pt x="104533" y="645"/>
                  </a:moveTo>
                  <a:cubicBezTo>
                    <a:pt x="105191" y="1267"/>
                    <a:pt x="105433" y="1828"/>
                    <a:pt x="105575" y="2712"/>
                  </a:cubicBezTo>
                  <a:cubicBezTo>
                    <a:pt x="105546" y="3722"/>
                    <a:pt x="105113" y="4354"/>
                    <a:pt x="104426" y="5051"/>
                  </a:cubicBezTo>
                  <a:cubicBezTo>
                    <a:pt x="97971" y="10948"/>
                    <a:pt x="84801" y="10986"/>
                    <a:pt x="76508" y="12351"/>
                  </a:cubicBezTo>
                  <a:cubicBezTo>
                    <a:pt x="62995" y="14573"/>
                    <a:pt x="49572" y="17099"/>
                    <a:pt x="36157" y="19844"/>
                  </a:cubicBezTo>
                  <a:cubicBezTo>
                    <a:pt x="31067" y="20883"/>
                    <a:pt x="25980" y="21922"/>
                    <a:pt x="20877" y="22873"/>
                  </a:cubicBezTo>
                  <a:cubicBezTo>
                    <a:pt x="20515" y="22941"/>
                    <a:pt x="20154" y="23009"/>
                    <a:pt x="19792" y="23076"/>
                  </a:cubicBezTo>
                  <a:cubicBezTo>
                    <a:pt x="17190" y="23573"/>
                    <a:pt x="14593" y="23967"/>
                    <a:pt x="11957" y="24244"/>
                  </a:cubicBezTo>
                  <a:cubicBezTo>
                    <a:pt x="11831" y="24260"/>
                    <a:pt x="11706" y="24273"/>
                    <a:pt x="11577" y="24286"/>
                  </a:cubicBezTo>
                  <a:cubicBezTo>
                    <a:pt x="2896" y="25209"/>
                    <a:pt x="2896" y="25209"/>
                    <a:pt x="483" y="23325"/>
                  </a:cubicBezTo>
                  <a:cubicBezTo>
                    <a:pt x="-25" y="22718"/>
                    <a:pt x="-55" y="22231"/>
                    <a:pt x="0" y="21451"/>
                  </a:cubicBezTo>
                  <a:cubicBezTo>
                    <a:pt x="222" y="20431"/>
                    <a:pt x="558" y="19905"/>
                    <a:pt x="1432" y="19344"/>
                  </a:cubicBezTo>
                  <a:cubicBezTo>
                    <a:pt x="3241" y="18267"/>
                    <a:pt x="5080" y="17493"/>
                    <a:pt x="7096" y="16906"/>
                  </a:cubicBezTo>
                  <a:cubicBezTo>
                    <a:pt x="7464" y="16799"/>
                    <a:pt x="7828" y="16686"/>
                    <a:pt x="8196" y="16573"/>
                  </a:cubicBezTo>
                  <a:cubicBezTo>
                    <a:pt x="15399" y="14396"/>
                    <a:pt x="22925" y="13248"/>
                    <a:pt x="30312" y="11880"/>
                  </a:cubicBezTo>
                  <a:cubicBezTo>
                    <a:pt x="31444" y="11670"/>
                    <a:pt x="32576" y="11457"/>
                    <a:pt x="33708" y="11248"/>
                  </a:cubicBezTo>
                  <a:cubicBezTo>
                    <a:pt x="40305" y="10019"/>
                    <a:pt x="46899" y="8796"/>
                    <a:pt x="53505" y="7622"/>
                  </a:cubicBezTo>
                  <a:cubicBezTo>
                    <a:pt x="53882" y="7554"/>
                    <a:pt x="54260" y="7486"/>
                    <a:pt x="54640" y="7419"/>
                  </a:cubicBezTo>
                  <a:cubicBezTo>
                    <a:pt x="55863" y="7203"/>
                    <a:pt x="57086" y="6983"/>
                    <a:pt x="58308" y="6767"/>
                  </a:cubicBezTo>
                  <a:cubicBezTo>
                    <a:pt x="58427" y="6744"/>
                    <a:pt x="58544" y="6722"/>
                    <a:pt x="58666" y="6703"/>
                  </a:cubicBezTo>
                  <a:cubicBezTo>
                    <a:pt x="59259" y="6596"/>
                    <a:pt x="59853" y="6490"/>
                    <a:pt x="60447" y="6386"/>
                  </a:cubicBezTo>
                  <a:cubicBezTo>
                    <a:pt x="65621" y="5464"/>
                    <a:pt x="70782" y="4516"/>
                    <a:pt x="75924" y="3432"/>
                  </a:cubicBezTo>
                  <a:cubicBezTo>
                    <a:pt x="76030" y="3409"/>
                    <a:pt x="76133" y="3387"/>
                    <a:pt x="76243" y="3364"/>
                  </a:cubicBezTo>
                  <a:cubicBezTo>
                    <a:pt x="78333" y="2922"/>
                    <a:pt x="80424" y="2474"/>
                    <a:pt x="82507" y="2012"/>
                  </a:cubicBezTo>
                  <a:cubicBezTo>
                    <a:pt x="86020" y="1235"/>
                    <a:pt x="89514" y="522"/>
                    <a:pt x="93081" y="61"/>
                  </a:cubicBezTo>
                  <a:cubicBezTo>
                    <a:pt x="93155" y="51"/>
                    <a:pt x="93155" y="51"/>
                    <a:pt x="93540" y="0"/>
                  </a:cubicBezTo>
                  <a:cubicBezTo>
                    <a:pt x="102062" y="-1096"/>
                    <a:pt x="102062" y="-1096"/>
                    <a:pt x="104533" y="645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18" name="New shape">
              <a:extLst>
                <a:ext uri="{FF2B5EF4-FFF2-40B4-BE49-F238E27FC236}">
                  <a16:creationId xmlns:a16="http://schemas.microsoft.com/office/drawing/2014/main" id="{5EF8FB94-DAD4-E833-2859-AE5FE38D9729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3722173" y="1010708"/>
              <a:ext cx="105330" cy="24574"/>
            </a:xfrm>
            <a:custGeom>
              <a:avLst/>
              <a:gdLst/>
              <a:ahLst/>
              <a:cxnLst/>
              <a:rect l="l" t="t" r="r" b="b"/>
              <a:pathLst>
                <a:path w="105330" h="24573">
                  <a:moveTo>
                    <a:pt x="99452" y="3"/>
                  </a:moveTo>
                  <a:cubicBezTo>
                    <a:pt x="99562" y="3"/>
                    <a:pt x="99669" y="3"/>
                    <a:pt x="99781" y="0"/>
                  </a:cubicBezTo>
                  <a:cubicBezTo>
                    <a:pt x="101655" y="0"/>
                    <a:pt x="103375" y="154"/>
                    <a:pt x="104907" y="1341"/>
                  </a:cubicBezTo>
                  <a:cubicBezTo>
                    <a:pt x="105391" y="1977"/>
                    <a:pt x="105368" y="2577"/>
                    <a:pt x="105330" y="3354"/>
                  </a:cubicBezTo>
                  <a:cubicBezTo>
                    <a:pt x="105043" y="4493"/>
                    <a:pt x="104317" y="5061"/>
                    <a:pt x="103352" y="5654"/>
                  </a:cubicBezTo>
                  <a:cubicBezTo>
                    <a:pt x="100614" y="7148"/>
                    <a:pt x="97475" y="7951"/>
                    <a:pt x="94475" y="8738"/>
                  </a:cubicBezTo>
                  <a:cubicBezTo>
                    <a:pt x="94320" y="8780"/>
                    <a:pt x="94162" y="8822"/>
                    <a:pt x="94001" y="8864"/>
                  </a:cubicBezTo>
                  <a:cubicBezTo>
                    <a:pt x="89917" y="9925"/>
                    <a:pt x="85772" y="10673"/>
                    <a:pt x="81617" y="11415"/>
                  </a:cubicBezTo>
                  <a:cubicBezTo>
                    <a:pt x="80479" y="11622"/>
                    <a:pt x="79343" y="11828"/>
                    <a:pt x="78204" y="12035"/>
                  </a:cubicBezTo>
                  <a:cubicBezTo>
                    <a:pt x="73772" y="12844"/>
                    <a:pt x="69340" y="13638"/>
                    <a:pt x="64905" y="14425"/>
                  </a:cubicBezTo>
                  <a:cubicBezTo>
                    <a:pt x="63066" y="14751"/>
                    <a:pt x="61231" y="15077"/>
                    <a:pt x="59392" y="15406"/>
                  </a:cubicBezTo>
                  <a:cubicBezTo>
                    <a:pt x="59192" y="15441"/>
                    <a:pt x="58992" y="15477"/>
                    <a:pt x="58782" y="15515"/>
                  </a:cubicBezTo>
                  <a:cubicBezTo>
                    <a:pt x="50021" y="17077"/>
                    <a:pt x="41308" y="18870"/>
                    <a:pt x="32602" y="20709"/>
                  </a:cubicBezTo>
                  <a:cubicBezTo>
                    <a:pt x="29902" y="21280"/>
                    <a:pt x="27202" y="21844"/>
                    <a:pt x="24499" y="22402"/>
                  </a:cubicBezTo>
                  <a:cubicBezTo>
                    <a:pt x="23767" y="22554"/>
                    <a:pt x="23031" y="22705"/>
                    <a:pt x="22296" y="22860"/>
                  </a:cubicBezTo>
                  <a:cubicBezTo>
                    <a:pt x="19277" y="23499"/>
                    <a:pt x="16254" y="24067"/>
                    <a:pt x="13196" y="24512"/>
                  </a:cubicBezTo>
                  <a:cubicBezTo>
                    <a:pt x="13125" y="24522"/>
                    <a:pt x="13125" y="24522"/>
                    <a:pt x="12774" y="24573"/>
                  </a:cubicBezTo>
                  <a:cubicBezTo>
                    <a:pt x="4367" y="25809"/>
                    <a:pt x="4367" y="25809"/>
                    <a:pt x="1184" y="24025"/>
                  </a:cubicBezTo>
                  <a:cubicBezTo>
                    <a:pt x="477" y="23447"/>
                    <a:pt x="213" y="22776"/>
                    <a:pt x="0" y="21899"/>
                  </a:cubicBezTo>
                  <a:cubicBezTo>
                    <a:pt x="-80" y="20806"/>
                    <a:pt x="203" y="20318"/>
                    <a:pt x="903" y="19506"/>
                  </a:cubicBezTo>
                  <a:cubicBezTo>
                    <a:pt x="2900" y="17331"/>
                    <a:pt x="6790" y="16454"/>
                    <a:pt x="9583" y="15761"/>
                  </a:cubicBezTo>
                  <a:cubicBezTo>
                    <a:pt x="9716" y="15725"/>
                    <a:pt x="9851" y="15693"/>
                    <a:pt x="9986" y="15657"/>
                  </a:cubicBezTo>
                  <a:cubicBezTo>
                    <a:pt x="13744" y="14728"/>
                    <a:pt x="17570" y="14173"/>
                    <a:pt x="21393" y="13577"/>
                  </a:cubicBezTo>
                  <a:cubicBezTo>
                    <a:pt x="23912" y="13183"/>
                    <a:pt x="26428" y="12777"/>
                    <a:pt x="28944" y="12364"/>
                  </a:cubicBezTo>
                  <a:cubicBezTo>
                    <a:pt x="29067" y="12344"/>
                    <a:pt x="29193" y="12322"/>
                    <a:pt x="29318" y="12302"/>
                  </a:cubicBezTo>
                  <a:cubicBezTo>
                    <a:pt x="34550" y="11445"/>
                    <a:pt x="39754" y="10483"/>
                    <a:pt x="44953" y="9461"/>
                  </a:cubicBezTo>
                  <a:cubicBezTo>
                    <a:pt x="45279" y="9396"/>
                    <a:pt x="45605" y="9335"/>
                    <a:pt x="45931" y="9270"/>
                  </a:cubicBezTo>
                  <a:cubicBezTo>
                    <a:pt x="49179" y="8635"/>
                    <a:pt x="52424" y="7986"/>
                    <a:pt x="55669" y="7338"/>
                  </a:cubicBezTo>
                  <a:cubicBezTo>
                    <a:pt x="56956" y="7083"/>
                    <a:pt x="58240" y="6825"/>
                    <a:pt x="59524" y="6570"/>
                  </a:cubicBezTo>
                  <a:cubicBezTo>
                    <a:pt x="59831" y="6509"/>
                    <a:pt x="60134" y="6448"/>
                    <a:pt x="60437" y="6390"/>
                  </a:cubicBezTo>
                  <a:cubicBezTo>
                    <a:pt x="62146" y="6048"/>
                    <a:pt x="63856" y="5706"/>
                    <a:pt x="65566" y="5367"/>
                  </a:cubicBezTo>
                  <a:cubicBezTo>
                    <a:pt x="65721" y="5335"/>
                    <a:pt x="65876" y="5306"/>
                    <a:pt x="66034" y="5274"/>
                  </a:cubicBezTo>
                  <a:cubicBezTo>
                    <a:pt x="66656" y="5151"/>
                    <a:pt x="67282" y="5025"/>
                    <a:pt x="67908" y="4903"/>
                  </a:cubicBezTo>
                  <a:cubicBezTo>
                    <a:pt x="69582" y="4567"/>
                    <a:pt x="71259" y="4235"/>
                    <a:pt x="72933" y="3896"/>
                  </a:cubicBezTo>
                  <a:cubicBezTo>
                    <a:pt x="84040" y="1664"/>
                    <a:pt x="84040" y="1664"/>
                    <a:pt x="89140" y="912"/>
                  </a:cubicBezTo>
                  <a:cubicBezTo>
                    <a:pt x="89224" y="899"/>
                    <a:pt x="89224" y="899"/>
                    <a:pt x="89656" y="835"/>
                  </a:cubicBezTo>
                  <a:cubicBezTo>
                    <a:pt x="92898" y="361"/>
                    <a:pt x="96172" y="19"/>
                    <a:pt x="99452" y="3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19" name="New shape">
              <a:extLst>
                <a:ext uri="{FF2B5EF4-FFF2-40B4-BE49-F238E27FC236}">
                  <a16:creationId xmlns:a16="http://schemas.microsoft.com/office/drawing/2014/main" id="{33AA141D-E6C0-1DA8-FA85-749D22C753DF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3807674" y="1029507"/>
              <a:ext cx="92014" cy="85379"/>
            </a:xfrm>
            <a:custGeom>
              <a:avLst/>
              <a:gdLst/>
              <a:ahLst/>
              <a:cxnLst/>
              <a:rect l="l" t="t" r="r" b="b"/>
              <a:pathLst>
                <a:path w="92014" h="85378">
                  <a:moveTo>
                    <a:pt x="88114" y="0"/>
                  </a:moveTo>
                  <a:cubicBezTo>
                    <a:pt x="89662" y="945"/>
                    <a:pt x="91101" y="2506"/>
                    <a:pt x="91752" y="4206"/>
                  </a:cubicBezTo>
                  <a:cubicBezTo>
                    <a:pt x="91865" y="4677"/>
                    <a:pt x="91865" y="4677"/>
                    <a:pt x="91933" y="5154"/>
                  </a:cubicBezTo>
                  <a:cubicBezTo>
                    <a:pt x="91959" y="5319"/>
                    <a:pt x="91985" y="5483"/>
                    <a:pt x="92014" y="5651"/>
                  </a:cubicBezTo>
                  <a:cubicBezTo>
                    <a:pt x="92223" y="8354"/>
                    <a:pt x="90872" y="10896"/>
                    <a:pt x="89185" y="12906"/>
                  </a:cubicBezTo>
                  <a:cubicBezTo>
                    <a:pt x="88814" y="13335"/>
                    <a:pt x="88440" y="13760"/>
                    <a:pt x="88062" y="14186"/>
                  </a:cubicBezTo>
                  <a:cubicBezTo>
                    <a:pt x="87511" y="14822"/>
                    <a:pt x="86966" y="15457"/>
                    <a:pt x="86417" y="16096"/>
                  </a:cubicBezTo>
                  <a:cubicBezTo>
                    <a:pt x="86249" y="16290"/>
                    <a:pt x="86085" y="16480"/>
                    <a:pt x="85917" y="16673"/>
                  </a:cubicBezTo>
                  <a:cubicBezTo>
                    <a:pt x="84320" y="18525"/>
                    <a:pt x="82824" y="20438"/>
                    <a:pt x="81350" y="22389"/>
                  </a:cubicBezTo>
                  <a:cubicBezTo>
                    <a:pt x="80856" y="23041"/>
                    <a:pt x="80356" y="23689"/>
                    <a:pt x="79856" y="24338"/>
                  </a:cubicBezTo>
                  <a:cubicBezTo>
                    <a:pt x="78101" y="26612"/>
                    <a:pt x="76359" y="28899"/>
                    <a:pt x="74617" y="31186"/>
                  </a:cubicBezTo>
                  <a:cubicBezTo>
                    <a:pt x="74395" y="31483"/>
                    <a:pt x="74169" y="31776"/>
                    <a:pt x="73947" y="32070"/>
                  </a:cubicBezTo>
                  <a:cubicBezTo>
                    <a:pt x="73888" y="32144"/>
                    <a:pt x="73888" y="32144"/>
                    <a:pt x="73604" y="32518"/>
                  </a:cubicBezTo>
                  <a:cubicBezTo>
                    <a:pt x="72811" y="33563"/>
                    <a:pt x="72011" y="34605"/>
                    <a:pt x="71214" y="35647"/>
                  </a:cubicBezTo>
                  <a:cubicBezTo>
                    <a:pt x="69250" y="38212"/>
                    <a:pt x="67295" y="40776"/>
                    <a:pt x="65437" y="43421"/>
                  </a:cubicBezTo>
                  <a:cubicBezTo>
                    <a:pt x="64230" y="45128"/>
                    <a:pt x="62963" y="46782"/>
                    <a:pt x="61692" y="48441"/>
                  </a:cubicBezTo>
                  <a:cubicBezTo>
                    <a:pt x="59544" y="51244"/>
                    <a:pt x="57434" y="54073"/>
                    <a:pt x="55347" y="56924"/>
                  </a:cubicBezTo>
                  <a:cubicBezTo>
                    <a:pt x="54692" y="57814"/>
                    <a:pt x="54037" y="58708"/>
                    <a:pt x="53379" y="59598"/>
                  </a:cubicBezTo>
                  <a:cubicBezTo>
                    <a:pt x="50253" y="63827"/>
                    <a:pt x="47150" y="68072"/>
                    <a:pt x="44128" y="72376"/>
                  </a:cubicBezTo>
                  <a:cubicBezTo>
                    <a:pt x="42621" y="74524"/>
                    <a:pt x="41089" y="76649"/>
                    <a:pt x="39537" y="78762"/>
                  </a:cubicBezTo>
                  <a:cubicBezTo>
                    <a:pt x="39441" y="78891"/>
                    <a:pt x="39347" y="79020"/>
                    <a:pt x="39250" y="79153"/>
                  </a:cubicBezTo>
                  <a:cubicBezTo>
                    <a:pt x="35992" y="83595"/>
                    <a:pt x="35992" y="83595"/>
                    <a:pt x="34476" y="84446"/>
                  </a:cubicBezTo>
                  <a:cubicBezTo>
                    <a:pt x="34367" y="84514"/>
                    <a:pt x="34260" y="84578"/>
                    <a:pt x="34151" y="84646"/>
                  </a:cubicBezTo>
                  <a:cubicBezTo>
                    <a:pt x="32325" y="85730"/>
                    <a:pt x="30025" y="85853"/>
                    <a:pt x="27964" y="85378"/>
                  </a:cubicBezTo>
                  <a:cubicBezTo>
                    <a:pt x="25009" y="84433"/>
                    <a:pt x="22741" y="82130"/>
                    <a:pt x="20525" y="80069"/>
                  </a:cubicBezTo>
                  <a:cubicBezTo>
                    <a:pt x="19486" y="79104"/>
                    <a:pt x="18425" y="78178"/>
                    <a:pt x="17319" y="77291"/>
                  </a:cubicBezTo>
                  <a:cubicBezTo>
                    <a:pt x="15890" y="76140"/>
                    <a:pt x="14490" y="74962"/>
                    <a:pt x="13106" y="73762"/>
                  </a:cubicBezTo>
                  <a:cubicBezTo>
                    <a:pt x="13003" y="73672"/>
                    <a:pt x="12899" y="73585"/>
                    <a:pt x="12793" y="73492"/>
                  </a:cubicBezTo>
                  <a:cubicBezTo>
                    <a:pt x="11696" y="72543"/>
                    <a:pt x="10609" y="71582"/>
                    <a:pt x="9551" y="70588"/>
                  </a:cubicBezTo>
                  <a:cubicBezTo>
                    <a:pt x="9509" y="70550"/>
                    <a:pt x="9509" y="70550"/>
                    <a:pt x="9287" y="70340"/>
                  </a:cubicBezTo>
                  <a:cubicBezTo>
                    <a:pt x="8941" y="70017"/>
                    <a:pt x="8596" y="69692"/>
                    <a:pt x="8251" y="69366"/>
                  </a:cubicBezTo>
                  <a:cubicBezTo>
                    <a:pt x="7058" y="68240"/>
                    <a:pt x="5812" y="67230"/>
                    <a:pt x="4486" y="66263"/>
                  </a:cubicBezTo>
                  <a:cubicBezTo>
                    <a:pt x="2522" y="64821"/>
                    <a:pt x="587" y="63118"/>
                    <a:pt x="0" y="60637"/>
                  </a:cubicBezTo>
                  <a:cubicBezTo>
                    <a:pt x="-244" y="58463"/>
                    <a:pt x="-248" y="56298"/>
                    <a:pt x="1067" y="54466"/>
                  </a:cubicBezTo>
                  <a:cubicBezTo>
                    <a:pt x="2187" y="53066"/>
                    <a:pt x="3629" y="51847"/>
                    <a:pt x="5464" y="51631"/>
                  </a:cubicBezTo>
                  <a:cubicBezTo>
                    <a:pt x="6167" y="51579"/>
                    <a:pt x="6858" y="51589"/>
                    <a:pt x="7561" y="51624"/>
                  </a:cubicBezTo>
                  <a:cubicBezTo>
                    <a:pt x="7632" y="51628"/>
                    <a:pt x="7632" y="51628"/>
                    <a:pt x="7980" y="51637"/>
                  </a:cubicBezTo>
                  <a:cubicBezTo>
                    <a:pt x="10464" y="51866"/>
                    <a:pt x="12622" y="54031"/>
                    <a:pt x="14458" y="55556"/>
                  </a:cubicBezTo>
                  <a:cubicBezTo>
                    <a:pt x="14683" y="55744"/>
                    <a:pt x="14909" y="55931"/>
                    <a:pt x="15135" y="56114"/>
                  </a:cubicBezTo>
                  <a:cubicBezTo>
                    <a:pt x="15583" y="56485"/>
                    <a:pt x="16031" y="56853"/>
                    <a:pt x="16477" y="57224"/>
                  </a:cubicBezTo>
                  <a:cubicBezTo>
                    <a:pt x="17019" y="57669"/>
                    <a:pt x="17560" y="58111"/>
                    <a:pt x="18106" y="58550"/>
                  </a:cubicBezTo>
                  <a:cubicBezTo>
                    <a:pt x="19664" y="59808"/>
                    <a:pt x="21173" y="61098"/>
                    <a:pt x="22651" y="62450"/>
                  </a:cubicBezTo>
                  <a:cubicBezTo>
                    <a:pt x="24057" y="63727"/>
                    <a:pt x="25528" y="64924"/>
                    <a:pt x="27009" y="66114"/>
                  </a:cubicBezTo>
                  <a:cubicBezTo>
                    <a:pt x="27292" y="66343"/>
                    <a:pt x="27576" y="66572"/>
                    <a:pt x="27860" y="66805"/>
                  </a:cubicBezTo>
                  <a:cubicBezTo>
                    <a:pt x="28002" y="66918"/>
                    <a:pt x="28144" y="67034"/>
                    <a:pt x="28289" y="67153"/>
                  </a:cubicBezTo>
                  <a:cubicBezTo>
                    <a:pt x="28418" y="67256"/>
                    <a:pt x="28544" y="67359"/>
                    <a:pt x="28676" y="67469"/>
                  </a:cubicBezTo>
                  <a:cubicBezTo>
                    <a:pt x="28999" y="67711"/>
                    <a:pt x="29309" y="67888"/>
                    <a:pt x="29676" y="68056"/>
                  </a:cubicBezTo>
                  <a:cubicBezTo>
                    <a:pt x="29754" y="67885"/>
                    <a:pt x="29831" y="67711"/>
                    <a:pt x="29912" y="67534"/>
                  </a:cubicBezTo>
                  <a:cubicBezTo>
                    <a:pt x="30408" y="66550"/>
                    <a:pt x="31067" y="65679"/>
                    <a:pt x="31715" y="64792"/>
                  </a:cubicBezTo>
                  <a:cubicBezTo>
                    <a:pt x="31854" y="64595"/>
                    <a:pt x="31996" y="64398"/>
                    <a:pt x="32137" y="64201"/>
                  </a:cubicBezTo>
                  <a:cubicBezTo>
                    <a:pt x="32444" y="63776"/>
                    <a:pt x="32751" y="63350"/>
                    <a:pt x="33060" y="62927"/>
                  </a:cubicBezTo>
                  <a:cubicBezTo>
                    <a:pt x="33563" y="62230"/>
                    <a:pt x="34067" y="61530"/>
                    <a:pt x="34570" y="60834"/>
                  </a:cubicBezTo>
                  <a:cubicBezTo>
                    <a:pt x="38173" y="55827"/>
                    <a:pt x="41831" y="50866"/>
                    <a:pt x="45541" y="45940"/>
                  </a:cubicBezTo>
                  <a:cubicBezTo>
                    <a:pt x="47128" y="43834"/>
                    <a:pt x="48698" y="41715"/>
                    <a:pt x="50263" y="39589"/>
                  </a:cubicBezTo>
                  <a:cubicBezTo>
                    <a:pt x="52153" y="37018"/>
                    <a:pt x="54060" y="34463"/>
                    <a:pt x="55976" y="31912"/>
                  </a:cubicBezTo>
                  <a:cubicBezTo>
                    <a:pt x="56701" y="30951"/>
                    <a:pt x="57421" y="29989"/>
                    <a:pt x="58144" y="29025"/>
                  </a:cubicBezTo>
                  <a:cubicBezTo>
                    <a:pt x="58547" y="28489"/>
                    <a:pt x="58950" y="27951"/>
                    <a:pt x="59353" y="27412"/>
                  </a:cubicBezTo>
                  <a:cubicBezTo>
                    <a:pt x="59514" y="27196"/>
                    <a:pt x="59676" y="26983"/>
                    <a:pt x="59837" y="26767"/>
                  </a:cubicBezTo>
                  <a:cubicBezTo>
                    <a:pt x="60805" y="25476"/>
                    <a:pt x="60805" y="25476"/>
                    <a:pt x="61047" y="25154"/>
                  </a:cubicBezTo>
                  <a:cubicBezTo>
                    <a:pt x="61208" y="24938"/>
                    <a:pt x="61369" y="24725"/>
                    <a:pt x="61531" y="24509"/>
                  </a:cubicBezTo>
                  <a:cubicBezTo>
                    <a:pt x="61934" y="23973"/>
                    <a:pt x="62337" y="23435"/>
                    <a:pt x="62740" y="22899"/>
                  </a:cubicBezTo>
                  <a:cubicBezTo>
                    <a:pt x="63553" y="21815"/>
                    <a:pt x="64363" y="20731"/>
                    <a:pt x="65172" y="19648"/>
                  </a:cubicBezTo>
                  <a:cubicBezTo>
                    <a:pt x="67982" y="15877"/>
                    <a:pt x="70840" y="12161"/>
                    <a:pt x="73895" y="8580"/>
                  </a:cubicBezTo>
                  <a:cubicBezTo>
                    <a:pt x="74795" y="7525"/>
                    <a:pt x="75685" y="6461"/>
                    <a:pt x="76553" y="5377"/>
                  </a:cubicBezTo>
                  <a:cubicBezTo>
                    <a:pt x="76605" y="5312"/>
                    <a:pt x="76605" y="5312"/>
                    <a:pt x="76869" y="4983"/>
                  </a:cubicBezTo>
                  <a:cubicBezTo>
                    <a:pt x="77346" y="4383"/>
                    <a:pt x="77804" y="3780"/>
                    <a:pt x="78240" y="3148"/>
                  </a:cubicBezTo>
                  <a:cubicBezTo>
                    <a:pt x="80450" y="-51"/>
                    <a:pt x="84372" y="-2003"/>
                    <a:pt x="88114" y="0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20" name="New shape">
              <a:extLst>
                <a:ext uri="{FF2B5EF4-FFF2-40B4-BE49-F238E27FC236}">
                  <a16:creationId xmlns:a16="http://schemas.microsoft.com/office/drawing/2014/main" id="{3395DF8E-C763-B3E7-D432-636710A945EA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3727951" y="1042674"/>
              <a:ext cx="105301" cy="24671"/>
            </a:xfrm>
            <a:custGeom>
              <a:avLst/>
              <a:gdLst/>
              <a:ahLst/>
              <a:cxnLst/>
              <a:rect l="l" t="t" r="r" b="b"/>
              <a:pathLst>
                <a:path w="105300" h="24670">
                  <a:moveTo>
                    <a:pt x="104388" y="1041"/>
                  </a:moveTo>
                  <a:cubicBezTo>
                    <a:pt x="104939" y="1600"/>
                    <a:pt x="105162" y="2067"/>
                    <a:pt x="105300" y="2838"/>
                  </a:cubicBezTo>
                  <a:cubicBezTo>
                    <a:pt x="105275" y="3922"/>
                    <a:pt x="104923" y="4651"/>
                    <a:pt x="104201" y="5432"/>
                  </a:cubicBezTo>
                  <a:cubicBezTo>
                    <a:pt x="101288" y="8164"/>
                    <a:pt x="96846" y="8887"/>
                    <a:pt x="93085" y="9654"/>
                  </a:cubicBezTo>
                  <a:cubicBezTo>
                    <a:pt x="92885" y="9693"/>
                    <a:pt x="92688" y="9735"/>
                    <a:pt x="92485" y="9777"/>
                  </a:cubicBezTo>
                  <a:cubicBezTo>
                    <a:pt x="87362" y="10825"/>
                    <a:pt x="82204" y="11667"/>
                    <a:pt x="77046" y="12519"/>
                  </a:cubicBezTo>
                  <a:cubicBezTo>
                    <a:pt x="73927" y="13032"/>
                    <a:pt x="70811" y="13554"/>
                    <a:pt x="67695" y="14080"/>
                  </a:cubicBezTo>
                  <a:cubicBezTo>
                    <a:pt x="67547" y="14103"/>
                    <a:pt x="67398" y="14128"/>
                    <a:pt x="67247" y="14154"/>
                  </a:cubicBezTo>
                  <a:cubicBezTo>
                    <a:pt x="62224" y="14999"/>
                    <a:pt x="57208" y="15874"/>
                    <a:pt x="52205" y="16825"/>
                  </a:cubicBezTo>
                  <a:cubicBezTo>
                    <a:pt x="52044" y="16857"/>
                    <a:pt x="51882" y="16886"/>
                    <a:pt x="51715" y="16919"/>
                  </a:cubicBezTo>
                  <a:cubicBezTo>
                    <a:pt x="47311" y="17757"/>
                    <a:pt x="42918" y="18638"/>
                    <a:pt x="38525" y="19518"/>
                  </a:cubicBezTo>
                  <a:cubicBezTo>
                    <a:pt x="38144" y="19596"/>
                    <a:pt x="37763" y="19673"/>
                    <a:pt x="37383" y="19748"/>
                  </a:cubicBezTo>
                  <a:cubicBezTo>
                    <a:pt x="36618" y="19902"/>
                    <a:pt x="35857" y="20054"/>
                    <a:pt x="35092" y="20209"/>
                  </a:cubicBezTo>
                  <a:cubicBezTo>
                    <a:pt x="34967" y="20235"/>
                    <a:pt x="34841" y="20260"/>
                    <a:pt x="34709" y="20286"/>
                  </a:cubicBezTo>
                  <a:cubicBezTo>
                    <a:pt x="33225" y="20583"/>
                    <a:pt x="31741" y="20883"/>
                    <a:pt x="30260" y="21186"/>
                  </a:cubicBezTo>
                  <a:cubicBezTo>
                    <a:pt x="25796" y="22096"/>
                    <a:pt x="21335" y="22996"/>
                    <a:pt x="16838" y="23715"/>
                  </a:cubicBezTo>
                  <a:cubicBezTo>
                    <a:pt x="16677" y="23741"/>
                    <a:pt x="16516" y="23767"/>
                    <a:pt x="16348" y="23793"/>
                  </a:cubicBezTo>
                  <a:cubicBezTo>
                    <a:pt x="13673" y="24218"/>
                    <a:pt x="10974" y="24606"/>
                    <a:pt x="8261" y="24635"/>
                  </a:cubicBezTo>
                  <a:cubicBezTo>
                    <a:pt x="8112" y="24635"/>
                    <a:pt x="7964" y="24638"/>
                    <a:pt x="7812" y="24638"/>
                  </a:cubicBezTo>
                  <a:cubicBezTo>
                    <a:pt x="7506" y="24641"/>
                    <a:pt x="7203" y="24644"/>
                    <a:pt x="6896" y="24644"/>
                  </a:cubicBezTo>
                  <a:cubicBezTo>
                    <a:pt x="6435" y="24647"/>
                    <a:pt x="5974" y="24657"/>
                    <a:pt x="5515" y="24670"/>
                  </a:cubicBezTo>
                  <a:cubicBezTo>
                    <a:pt x="3774" y="24689"/>
                    <a:pt x="2167" y="24631"/>
                    <a:pt x="693" y="23599"/>
                  </a:cubicBezTo>
                  <a:cubicBezTo>
                    <a:pt x="64" y="22789"/>
                    <a:pt x="64" y="22789"/>
                    <a:pt x="0" y="22170"/>
                  </a:cubicBezTo>
                  <a:cubicBezTo>
                    <a:pt x="213" y="20728"/>
                    <a:pt x="842" y="19967"/>
                    <a:pt x="1983" y="19083"/>
                  </a:cubicBezTo>
                  <a:cubicBezTo>
                    <a:pt x="2822" y="18628"/>
                    <a:pt x="3686" y="18306"/>
                    <a:pt x="4583" y="17996"/>
                  </a:cubicBezTo>
                  <a:cubicBezTo>
                    <a:pt x="4715" y="17948"/>
                    <a:pt x="4848" y="17902"/>
                    <a:pt x="4983" y="17854"/>
                  </a:cubicBezTo>
                  <a:cubicBezTo>
                    <a:pt x="13270" y="14935"/>
                    <a:pt x="21990" y="13644"/>
                    <a:pt x="30612" y="12132"/>
                  </a:cubicBezTo>
                  <a:cubicBezTo>
                    <a:pt x="35844" y="11215"/>
                    <a:pt x="41076" y="10286"/>
                    <a:pt x="46305" y="9348"/>
                  </a:cubicBezTo>
                  <a:cubicBezTo>
                    <a:pt x="46760" y="9267"/>
                    <a:pt x="47215" y="9183"/>
                    <a:pt x="47669" y="9103"/>
                  </a:cubicBezTo>
                  <a:cubicBezTo>
                    <a:pt x="54915" y="7799"/>
                    <a:pt x="62143" y="6435"/>
                    <a:pt x="69350" y="4912"/>
                  </a:cubicBezTo>
                  <a:cubicBezTo>
                    <a:pt x="69505" y="4880"/>
                    <a:pt x="69660" y="4848"/>
                    <a:pt x="69821" y="4812"/>
                  </a:cubicBezTo>
                  <a:cubicBezTo>
                    <a:pt x="73137" y="4112"/>
                    <a:pt x="76446" y="3399"/>
                    <a:pt x="79753" y="2677"/>
                  </a:cubicBezTo>
                  <a:cubicBezTo>
                    <a:pt x="89424" y="567"/>
                    <a:pt x="89424" y="567"/>
                    <a:pt x="93062" y="58"/>
                  </a:cubicBezTo>
                  <a:cubicBezTo>
                    <a:pt x="93191" y="38"/>
                    <a:pt x="93320" y="19"/>
                    <a:pt x="93452" y="0"/>
                  </a:cubicBezTo>
                  <a:cubicBezTo>
                    <a:pt x="101456" y="-1096"/>
                    <a:pt x="101456" y="-1096"/>
                    <a:pt x="104388" y="1041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21" name="New shape">
              <a:extLst>
                <a:ext uri="{FF2B5EF4-FFF2-40B4-BE49-F238E27FC236}">
                  <a16:creationId xmlns:a16="http://schemas.microsoft.com/office/drawing/2014/main" id="{987D29CA-A523-4417-A32F-7CA075498A3A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3734812" y="1087733"/>
              <a:ext cx="60605" cy="16722"/>
            </a:xfrm>
            <a:custGeom>
              <a:avLst/>
              <a:gdLst/>
              <a:ahLst/>
              <a:cxnLst/>
              <a:rect l="l" t="t" r="r" b="b"/>
              <a:pathLst>
                <a:path w="60605" h="16722">
                  <a:moveTo>
                    <a:pt x="54092" y="12"/>
                  </a:moveTo>
                  <a:cubicBezTo>
                    <a:pt x="54182" y="9"/>
                    <a:pt x="54182" y="9"/>
                    <a:pt x="54640" y="0"/>
                  </a:cubicBezTo>
                  <a:cubicBezTo>
                    <a:pt x="56757" y="-38"/>
                    <a:pt x="58627" y="-45"/>
                    <a:pt x="60282" y="1445"/>
                  </a:cubicBezTo>
                  <a:cubicBezTo>
                    <a:pt x="60624" y="2022"/>
                    <a:pt x="60702" y="2393"/>
                    <a:pt x="60605" y="3058"/>
                  </a:cubicBezTo>
                  <a:cubicBezTo>
                    <a:pt x="60147" y="4716"/>
                    <a:pt x="59140" y="5458"/>
                    <a:pt x="57702" y="6283"/>
                  </a:cubicBezTo>
                  <a:cubicBezTo>
                    <a:pt x="55040" y="7586"/>
                    <a:pt x="52153" y="8364"/>
                    <a:pt x="49273" y="9003"/>
                  </a:cubicBezTo>
                  <a:cubicBezTo>
                    <a:pt x="49121" y="9035"/>
                    <a:pt x="48970" y="9070"/>
                    <a:pt x="48812" y="9106"/>
                  </a:cubicBezTo>
                  <a:cubicBezTo>
                    <a:pt x="45563" y="9832"/>
                    <a:pt x="42295" y="10432"/>
                    <a:pt x="39018" y="11009"/>
                  </a:cubicBezTo>
                  <a:cubicBezTo>
                    <a:pt x="32622" y="12138"/>
                    <a:pt x="26267" y="13406"/>
                    <a:pt x="19925" y="14802"/>
                  </a:cubicBezTo>
                  <a:cubicBezTo>
                    <a:pt x="11161" y="16731"/>
                    <a:pt x="11161" y="16731"/>
                    <a:pt x="7141" y="16706"/>
                  </a:cubicBezTo>
                  <a:cubicBezTo>
                    <a:pt x="6767" y="16706"/>
                    <a:pt x="6393" y="16712"/>
                    <a:pt x="6016" y="16722"/>
                  </a:cubicBezTo>
                  <a:cubicBezTo>
                    <a:pt x="4741" y="16731"/>
                    <a:pt x="3619" y="16615"/>
                    <a:pt x="2416" y="16177"/>
                  </a:cubicBezTo>
                  <a:cubicBezTo>
                    <a:pt x="2364" y="16157"/>
                    <a:pt x="2364" y="16157"/>
                    <a:pt x="2103" y="16061"/>
                  </a:cubicBezTo>
                  <a:cubicBezTo>
                    <a:pt x="1116" y="15657"/>
                    <a:pt x="474" y="15048"/>
                    <a:pt x="0" y="14106"/>
                  </a:cubicBezTo>
                  <a:cubicBezTo>
                    <a:pt x="-161" y="13135"/>
                    <a:pt x="203" y="12219"/>
                    <a:pt x="713" y="11406"/>
                  </a:cubicBezTo>
                  <a:cubicBezTo>
                    <a:pt x="3964" y="7090"/>
                    <a:pt x="12896" y="6783"/>
                    <a:pt x="17703" y="5961"/>
                  </a:cubicBezTo>
                  <a:cubicBezTo>
                    <a:pt x="17941" y="5919"/>
                    <a:pt x="18177" y="5877"/>
                    <a:pt x="18415" y="5838"/>
                  </a:cubicBezTo>
                  <a:cubicBezTo>
                    <a:pt x="18786" y="5774"/>
                    <a:pt x="19161" y="5709"/>
                    <a:pt x="19532" y="5645"/>
                  </a:cubicBezTo>
                  <a:cubicBezTo>
                    <a:pt x="20854" y="5419"/>
                    <a:pt x="22180" y="5190"/>
                    <a:pt x="23502" y="4961"/>
                  </a:cubicBezTo>
                  <a:cubicBezTo>
                    <a:pt x="23912" y="4890"/>
                    <a:pt x="24322" y="4822"/>
                    <a:pt x="24735" y="4751"/>
                  </a:cubicBezTo>
                  <a:cubicBezTo>
                    <a:pt x="28802" y="4048"/>
                    <a:pt x="32851" y="3261"/>
                    <a:pt x="36893" y="2416"/>
                  </a:cubicBezTo>
                  <a:cubicBezTo>
                    <a:pt x="42647" y="1212"/>
                    <a:pt x="48192" y="93"/>
                    <a:pt x="54092" y="12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240DBC9-8245-379D-CA52-983D13C6B6B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547863" y="851573"/>
            <a:ext cx="2221975" cy="18196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400" b="1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Expense Processing Issues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62E473-42F9-81EE-960E-466C2F754FE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252358" y="1362055"/>
            <a:ext cx="2284403" cy="122329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17%</a:t>
            </a:r>
            <a:r>
              <a:rPr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of expense claims rejected</a:t>
            </a: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Personal expenses &amp; duplicate claims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endParaRPr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Out-of-policy bookings &amp; Exceeded spending limits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endParaRPr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>
              <a:spcBef>
                <a:spcPct val="21875"/>
              </a:spcBef>
              <a:spcAft>
                <a:spcPct val="21875"/>
              </a:spcAft>
            </a:pPr>
            <a:br>
              <a:rPr sz="1000" dirty="0"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endParaRPr sz="1000" i="1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F7F4E9E-DB91-EEFE-B5AE-F6709E14E06E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6080505" y="961427"/>
            <a:ext cx="234451" cy="171257"/>
            <a:chOff x="7446890" y="963584"/>
            <a:chExt cx="234451" cy="171257"/>
          </a:xfr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grpSpPr>
        <p:sp>
          <p:nvSpPr>
            <p:cNvPr id="26" name="New shape">
              <a:extLst>
                <a:ext uri="{FF2B5EF4-FFF2-40B4-BE49-F238E27FC236}">
                  <a16:creationId xmlns:a16="http://schemas.microsoft.com/office/drawing/2014/main" id="{4C07A361-6A4F-4566-8B95-6A0163A23904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453568" y="963584"/>
              <a:ext cx="221536" cy="171257"/>
            </a:xfrm>
            <a:custGeom>
              <a:avLst/>
              <a:gdLst/>
              <a:ahLst/>
              <a:cxnLst/>
              <a:rect l="l" t="t" r="r" b="b"/>
              <a:pathLst>
                <a:path w="221536" h="171256">
                  <a:moveTo>
                    <a:pt x="130530" y="260"/>
                  </a:moveTo>
                  <a:cubicBezTo>
                    <a:pt x="130894" y="283"/>
                    <a:pt x="131255" y="306"/>
                    <a:pt x="131618" y="329"/>
                  </a:cubicBezTo>
                  <a:cubicBezTo>
                    <a:pt x="135068" y="551"/>
                    <a:pt x="138514" y="814"/>
                    <a:pt x="141958" y="1118"/>
                  </a:cubicBezTo>
                  <a:cubicBezTo>
                    <a:pt x="142077" y="1129"/>
                    <a:pt x="142196" y="1139"/>
                    <a:pt x="142317" y="1152"/>
                  </a:cubicBezTo>
                  <a:cubicBezTo>
                    <a:pt x="148675" y="1717"/>
                    <a:pt x="155012" y="2433"/>
                    <a:pt x="161340" y="3276"/>
                  </a:cubicBezTo>
                  <a:cubicBezTo>
                    <a:pt x="161720" y="3327"/>
                    <a:pt x="162100" y="3377"/>
                    <a:pt x="162480" y="3427"/>
                  </a:cubicBezTo>
                  <a:cubicBezTo>
                    <a:pt x="171534" y="4619"/>
                    <a:pt x="171534" y="4619"/>
                    <a:pt x="173788" y="5867"/>
                  </a:cubicBezTo>
                  <a:cubicBezTo>
                    <a:pt x="173926" y="5940"/>
                    <a:pt x="174064" y="6013"/>
                    <a:pt x="174201" y="6084"/>
                  </a:cubicBezTo>
                  <a:cubicBezTo>
                    <a:pt x="175396" y="6727"/>
                    <a:pt x="176443" y="7507"/>
                    <a:pt x="177441" y="8424"/>
                  </a:cubicBezTo>
                  <a:cubicBezTo>
                    <a:pt x="177514" y="8488"/>
                    <a:pt x="177587" y="8551"/>
                    <a:pt x="177662" y="8616"/>
                  </a:cubicBezTo>
                  <a:cubicBezTo>
                    <a:pt x="180737" y="11289"/>
                    <a:pt x="182864" y="15098"/>
                    <a:pt x="184746" y="18651"/>
                  </a:cubicBezTo>
                  <a:cubicBezTo>
                    <a:pt x="184798" y="18749"/>
                    <a:pt x="184850" y="18847"/>
                    <a:pt x="184905" y="18949"/>
                  </a:cubicBezTo>
                  <a:cubicBezTo>
                    <a:pt x="187764" y="24330"/>
                    <a:pt x="190079" y="29980"/>
                    <a:pt x="192365" y="35624"/>
                  </a:cubicBezTo>
                  <a:cubicBezTo>
                    <a:pt x="192396" y="35701"/>
                    <a:pt x="192430" y="35779"/>
                    <a:pt x="192461" y="35860"/>
                  </a:cubicBezTo>
                  <a:cubicBezTo>
                    <a:pt x="193187" y="37649"/>
                    <a:pt x="193901" y="39444"/>
                    <a:pt x="194604" y="41243"/>
                  </a:cubicBezTo>
                  <a:cubicBezTo>
                    <a:pt x="194867" y="41919"/>
                    <a:pt x="195134" y="42596"/>
                    <a:pt x="195399" y="43270"/>
                  </a:cubicBezTo>
                  <a:cubicBezTo>
                    <a:pt x="195619" y="43825"/>
                    <a:pt x="195833" y="44382"/>
                    <a:pt x="196049" y="44939"/>
                  </a:cubicBezTo>
                  <a:cubicBezTo>
                    <a:pt x="196180" y="45284"/>
                    <a:pt x="196315" y="45628"/>
                    <a:pt x="196453" y="45973"/>
                  </a:cubicBezTo>
                  <a:cubicBezTo>
                    <a:pt x="196514" y="46131"/>
                    <a:pt x="196577" y="46292"/>
                    <a:pt x="196637" y="46451"/>
                  </a:cubicBezTo>
                  <a:cubicBezTo>
                    <a:pt x="197149" y="47801"/>
                    <a:pt x="197894" y="48684"/>
                    <a:pt x="199096" y="49494"/>
                  </a:cubicBezTo>
                  <a:cubicBezTo>
                    <a:pt x="199167" y="49542"/>
                    <a:pt x="199235" y="49590"/>
                    <a:pt x="199309" y="49640"/>
                  </a:cubicBezTo>
                  <a:cubicBezTo>
                    <a:pt x="199457" y="49742"/>
                    <a:pt x="199605" y="49844"/>
                    <a:pt x="199753" y="49947"/>
                  </a:cubicBezTo>
                  <a:cubicBezTo>
                    <a:pt x="200150" y="50218"/>
                    <a:pt x="200545" y="50494"/>
                    <a:pt x="200937" y="50769"/>
                  </a:cubicBezTo>
                  <a:cubicBezTo>
                    <a:pt x="201016" y="50823"/>
                    <a:pt x="201096" y="50880"/>
                    <a:pt x="201177" y="50936"/>
                  </a:cubicBezTo>
                  <a:cubicBezTo>
                    <a:pt x="203028" y="52237"/>
                    <a:pt x="204771" y="53641"/>
                    <a:pt x="206434" y="55177"/>
                  </a:cubicBezTo>
                  <a:cubicBezTo>
                    <a:pt x="206708" y="55428"/>
                    <a:pt x="206990" y="55670"/>
                    <a:pt x="207274" y="55910"/>
                  </a:cubicBezTo>
                  <a:cubicBezTo>
                    <a:pt x="209192" y="57544"/>
                    <a:pt x="210935" y="59364"/>
                    <a:pt x="212483" y="61351"/>
                  </a:cubicBezTo>
                  <a:cubicBezTo>
                    <a:pt x="212724" y="61658"/>
                    <a:pt x="212969" y="61961"/>
                    <a:pt x="213214" y="62263"/>
                  </a:cubicBezTo>
                  <a:cubicBezTo>
                    <a:pt x="219075" y="69556"/>
                    <a:pt x="221072" y="77843"/>
                    <a:pt x="221388" y="87035"/>
                  </a:cubicBezTo>
                  <a:cubicBezTo>
                    <a:pt x="221391" y="87164"/>
                    <a:pt x="221396" y="87293"/>
                    <a:pt x="221400" y="87427"/>
                  </a:cubicBezTo>
                  <a:cubicBezTo>
                    <a:pt x="221544" y="91756"/>
                    <a:pt x="221517" y="96091"/>
                    <a:pt x="221517" y="100424"/>
                  </a:cubicBezTo>
                  <a:cubicBezTo>
                    <a:pt x="221517" y="101171"/>
                    <a:pt x="221517" y="101917"/>
                    <a:pt x="221519" y="102664"/>
                  </a:cubicBezTo>
                  <a:cubicBezTo>
                    <a:pt x="221519" y="105146"/>
                    <a:pt x="221521" y="107627"/>
                    <a:pt x="221521" y="110109"/>
                  </a:cubicBezTo>
                  <a:cubicBezTo>
                    <a:pt x="221521" y="110242"/>
                    <a:pt x="221521" y="110374"/>
                    <a:pt x="221521" y="110512"/>
                  </a:cubicBezTo>
                  <a:cubicBezTo>
                    <a:pt x="221521" y="110576"/>
                    <a:pt x="221521" y="110576"/>
                    <a:pt x="221521" y="110913"/>
                  </a:cubicBezTo>
                  <a:cubicBezTo>
                    <a:pt x="221521" y="113069"/>
                    <a:pt x="221523" y="115223"/>
                    <a:pt x="221526" y="117377"/>
                  </a:cubicBezTo>
                  <a:cubicBezTo>
                    <a:pt x="221529" y="119608"/>
                    <a:pt x="221529" y="121837"/>
                    <a:pt x="221529" y="124068"/>
                  </a:cubicBezTo>
                  <a:cubicBezTo>
                    <a:pt x="221529" y="125314"/>
                    <a:pt x="221529" y="126558"/>
                    <a:pt x="221533" y="127804"/>
                  </a:cubicBezTo>
                  <a:cubicBezTo>
                    <a:pt x="221533" y="128863"/>
                    <a:pt x="221536" y="129919"/>
                    <a:pt x="221533" y="130977"/>
                  </a:cubicBezTo>
                  <a:cubicBezTo>
                    <a:pt x="221533" y="131515"/>
                    <a:pt x="221533" y="132052"/>
                    <a:pt x="221536" y="132588"/>
                  </a:cubicBezTo>
                  <a:cubicBezTo>
                    <a:pt x="221542" y="134726"/>
                    <a:pt x="221494" y="136840"/>
                    <a:pt x="221291" y="138967"/>
                  </a:cubicBezTo>
                  <a:cubicBezTo>
                    <a:pt x="221288" y="139013"/>
                    <a:pt x="221288" y="139013"/>
                    <a:pt x="221267" y="139242"/>
                  </a:cubicBezTo>
                  <a:cubicBezTo>
                    <a:pt x="220893" y="143150"/>
                    <a:pt x="218995" y="145673"/>
                    <a:pt x="216629" y="148675"/>
                  </a:cubicBezTo>
                  <a:cubicBezTo>
                    <a:pt x="216566" y="148754"/>
                    <a:pt x="216506" y="148833"/>
                    <a:pt x="216441" y="148915"/>
                  </a:cubicBezTo>
                  <a:cubicBezTo>
                    <a:pt x="216324" y="149063"/>
                    <a:pt x="216205" y="149211"/>
                    <a:pt x="216088" y="149359"/>
                  </a:cubicBezTo>
                  <a:cubicBezTo>
                    <a:pt x="216061" y="149393"/>
                    <a:pt x="216061" y="149393"/>
                    <a:pt x="215927" y="149562"/>
                  </a:cubicBezTo>
                  <a:cubicBezTo>
                    <a:pt x="215904" y="149591"/>
                    <a:pt x="215904" y="149591"/>
                    <a:pt x="215787" y="149737"/>
                  </a:cubicBezTo>
                  <a:cubicBezTo>
                    <a:pt x="215738" y="149804"/>
                    <a:pt x="215689" y="149870"/>
                    <a:pt x="215638" y="149937"/>
                  </a:cubicBezTo>
                  <a:cubicBezTo>
                    <a:pt x="215564" y="150027"/>
                    <a:pt x="215491" y="150117"/>
                    <a:pt x="215413" y="150207"/>
                  </a:cubicBezTo>
                  <a:cubicBezTo>
                    <a:pt x="215148" y="150693"/>
                    <a:pt x="215159" y="151094"/>
                    <a:pt x="215162" y="151638"/>
                  </a:cubicBezTo>
                  <a:cubicBezTo>
                    <a:pt x="215159" y="151693"/>
                    <a:pt x="215159" y="151693"/>
                    <a:pt x="215157" y="151964"/>
                  </a:cubicBezTo>
                  <a:cubicBezTo>
                    <a:pt x="215153" y="152196"/>
                    <a:pt x="215151" y="152427"/>
                    <a:pt x="215151" y="152661"/>
                  </a:cubicBezTo>
                  <a:cubicBezTo>
                    <a:pt x="215148" y="153033"/>
                    <a:pt x="215145" y="153402"/>
                    <a:pt x="215141" y="153774"/>
                  </a:cubicBezTo>
                  <a:cubicBezTo>
                    <a:pt x="215130" y="154565"/>
                    <a:pt x="215121" y="155356"/>
                    <a:pt x="215115" y="156147"/>
                  </a:cubicBezTo>
                  <a:cubicBezTo>
                    <a:pt x="215030" y="166587"/>
                    <a:pt x="215030" y="166587"/>
                    <a:pt x="212507" y="169140"/>
                  </a:cubicBezTo>
                  <a:cubicBezTo>
                    <a:pt x="210857" y="170699"/>
                    <a:pt x="208919" y="171263"/>
                    <a:pt x="206677" y="171254"/>
                  </a:cubicBezTo>
                  <a:cubicBezTo>
                    <a:pt x="206560" y="171254"/>
                    <a:pt x="206441" y="171256"/>
                    <a:pt x="206319" y="171256"/>
                  </a:cubicBezTo>
                  <a:cubicBezTo>
                    <a:pt x="205932" y="171256"/>
                    <a:pt x="205544" y="171256"/>
                    <a:pt x="205155" y="171256"/>
                  </a:cubicBezTo>
                  <a:cubicBezTo>
                    <a:pt x="204948" y="171256"/>
                    <a:pt x="204742" y="171256"/>
                    <a:pt x="204535" y="171256"/>
                  </a:cubicBezTo>
                  <a:cubicBezTo>
                    <a:pt x="203724" y="171256"/>
                    <a:pt x="202911" y="171256"/>
                    <a:pt x="202101" y="171254"/>
                  </a:cubicBezTo>
                  <a:cubicBezTo>
                    <a:pt x="201717" y="171254"/>
                    <a:pt x="201334" y="171254"/>
                    <a:pt x="200949" y="171252"/>
                  </a:cubicBezTo>
                  <a:cubicBezTo>
                    <a:pt x="197059" y="171250"/>
                    <a:pt x="193168" y="171233"/>
                    <a:pt x="189278" y="171156"/>
                  </a:cubicBezTo>
                  <a:cubicBezTo>
                    <a:pt x="188990" y="171150"/>
                    <a:pt x="188703" y="171144"/>
                    <a:pt x="188416" y="171139"/>
                  </a:cubicBezTo>
                  <a:cubicBezTo>
                    <a:pt x="181225" y="171016"/>
                    <a:pt x="181225" y="171016"/>
                    <a:pt x="178846" y="168706"/>
                  </a:cubicBezTo>
                  <a:cubicBezTo>
                    <a:pt x="176789" y="166539"/>
                    <a:pt x="176967" y="162920"/>
                    <a:pt x="177024" y="160165"/>
                  </a:cubicBezTo>
                  <a:cubicBezTo>
                    <a:pt x="177055" y="159234"/>
                    <a:pt x="177114" y="158303"/>
                    <a:pt x="177180" y="157374"/>
                  </a:cubicBezTo>
                  <a:cubicBezTo>
                    <a:pt x="177190" y="157251"/>
                    <a:pt x="177199" y="157130"/>
                    <a:pt x="177207" y="157005"/>
                  </a:cubicBezTo>
                  <a:cubicBezTo>
                    <a:pt x="177564" y="152200"/>
                    <a:pt x="177564" y="152200"/>
                    <a:pt x="178564" y="150996"/>
                  </a:cubicBezTo>
                  <a:cubicBezTo>
                    <a:pt x="178902" y="150772"/>
                    <a:pt x="178902" y="150772"/>
                    <a:pt x="179106" y="150770"/>
                  </a:cubicBezTo>
                  <a:cubicBezTo>
                    <a:pt x="179336" y="150820"/>
                    <a:pt x="179528" y="150875"/>
                    <a:pt x="179737" y="150981"/>
                  </a:cubicBezTo>
                  <a:cubicBezTo>
                    <a:pt x="179913" y="151252"/>
                    <a:pt x="179998" y="151430"/>
                    <a:pt x="180089" y="151728"/>
                  </a:cubicBezTo>
                  <a:cubicBezTo>
                    <a:pt x="180102" y="151766"/>
                    <a:pt x="180102" y="151766"/>
                    <a:pt x="180164" y="151956"/>
                  </a:cubicBezTo>
                  <a:cubicBezTo>
                    <a:pt x="180407" y="152713"/>
                    <a:pt x="180513" y="153479"/>
                    <a:pt x="180586" y="154268"/>
                  </a:cubicBezTo>
                  <a:cubicBezTo>
                    <a:pt x="180601" y="154427"/>
                    <a:pt x="180618" y="154584"/>
                    <a:pt x="180634" y="154740"/>
                  </a:cubicBezTo>
                  <a:cubicBezTo>
                    <a:pt x="180739" y="155779"/>
                    <a:pt x="180812" y="156821"/>
                    <a:pt x="180877" y="157865"/>
                  </a:cubicBezTo>
                  <a:cubicBezTo>
                    <a:pt x="180885" y="157992"/>
                    <a:pt x="180893" y="158119"/>
                    <a:pt x="180904" y="158249"/>
                  </a:cubicBezTo>
                  <a:cubicBezTo>
                    <a:pt x="180944" y="158881"/>
                    <a:pt x="180983" y="159514"/>
                    <a:pt x="181016" y="160144"/>
                  </a:cubicBezTo>
                  <a:cubicBezTo>
                    <a:pt x="181088" y="161336"/>
                    <a:pt x="181212" y="162482"/>
                    <a:pt x="181496" y="163642"/>
                  </a:cubicBezTo>
                  <a:cubicBezTo>
                    <a:pt x="181522" y="163744"/>
                    <a:pt x="181547" y="163849"/>
                    <a:pt x="181574" y="163955"/>
                  </a:cubicBezTo>
                  <a:cubicBezTo>
                    <a:pt x="181764" y="164665"/>
                    <a:pt x="181971" y="165164"/>
                    <a:pt x="182561" y="165631"/>
                  </a:cubicBezTo>
                  <a:cubicBezTo>
                    <a:pt x="184015" y="166433"/>
                    <a:pt x="185825" y="166312"/>
                    <a:pt x="187437" y="166343"/>
                  </a:cubicBezTo>
                  <a:cubicBezTo>
                    <a:pt x="187673" y="166349"/>
                    <a:pt x="187907" y="166356"/>
                    <a:pt x="188142" y="166360"/>
                  </a:cubicBezTo>
                  <a:cubicBezTo>
                    <a:pt x="191337" y="166439"/>
                    <a:pt x="194535" y="166449"/>
                    <a:pt x="197733" y="166454"/>
                  </a:cubicBezTo>
                  <a:cubicBezTo>
                    <a:pt x="198113" y="166454"/>
                    <a:pt x="198495" y="166454"/>
                    <a:pt x="198875" y="166456"/>
                  </a:cubicBezTo>
                  <a:cubicBezTo>
                    <a:pt x="203465" y="166464"/>
                    <a:pt x="203465" y="166464"/>
                    <a:pt x="205731" y="166370"/>
                  </a:cubicBezTo>
                  <a:cubicBezTo>
                    <a:pt x="205896" y="166364"/>
                    <a:pt x="206059" y="166357"/>
                    <a:pt x="206224" y="166353"/>
                  </a:cubicBezTo>
                  <a:cubicBezTo>
                    <a:pt x="207343" y="166320"/>
                    <a:pt x="208505" y="166159"/>
                    <a:pt x="209388" y="165402"/>
                  </a:cubicBezTo>
                  <a:cubicBezTo>
                    <a:pt x="210691" y="163947"/>
                    <a:pt x="210449" y="161114"/>
                    <a:pt x="210449" y="159311"/>
                  </a:cubicBezTo>
                  <a:cubicBezTo>
                    <a:pt x="210450" y="158658"/>
                    <a:pt x="210456" y="158004"/>
                    <a:pt x="210461" y="157353"/>
                  </a:cubicBezTo>
                  <a:cubicBezTo>
                    <a:pt x="210467" y="156527"/>
                    <a:pt x="210473" y="155702"/>
                    <a:pt x="210471" y="154878"/>
                  </a:cubicBezTo>
                  <a:cubicBezTo>
                    <a:pt x="210471" y="154206"/>
                    <a:pt x="210477" y="153534"/>
                    <a:pt x="210486" y="152862"/>
                  </a:cubicBezTo>
                  <a:cubicBezTo>
                    <a:pt x="210488" y="152609"/>
                    <a:pt x="210488" y="152356"/>
                    <a:pt x="210486" y="152102"/>
                  </a:cubicBezTo>
                  <a:cubicBezTo>
                    <a:pt x="210471" y="149633"/>
                    <a:pt x="211246" y="148013"/>
                    <a:pt x="212838" y="146166"/>
                  </a:cubicBezTo>
                  <a:cubicBezTo>
                    <a:pt x="213143" y="145811"/>
                    <a:pt x="213442" y="145450"/>
                    <a:pt x="213738" y="145089"/>
                  </a:cubicBezTo>
                  <a:cubicBezTo>
                    <a:pt x="213767" y="145053"/>
                    <a:pt x="213767" y="145053"/>
                    <a:pt x="213913" y="144878"/>
                  </a:cubicBezTo>
                  <a:cubicBezTo>
                    <a:pt x="214842" y="143755"/>
                    <a:pt x="215593" y="142655"/>
                    <a:pt x="216121" y="141290"/>
                  </a:cubicBezTo>
                  <a:cubicBezTo>
                    <a:pt x="216155" y="141204"/>
                    <a:pt x="216188" y="141119"/>
                    <a:pt x="216221" y="141031"/>
                  </a:cubicBezTo>
                  <a:cubicBezTo>
                    <a:pt x="216793" y="139393"/>
                    <a:pt x="216712" y="137523"/>
                    <a:pt x="216710" y="135809"/>
                  </a:cubicBezTo>
                  <a:cubicBezTo>
                    <a:pt x="216710" y="135592"/>
                    <a:pt x="216710" y="135373"/>
                    <a:pt x="216710" y="135156"/>
                  </a:cubicBezTo>
                  <a:cubicBezTo>
                    <a:pt x="216712" y="134565"/>
                    <a:pt x="216712" y="133974"/>
                    <a:pt x="216712" y="133384"/>
                  </a:cubicBezTo>
                  <a:cubicBezTo>
                    <a:pt x="216712" y="132745"/>
                    <a:pt x="216712" y="132104"/>
                    <a:pt x="216714" y="131465"/>
                  </a:cubicBezTo>
                  <a:cubicBezTo>
                    <a:pt x="216717" y="130213"/>
                    <a:pt x="216717" y="128961"/>
                    <a:pt x="216717" y="127710"/>
                  </a:cubicBezTo>
                  <a:cubicBezTo>
                    <a:pt x="216717" y="126690"/>
                    <a:pt x="216717" y="125671"/>
                    <a:pt x="216718" y="124653"/>
                  </a:cubicBezTo>
                  <a:cubicBezTo>
                    <a:pt x="216718" y="124358"/>
                    <a:pt x="216718" y="124062"/>
                    <a:pt x="216718" y="123768"/>
                  </a:cubicBezTo>
                  <a:cubicBezTo>
                    <a:pt x="216718" y="123732"/>
                    <a:pt x="216718" y="123732"/>
                    <a:pt x="216718" y="123547"/>
                  </a:cubicBezTo>
                  <a:cubicBezTo>
                    <a:pt x="216720" y="121489"/>
                    <a:pt x="216720" y="119428"/>
                    <a:pt x="216720" y="117370"/>
                  </a:cubicBezTo>
                  <a:cubicBezTo>
                    <a:pt x="216720" y="117293"/>
                    <a:pt x="216720" y="117216"/>
                    <a:pt x="216720" y="117135"/>
                  </a:cubicBezTo>
                  <a:cubicBezTo>
                    <a:pt x="216720" y="116742"/>
                    <a:pt x="216720" y="116350"/>
                    <a:pt x="216720" y="115957"/>
                  </a:cubicBezTo>
                  <a:cubicBezTo>
                    <a:pt x="216720" y="115880"/>
                    <a:pt x="216720" y="115801"/>
                    <a:pt x="216720" y="115721"/>
                  </a:cubicBezTo>
                  <a:cubicBezTo>
                    <a:pt x="216720" y="115563"/>
                    <a:pt x="216720" y="115406"/>
                    <a:pt x="216720" y="115248"/>
                  </a:cubicBezTo>
                  <a:cubicBezTo>
                    <a:pt x="216720" y="112801"/>
                    <a:pt x="216723" y="110355"/>
                    <a:pt x="216724" y="107907"/>
                  </a:cubicBezTo>
                  <a:cubicBezTo>
                    <a:pt x="216727" y="105150"/>
                    <a:pt x="216729" y="102392"/>
                    <a:pt x="216729" y="99635"/>
                  </a:cubicBezTo>
                  <a:cubicBezTo>
                    <a:pt x="216729" y="99341"/>
                    <a:pt x="216729" y="99045"/>
                    <a:pt x="216729" y="98750"/>
                  </a:cubicBezTo>
                  <a:cubicBezTo>
                    <a:pt x="216729" y="98677"/>
                    <a:pt x="216729" y="98604"/>
                    <a:pt x="216729" y="98529"/>
                  </a:cubicBezTo>
                  <a:cubicBezTo>
                    <a:pt x="216729" y="97371"/>
                    <a:pt x="216730" y="96210"/>
                    <a:pt x="216733" y="95052"/>
                  </a:cubicBezTo>
                  <a:cubicBezTo>
                    <a:pt x="216735" y="93881"/>
                    <a:pt x="216735" y="92712"/>
                    <a:pt x="216733" y="91541"/>
                  </a:cubicBezTo>
                  <a:cubicBezTo>
                    <a:pt x="216733" y="90909"/>
                    <a:pt x="216733" y="90278"/>
                    <a:pt x="216735" y="89646"/>
                  </a:cubicBezTo>
                  <a:cubicBezTo>
                    <a:pt x="216745" y="85814"/>
                    <a:pt x="216739" y="81858"/>
                    <a:pt x="215820" y="78112"/>
                  </a:cubicBezTo>
                  <a:cubicBezTo>
                    <a:pt x="215810" y="78066"/>
                    <a:pt x="215810" y="78066"/>
                    <a:pt x="215754" y="77834"/>
                  </a:cubicBezTo>
                  <a:cubicBezTo>
                    <a:pt x="214147" y="71069"/>
                    <a:pt x="210121" y="65574"/>
                    <a:pt x="205409" y="60604"/>
                  </a:cubicBezTo>
                  <a:cubicBezTo>
                    <a:pt x="205322" y="60512"/>
                    <a:pt x="205232" y="60418"/>
                    <a:pt x="205143" y="60322"/>
                  </a:cubicBezTo>
                  <a:cubicBezTo>
                    <a:pt x="203949" y="59072"/>
                    <a:pt x="202688" y="57943"/>
                    <a:pt x="201329" y="56876"/>
                  </a:cubicBezTo>
                  <a:cubicBezTo>
                    <a:pt x="201024" y="56636"/>
                    <a:pt x="200722" y="56394"/>
                    <a:pt x="200419" y="56154"/>
                  </a:cubicBezTo>
                  <a:cubicBezTo>
                    <a:pt x="199403" y="55351"/>
                    <a:pt x="198376" y="54585"/>
                    <a:pt x="197297" y="53869"/>
                  </a:cubicBezTo>
                  <a:cubicBezTo>
                    <a:pt x="197209" y="53808"/>
                    <a:pt x="197119" y="53750"/>
                    <a:pt x="197029" y="53689"/>
                  </a:cubicBezTo>
                  <a:cubicBezTo>
                    <a:pt x="196593" y="53397"/>
                    <a:pt x="196155" y="53109"/>
                    <a:pt x="195712" y="52825"/>
                  </a:cubicBezTo>
                  <a:cubicBezTo>
                    <a:pt x="193802" y="51579"/>
                    <a:pt x="193141" y="50128"/>
                    <a:pt x="192310" y="48039"/>
                  </a:cubicBezTo>
                  <a:cubicBezTo>
                    <a:pt x="192070" y="47432"/>
                    <a:pt x="191822" y="46829"/>
                    <a:pt x="191575" y="46223"/>
                  </a:cubicBezTo>
                  <a:cubicBezTo>
                    <a:pt x="191490" y="46012"/>
                    <a:pt x="191404" y="45801"/>
                    <a:pt x="191319" y="45591"/>
                  </a:cubicBezTo>
                  <a:cubicBezTo>
                    <a:pt x="190718" y="44113"/>
                    <a:pt x="190092" y="42646"/>
                    <a:pt x="189457" y="41180"/>
                  </a:cubicBezTo>
                  <a:cubicBezTo>
                    <a:pt x="189427" y="41116"/>
                    <a:pt x="189400" y="41051"/>
                    <a:pt x="189372" y="40984"/>
                  </a:cubicBezTo>
                  <a:cubicBezTo>
                    <a:pt x="188255" y="38408"/>
                    <a:pt x="187082" y="35860"/>
                    <a:pt x="185888" y="33318"/>
                  </a:cubicBezTo>
                  <a:cubicBezTo>
                    <a:pt x="185487" y="32462"/>
                    <a:pt x="185088" y="31604"/>
                    <a:pt x="184692" y="30746"/>
                  </a:cubicBezTo>
                  <a:cubicBezTo>
                    <a:pt x="183377" y="27904"/>
                    <a:pt x="182037" y="25071"/>
                    <a:pt x="180674" y="22249"/>
                  </a:cubicBezTo>
                  <a:cubicBezTo>
                    <a:pt x="180505" y="21903"/>
                    <a:pt x="180338" y="21554"/>
                    <a:pt x="180171" y="21206"/>
                  </a:cubicBezTo>
                  <a:cubicBezTo>
                    <a:pt x="179303" y="19396"/>
                    <a:pt x="178401" y="17618"/>
                    <a:pt x="177385" y="15885"/>
                  </a:cubicBezTo>
                  <a:cubicBezTo>
                    <a:pt x="177362" y="15850"/>
                    <a:pt x="177362" y="15850"/>
                    <a:pt x="177255" y="15666"/>
                  </a:cubicBezTo>
                  <a:cubicBezTo>
                    <a:pt x="176443" y="14289"/>
                    <a:pt x="175525" y="13009"/>
                    <a:pt x="174519" y="11763"/>
                  </a:cubicBezTo>
                  <a:cubicBezTo>
                    <a:pt x="174439" y="11661"/>
                    <a:pt x="174360" y="11556"/>
                    <a:pt x="174279" y="11450"/>
                  </a:cubicBezTo>
                  <a:cubicBezTo>
                    <a:pt x="173665" y="10678"/>
                    <a:pt x="173014" y="10100"/>
                    <a:pt x="172198" y="9546"/>
                  </a:cubicBezTo>
                  <a:cubicBezTo>
                    <a:pt x="172169" y="9526"/>
                    <a:pt x="172169" y="9526"/>
                    <a:pt x="172018" y="9423"/>
                  </a:cubicBezTo>
                  <a:cubicBezTo>
                    <a:pt x="170319" y="8282"/>
                    <a:pt x="168664" y="7799"/>
                    <a:pt x="166656" y="7488"/>
                  </a:cubicBezTo>
                  <a:cubicBezTo>
                    <a:pt x="166571" y="7476"/>
                    <a:pt x="166483" y="7461"/>
                    <a:pt x="166396" y="7449"/>
                  </a:cubicBezTo>
                  <a:cubicBezTo>
                    <a:pt x="164534" y="7159"/>
                    <a:pt x="162669" y="6958"/>
                    <a:pt x="160795" y="6791"/>
                  </a:cubicBezTo>
                  <a:cubicBezTo>
                    <a:pt x="160514" y="6766"/>
                    <a:pt x="160232" y="6741"/>
                    <a:pt x="159952" y="6716"/>
                  </a:cubicBezTo>
                  <a:cubicBezTo>
                    <a:pt x="154517" y="6224"/>
                    <a:pt x="149076" y="5831"/>
                    <a:pt x="143630" y="5514"/>
                  </a:cubicBezTo>
                  <a:cubicBezTo>
                    <a:pt x="143421" y="5501"/>
                    <a:pt x="143210" y="5489"/>
                    <a:pt x="143002" y="5478"/>
                  </a:cubicBezTo>
                  <a:cubicBezTo>
                    <a:pt x="133820" y="4940"/>
                    <a:pt x="124638" y="4783"/>
                    <a:pt x="91030" y="5501"/>
                  </a:cubicBezTo>
                  <a:cubicBezTo>
                    <a:pt x="90875" y="5512"/>
                    <a:pt x="90723" y="5520"/>
                    <a:pt x="90568" y="5529"/>
                  </a:cubicBezTo>
                  <a:cubicBezTo>
                    <a:pt x="83186" y="5967"/>
                    <a:pt x="75814" y="6537"/>
                    <a:pt x="68450" y="7198"/>
                  </a:cubicBezTo>
                  <a:cubicBezTo>
                    <a:pt x="68378" y="7205"/>
                    <a:pt x="68306" y="7211"/>
                    <a:pt x="68231" y="7217"/>
                  </a:cubicBezTo>
                  <a:cubicBezTo>
                    <a:pt x="66292" y="7392"/>
                    <a:pt x="64353" y="7572"/>
                    <a:pt x="62416" y="7760"/>
                  </a:cubicBezTo>
                  <a:cubicBezTo>
                    <a:pt x="62076" y="7793"/>
                    <a:pt x="61735" y="7825"/>
                    <a:pt x="61396" y="7858"/>
                  </a:cubicBezTo>
                  <a:cubicBezTo>
                    <a:pt x="60634" y="7929"/>
                    <a:pt x="59872" y="8004"/>
                    <a:pt x="59110" y="8079"/>
                  </a:cubicBezTo>
                  <a:cubicBezTo>
                    <a:pt x="58851" y="8104"/>
                    <a:pt x="58594" y="8129"/>
                    <a:pt x="58335" y="8154"/>
                  </a:cubicBezTo>
                  <a:cubicBezTo>
                    <a:pt x="53923" y="8576"/>
                    <a:pt x="49970" y="10024"/>
                    <a:pt x="46996" y="13470"/>
                  </a:cubicBezTo>
                  <a:cubicBezTo>
                    <a:pt x="46445" y="14145"/>
                    <a:pt x="45954" y="14850"/>
                    <a:pt x="45483" y="15583"/>
                  </a:cubicBezTo>
                  <a:cubicBezTo>
                    <a:pt x="45442" y="15645"/>
                    <a:pt x="45403" y="15708"/>
                    <a:pt x="45361" y="15773"/>
                  </a:cubicBezTo>
                  <a:cubicBezTo>
                    <a:pt x="44422" y="17238"/>
                    <a:pt x="43621" y="18770"/>
                    <a:pt x="42836" y="20323"/>
                  </a:cubicBezTo>
                  <a:cubicBezTo>
                    <a:pt x="42684" y="20623"/>
                    <a:pt x="42529" y="20926"/>
                    <a:pt x="42374" y="21227"/>
                  </a:cubicBezTo>
                  <a:cubicBezTo>
                    <a:pt x="41406" y="23124"/>
                    <a:pt x="40457" y="25027"/>
                    <a:pt x="39559" y="26960"/>
                  </a:cubicBezTo>
                  <a:cubicBezTo>
                    <a:pt x="38620" y="28978"/>
                    <a:pt x="37603" y="30961"/>
                    <a:pt x="36601" y="32950"/>
                  </a:cubicBezTo>
                  <a:cubicBezTo>
                    <a:pt x="33264" y="39569"/>
                    <a:pt x="33264" y="39569"/>
                    <a:pt x="31780" y="42798"/>
                  </a:cubicBezTo>
                  <a:cubicBezTo>
                    <a:pt x="31671" y="43030"/>
                    <a:pt x="31565" y="43263"/>
                    <a:pt x="31458" y="43495"/>
                  </a:cubicBezTo>
                  <a:cubicBezTo>
                    <a:pt x="31050" y="44380"/>
                    <a:pt x="30643" y="45265"/>
                    <a:pt x="30240" y="46152"/>
                  </a:cubicBezTo>
                  <a:cubicBezTo>
                    <a:pt x="29943" y="46805"/>
                    <a:pt x="29644" y="47457"/>
                    <a:pt x="29340" y="48106"/>
                  </a:cubicBezTo>
                  <a:cubicBezTo>
                    <a:pt x="29198" y="48413"/>
                    <a:pt x="29056" y="48719"/>
                    <a:pt x="28918" y="49028"/>
                  </a:cubicBezTo>
                  <a:cubicBezTo>
                    <a:pt x="28221" y="50583"/>
                    <a:pt x="27520" y="51685"/>
                    <a:pt x="26117" y="52673"/>
                  </a:cubicBezTo>
                  <a:cubicBezTo>
                    <a:pt x="26011" y="52750"/>
                    <a:pt x="25904" y="52827"/>
                    <a:pt x="25793" y="52906"/>
                  </a:cubicBezTo>
                  <a:cubicBezTo>
                    <a:pt x="25510" y="53103"/>
                    <a:pt x="25222" y="53286"/>
                    <a:pt x="24931" y="53470"/>
                  </a:cubicBezTo>
                  <a:cubicBezTo>
                    <a:pt x="23527" y="54380"/>
                    <a:pt x="22201" y="55380"/>
                    <a:pt x="20899" y="56430"/>
                  </a:cubicBezTo>
                  <a:cubicBezTo>
                    <a:pt x="20842" y="56476"/>
                    <a:pt x="20784" y="56524"/>
                    <a:pt x="20726" y="56570"/>
                  </a:cubicBezTo>
                  <a:cubicBezTo>
                    <a:pt x="17729" y="58993"/>
                    <a:pt x="14884" y="61704"/>
                    <a:pt x="12550" y="64779"/>
                  </a:cubicBezTo>
                  <a:cubicBezTo>
                    <a:pt x="12396" y="64977"/>
                    <a:pt x="12241" y="65175"/>
                    <a:pt x="12087" y="65374"/>
                  </a:cubicBezTo>
                  <a:cubicBezTo>
                    <a:pt x="10154" y="67872"/>
                    <a:pt x="8530" y="70487"/>
                    <a:pt x="7211" y="73357"/>
                  </a:cubicBezTo>
                  <a:cubicBezTo>
                    <a:pt x="7129" y="73530"/>
                    <a:pt x="7048" y="73706"/>
                    <a:pt x="6967" y="73879"/>
                  </a:cubicBezTo>
                  <a:cubicBezTo>
                    <a:pt x="6263" y="75417"/>
                    <a:pt x="5873" y="77014"/>
                    <a:pt x="5506" y="78659"/>
                  </a:cubicBezTo>
                  <a:cubicBezTo>
                    <a:pt x="5495" y="78709"/>
                    <a:pt x="5495" y="78709"/>
                    <a:pt x="5439" y="78959"/>
                  </a:cubicBezTo>
                  <a:cubicBezTo>
                    <a:pt x="4750" y="82038"/>
                    <a:pt x="4798" y="85137"/>
                    <a:pt x="4800" y="88277"/>
                  </a:cubicBezTo>
                  <a:cubicBezTo>
                    <a:pt x="4800" y="88882"/>
                    <a:pt x="4800" y="89489"/>
                    <a:pt x="4800" y="90094"/>
                  </a:cubicBezTo>
                  <a:cubicBezTo>
                    <a:pt x="4798" y="91280"/>
                    <a:pt x="4800" y="92466"/>
                    <a:pt x="4800" y="93651"/>
                  </a:cubicBezTo>
                  <a:cubicBezTo>
                    <a:pt x="4800" y="94617"/>
                    <a:pt x="4800" y="95584"/>
                    <a:pt x="4800" y="96548"/>
                  </a:cubicBezTo>
                  <a:cubicBezTo>
                    <a:pt x="4800" y="96617"/>
                    <a:pt x="4800" y="96686"/>
                    <a:pt x="4800" y="96759"/>
                  </a:cubicBezTo>
                  <a:cubicBezTo>
                    <a:pt x="4800" y="97039"/>
                    <a:pt x="4800" y="97318"/>
                    <a:pt x="4800" y="97598"/>
                  </a:cubicBezTo>
                  <a:cubicBezTo>
                    <a:pt x="4800" y="100224"/>
                    <a:pt x="4800" y="102847"/>
                    <a:pt x="4800" y="105473"/>
                  </a:cubicBezTo>
                  <a:cubicBezTo>
                    <a:pt x="4802" y="107790"/>
                    <a:pt x="4802" y="110109"/>
                    <a:pt x="4800" y="112428"/>
                  </a:cubicBezTo>
                  <a:cubicBezTo>
                    <a:pt x="4800" y="115043"/>
                    <a:pt x="4800" y="117659"/>
                    <a:pt x="4800" y="120276"/>
                  </a:cubicBezTo>
                  <a:cubicBezTo>
                    <a:pt x="4800" y="120555"/>
                    <a:pt x="4800" y="120837"/>
                    <a:pt x="4800" y="121117"/>
                  </a:cubicBezTo>
                  <a:cubicBezTo>
                    <a:pt x="4800" y="121186"/>
                    <a:pt x="4800" y="121255"/>
                    <a:pt x="4800" y="121326"/>
                  </a:cubicBezTo>
                  <a:cubicBezTo>
                    <a:pt x="4800" y="122357"/>
                    <a:pt x="4800" y="123386"/>
                    <a:pt x="4800" y="124417"/>
                  </a:cubicBezTo>
                  <a:cubicBezTo>
                    <a:pt x="4798" y="125594"/>
                    <a:pt x="4800" y="126771"/>
                    <a:pt x="4800" y="127948"/>
                  </a:cubicBezTo>
                  <a:cubicBezTo>
                    <a:pt x="4800" y="128545"/>
                    <a:pt x="4800" y="129142"/>
                    <a:pt x="4800" y="129739"/>
                  </a:cubicBezTo>
                  <a:cubicBezTo>
                    <a:pt x="4798" y="131142"/>
                    <a:pt x="4805" y="132542"/>
                    <a:pt x="4823" y="133943"/>
                  </a:cubicBezTo>
                  <a:cubicBezTo>
                    <a:pt x="4827" y="134177"/>
                    <a:pt x="4829" y="134413"/>
                    <a:pt x="4832" y="134646"/>
                  </a:cubicBezTo>
                  <a:cubicBezTo>
                    <a:pt x="4840" y="135404"/>
                    <a:pt x="4854" y="136160"/>
                    <a:pt x="4874" y="136917"/>
                  </a:cubicBezTo>
                  <a:cubicBezTo>
                    <a:pt x="4880" y="137157"/>
                    <a:pt x="4884" y="137397"/>
                    <a:pt x="4886" y="137637"/>
                  </a:cubicBezTo>
                  <a:cubicBezTo>
                    <a:pt x="4913" y="139695"/>
                    <a:pt x="5335" y="141599"/>
                    <a:pt x="6512" y="143325"/>
                  </a:cubicBezTo>
                  <a:cubicBezTo>
                    <a:pt x="6570" y="143415"/>
                    <a:pt x="6631" y="143507"/>
                    <a:pt x="6691" y="143601"/>
                  </a:cubicBezTo>
                  <a:cubicBezTo>
                    <a:pt x="7299" y="144504"/>
                    <a:pt x="7981" y="145352"/>
                    <a:pt x="8659" y="146201"/>
                  </a:cubicBezTo>
                  <a:cubicBezTo>
                    <a:pt x="10300" y="148263"/>
                    <a:pt x="11166" y="149839"/>
                    <a:pt x="11121" y="152517"/>
                  </a:cubicBezTo>
                  <a:cubicBezTo>
                    <a:pt x="11117" y="152843"/>
                    <a:pt x="11114" y="153168"/>
                    <a:pt x="11112" y="153494"/>
                  </a:cubicBezTo>
                  <a:cubicBezTo>
                    <a:pt x="11106" y="154302"/>
                    <a:pt x="11096" y="155112"/>
                    <a:pt x="11085" y="155921"/>
                  </a:cubicBezTo>
                  <a:cubicBezTo>
                    <a:pt x="11027" y="160774"/>
                    <a:pt x="11027" y="160774"/>
                    <a:pt x="11260" y="162605"/>
                  </a:cubicBezTo>
                  <a:cubicBezTo>
                    <a:pt x="11275" y="162724"/>
                    <a:pt x="11290" y="162843"/>
                    <a:pt x="11304" y="162966"/>
                  </a:cubicBezTo>
                  <a:cubicBezTo>
                    <a:pt x="11450" y="163928"/>
                    <a:pt x="11769" y="164924"/>
                    <a:pt x="12550" y="165554"/>
                  </a:cubicBezTo>
                  <a:cubicBezTo>
                    <a:pt x="13189" y="165992"/>
                    <a:pt x="13886" y="166061"/>
                    <a:pt x="14637" y="166120"/>
                  </a:cubicBezTo>
                  <a:cubicBezTo>
                    <a:pt x="14744" y="166128"/>
                    <a:pt x="14852" y="166136"/>
                    <a:pt x="14963" y="166147"/>
                  </a:cubicBezTo>
                  <a:cubicBezTo>
                    <a:pt x="16577" y="166264"/>
                    <a:pt x="18196" y="166293"/>
                    <a:pt x="19814" y="166330"/>
                  </a:cubicBezTo>
                  <a:cubicBezTo>
                    <a:pt x="20095" y="166337"/>
                    <a:pt x="20375" y="166343"/>
                    <a:pt x="20657" y="166349"/>
                  </a:cubicBezTo>
                  <a:cubicBezTo>
                    <a:pt x="24355" y="166435"/>
                    <a:pt x="28054" y="166476"/>
                    <a:pt x="31753" y="166426"/>
                  </a:cubicBezTo>
                  <a:cubicBezTo>
                    <a:pt x="31891" y="166424"/>
                    <a:pt x="32026" y="166424"/>
                    <a:pt x="32166" y="166422"/>
                  </a:cubicBezTo>
                  <a:cubicBezTo>
                    <a:pt x="32959" y="166410"/>
                    <a:pt x="33752" y="166395"/>
                    <a:pt x="34545" y="166372"/>
                  </a:cubicBezTo>
                  <a:cubicBezTo>
                    <a:pt x="34783" y="166366"/>
                    <a:pt x="35024" y="166360"/>
                    <a:pt x="35261" y="166356"/>
                  </a:cubicBezTo>
                  <a:cubicBezTo>
                    <a:pt x="38256" y="166291"/>
                    <a:pt x="38256" y="166291"/>
                    <a:pt x="39330" y="165356"/>
                  </a:cubicBezTo>
                  <a:cubicBezTo>
                    <a:pt x="40419" y="163972"/>
                    <a:pt x="40348" y="161809"/>
                    <a:pt x="40467" y="160127"/>
                  </a:cubicBezTo>
                  <a:cubicBezTo>
                    <a:pt x="40473" y="160042"/>
                    <a:pt x="40479" y="159956"/>
                    <a:pt x="40485" y="159866"/>
                  </a:cubicBezTo>
                  <a:cubicBezTo>
                    <a:pt x="40542" y="159059"/>
                    <a:pt x="40594" y="158253"/>
                    <a:pt x="40647" y="157445"/>
                  </a:cubicBezTo>
                  <a:cubicBezTo>
                    <a:pt x="40987" y="152081"/>
                    <a:pt x="40987" y="152081"/>
                    <a:pt x="41980" y="150772"/>
                  </a:cubicBezTo>
                  <a:cubicBezTo>
                    <a:pt x="42696" y="150847"/>
                    <a:pt x="42696" y="150847"/>
                    <a:pt x="42986" y="151173"/>
                  </a:cubicBezTo>
                  <a:cubicBezTo>
                    <a:pt x="43450" y="151931"/>
                    <a:pt x="43625" y="152672"/>
                    <a:pt x="43781" y="153538"/>
                  </a:cubicBezTo>
                  <a:cubicBezTo>
                    <a:pt x="43806" y="153667"/>
                    <a:pt x="43832" y="153797"/>
                    <a:pt x="43859" y="153928"/>
                  </a:cubicBezTo>
                  <a:cubicBezTo>
                    <a:pt x="43936" y="154337"/>
                    <a:pt x="44005" y="154746"/>
                    <a:pt x="44067" y="155155"/>
                  </a:cubicBezTo>
                  <a:cubicBezTo>
                    <a:pt x="44088" y="155285"/>
                    <a:pt x="44109" y="155416"/>
                    <a:pt x="44130" y="155550"/>
                  </a:cubicBezTo>
                  <a:cubicBezTo>
                    <a:pt x="44345" y="157071"/>
                    <a:pt x="44324" y="158614"/>
                    <a:pt x="44326" y="160148"/>
                  </a:cubicBezTo>
                  <a:cubicBezTo>
                    <a:pt x="44329" y="160472"/>
                    <a:pt x="44330" y="160795"/>
                    <a:pt x="44335" y="161117"/>
                  </a:cubicBezTo>
                  <a:cubicBezTo>
                    <a:pt x="44374" y="163855"/>
                    <a:pt x="44381" y="166804"/>
                    <a:pt x="42398" y="168931"/>
                  </a:cubicBezTo>
                  <a:cubicBezTo>
                    <a:pt x="40778" y="170549"/>
                    <a:pt x="38613" y="171037"/>
                    <a:pt x="36384" y="171062"/>
                  </a:cubicBezTo>
                  <a:cubicBezTo>
                    <a:pt x="36269" y="171064"/>
                    <a:pt x="36157" y="171066"/>
                    <a:pt x="36038" y="171068"/>
                  </a:cubicBezTo>
                  <a:cubicBezTo>
                    <a:pt x="35664" y="171075"/>
                    <a:pt x="35288" y="171079"/>
                    <a:pt x="34913" y="171085"/>
                  </a:cubicBezTo>
                  <a:cubicBezTo>
                    <a:pt x="34648" y="171089"/>
                    <a:pt x="34383" y="171093"/>
                    <a:pt x="34118" y="171098"/>
                  </a:cubicBezTo>
                  <a:cubicBezTo>
                    <a:pt x="33560" y="171108"/>
                    <a:pt x="33005" y="171116"/>
                    <a:pt x="32448" y="171125"/>
                  </a:cubicBezTo>
                  <a:cubicBezTo>
                    <a:pt x="31746" y="171133"/>
                    <a:pt x="31045" y="171146"/>
                    <a:pt x="30344" y="171156"/>
                  </a:cubicBezTo>
                  <a:cubicBezTo>
                    <a:pt x="24435" y="171254"/>
                    <a:pt x="24435" y="171254"/>
                    <a:pt x="21525" y="171227"/>
                  </a:cubicBezTo>
                  <a:cubicBezTo>
                    <a:pt x="21448" y="171227"/>
                    <a:pt x="21369" y="171227"/>
                    <a:pt x="21287" y="171225"/>
                  </a:cubicBezTo>
                  <a:cubicBezTo>
                    <a:pt x="20277" y="171217"/>
                    <a:pt x="19267" y="171200"/>
                    <a:pt x="18257" y="171179"/>
                  </a:cubicBezTo>
                  <a:cubicBezTo>
                    <a:pt x="17831" y="171169"/>
                    <a:pt x="17407" y="171160"/>
                    <a:pt x="16981" y="171156"/>
                  </a:cubicBezTo>
                  <a:cubicBezTo>
                    <a:pt x="13928" y="171114"/>
                    <a:pt x="10966" y="171037"/>
                    <a:pt x="8639" y="168800"/>
                  </a:cubicBezTo>
                  <a:cubicBezTo>
                    <a:pt x="6276" y="166360"/>
                    <a:pt x="6253" y="162646"/>
                    <a:pt x="6301" y="159465"/>
                  </a:cubicBezTo>
                  <a:cubicBezTo>
                    <a:pt x="6303" y="159361"/>
                    <a:pt x="6305" y="159257"/>
                    <a:pt x="6308" y="159148"/>
                  </a:cubicBezTo>
                  <a:cubicBezTo>
                    <a:pt x="6314" y="158823"/>
                    <a:pt x="6318" y="158499"/>
                    <a:pt x="6322" y="158173"/>
                  </a:cubicBezTo>
                  <a:cubicBezTo>
                    <a:pt x="6349" y="156339"/>
                    <a:pt x="6349" y="156339"/>
                    <a:pt x="6372" y="155479"/>
                  </a:cubicBezTo>
                  <a:cubicBezTo>
                    <a:pt x="6387" y="154922"/>
                    <a:pt x="6395" y="154366"/>
                    <a:pt x="6399" y="153809"/>
                  </a:cubicBezTo>
                  <a:cubicBezTo>
                    <a:pt x="6403" y="153601"/>
                    <a:pt x="6408" y="153392"/>
                    <a:pt x="6416" y="153183"/>
                  </a:cubicBezTo>
                  <a:cubicBezTo>
                    <a:pt x="6495" y="150912"/>
                    <a:pt x="5384" y="149439"/>
                    <a:pt x="3967" y="147762"/>
                  </a:cubicBezTo>
                  <a:cubicBezTo>
                    <a:pt x="1565" y="144911"/>
                    <a:pt x="-10" y="142177"/>
                    <a:pt x="2" y="138370"/>
                  </a:cubicBezTo>
                  <a:cubicBezTo>
                    <a:pt x="2" y="138195"/>
                    <a:pt x="0" y="138019"/>
                    <a:pt x="0" y="137844"/>
                  </a:cubicBezTo>
                  <a:cubicBezTo>
                    <a:pt x="0" y="137362"/>
                    <a:pt x="0" y="136882"/>
                    <a:pt x="0" y="136402"/>
                  </a:cubicBezTo>
                  <a:cubicBezTo>
                    <a:pt x="0" y="135880"/>
                    <a:pt x="0" y="135360"/>
                    <a:pt x="0" y="134840"/>
                  </a:cubicBezTo>
                  <a:cubicBezTo>
                    <a:pt x="-1" y="133820"/>
                    <a:pt x="0" y="132799"/>
                    <a:pt x="0" y="131779"/>
                  </a:cubicBezTo>
                  <a:cubicBezTo>
                    <a:pt x="0" y="130944"/>
                    <a:pt x="0" y="130109"/>
                    <a:pt x="0" y="129274"/>
                  </a:cubicBezTo>
                  <a:cubicBezTo>
                    <a:pt x="0" y="129153"/>
                    <a:pt x="0" y="129034"/>
                    <a:pt x="0" y="128911"/>
                  </a:cubicBezTo>
                  <a:cubicBezTo>
                    <a:pt x="0" y="128668"/>
                    <a:pt x="0" y="128424"/>
                    <a:pt x="0" y="128182"/>
                  </a:cubicBezTo>
                  <a:cubicBezTo>
                    <a:pt x="0" y="125899"/>
                    <a:pt x="0" y="123617"/>
                    <a:pt x="0" y="121334"/>
                  </a:cubicBezTo>
                  <a:cubicBezTo>
                    <a:pt x="2" y="119401"/>
                    <a:pt x="2" y="117468"/>
                    <a:pt x="0" y="115534"/>
                  </a:cubicBezTo>
                  <a:cubicBezTo>
                    <a:pt x="0" y="113273"/>
                    <a:pt x="0" y="111015"/>
                    <a:pt x="0" y="108754"/>
                  </a:cubicBezTo>
                  <a:cubicBezTo>
                    <a:pt x="0" y="108508"/>
                    <a:pt x="0" y="108264"/>
                    <a:pt x="0" y="108020"/>
                  </a:cubicBezTo>
                  <a:cubicBezTo>
                    <a:pt x="0" y="107959"/>
                    <a:pt x="0" y="107959"/>
                    <a:pt x="0" y="107654"/>
                  </a:cubicBezTo>
                  <a:cubicBezTo>
                    <a:pt x="0" y="106830"/>
                    <a:pt x="0" y="106007"/>
                    <a:pt x="0" y="105183"/>
                  </a:cubicBezTo>
                  <a:cubicBezTo>
                    <a:pt x="-3" y="100249"/>
                    <a:pt x="20" y="95317"/>
                    <a:pt x="114" y="90383"/>
                  </a:cubicBezTo>
                  <a:cubicBezTo>
                    <a:pt x="120" y="90038"/>
                    <a:pt x="127" y="89694"/>
                    <a:pt x="134" y="89349"/>
                  </a:cubicBezTo>
                  <a:cubicBezTo>
                    <a:pt x="173" y="87183"/>
                    <a:pt x="223" y="85018"/>
                    <a:pt x="331" y="82852"/>
                  </a:cubicBezTo>
                  <a:cubicBezTo>
                    <a:pt x="336" y="82775"/>
                    <a:pt x="340" y="82697"/>
                    <a:pt x="344" y="82616"/>
                  </a:cubicBezTo>
                  <a:cubicBezTo>
                    <a:pt x="417" y="81101"/>
                    <a:pt x="572" y="79583"/>
                    <a:pt x="866" y="78095"/>
                  </a:cubicBezTo>
                  <a:cubicBezTo>
                    <a:pt x="882" y="78014"/>
                    <a:pt x="897" y="77932"/>
                    <a:pt x="914" y="77849"/>
                  </a:cubicBezTo>
                  <a:cubicBezTo>
                    <a:pt x="1858" y="73144"/>
                    <a:pt x="3922" y="68590"/>
                    <a:pt x="6787" y="64743"/>
                  </a:cubicBezTo>
                  <a:cubicBezTo>
                    <a:pt x="6919" y="64566"/>
                    <a:pt x="7048" y="64390"/>
                    <a:pt x="7177" y="64213"/>
                  </a:cubicBezTo>
                  <a:cubicBezTo>
                    <a:pt x="8263" y="62735"/>
                    <a:pt x="9425" y="61345"/>
                    <a:pt x="10672" y="60001"/>
                  </a:cubicBezTo>
                  <a:cubicBezTo>
                    <a:pt x="10926" y="59721"/>
                    <a:pt x="11171" y="59435"/>
                    <a:pt x="11415" y="59149"/>
                  </a:cubicBezTo>
                  <a:cubicBezTo>
                    <a:pt x="12907" y="57402"/>
                    <a:pt x="14541" y="55831"/>
                    <a:pt x="16340" y="54405"/>
                  </a:cubicBezTo>
                  <a:cubicBezTo>
                    <a:pt x="16747" y="54079"/>
                    <a:pt x="17144" y="53746"/>
                    <a:pt x="17535" y="53401"/>
                  </a:cubicBezTo>
                  <a:cubicBezTo>
                    <a:pt x="19083" y="52040"/>
                    <a:pt x="20718" y="50846"/>
                    <a:pt x="22421" y="49686"/>
                  </a:cubicBezTo>
                  <a:cubicBezTo>
                    <a:pt x="22465" y="49655"/>
                    <a:pt x="22465" y="49655"/>
                    <a:pt x="22688" y="49502"/>
                  </a:cubicBezTo>
                  <a:cubicBezTo>
                    <a:pt x="22852" y="49389"/>
                    <a:pt x="23017" y="49277"/>
                    <a:pt x="23185" y="49166"/>
                  </a:cubicBezTo>
                  <a:cubicBezTo>
                    <a:pt x="24174" y="48490"/>
                    <a:pt x="24589" y="47874"/>
                    <a:pt x="25061" y="46762"/>
                  </a:cubicBezTo>
                  <a:cubicBezTo>
                    <a:pt x="25121" y="46626"/>
                    <a:pt x="25180" y="46490"/>
                    <a:pt x="25238" y="46357"/>
                  </a:cubicBezTo>
                  <a:cubicBezTo>
                    <a:pt x="25365" y="46065"/>
                    <a:pt x="25493" y="45772"/>
                    <a:pt x="25618" y="45478"/>
                  </a:cubicBezTo>
                  <a:cubicBezTo>
                    <a:pt x="25820" y="45008"/>
                    <a:pt x="26025" y="44537"/>
                    <a:pt x="26232" y="44067"/>
                  </a:cubicBezTo>
                  <a:cubicBezTo>
                    <a:pt x="26248" y="44027"/>
                    <a:pt x="26248" y="44027"/>
                    <a:pt x="26338" y="43823"/>
                  </a:cubicBezTo>
                  <a:cubicBezTo>
                    <a:pt x="26410" y="43658"/>
                    <a:pt x="26482" y="43491"/>
                    <a:pt x="26555" y="43326"/>
                  </a:cubicBezTo>
                  <a:cubicBezTo>
                    <a:pt x="26666" y="43071"/>
                    <a:pt x="26777" y="42817"/>
                    <a:pt x="26889" y="42562"/>
                  </a:cubicBezTo>
                  <a:cubicBezTo>
                    <a:pt x="27739" y="40613"/>
                    <a:pt x="28609" y="38672"/>
                    <a:pt x="29484" y="36733"/>
                  </a:cubicBezTo>
                  <a:cubicBezTo>
                    <a:pt x="29523" y="36643"/>
                    <a:pt x="29563" y="36555"/>
                    <a:pt x="29605" y="36463"/>
                  </a:cubicBezTo>
                  <a:cubicBezTo>
                    <a:pt x="31062" y="33228"/>
                    <a:pt x="32533" y="30001"/>
                    <a:pt x="34049" y="26791"/>
                  </a:cubicBezTo>
                  <a:cubicBezTo>
                    <a:pt x="34078" y="26731"/>
                    <a:pt x="34078" y="26731"/>
                    <a:pt x="34226" y="26417"/>
                  </a:cubicBezTo>
                  <a:cubicBezTo>
                    <a:pt x="35787" y="23107"/>
                    <a:pt x="37403" y="19839"/>
                    <a:pt x="39196" y="16647"/>
                  </a:cubicBezTo>
                  <a:cubicBezTo>
                    <a:pt x="39463" y="16171"/>
                    <a:pt x="39723" y="15691"/>
                    <a:pt x="39982" y="15211"/>
                  </a:cubicBezTo>
                  <a:cubicBezTo>
                    <a:pt x="40930" y="13462"/>
                    <a:pt x="41955" y="11836"/>
                    <a:pt x="43233" y="10302"/>
                  </a:cubicBezTo>
                  <a:cubicBezTo>
                    <a:pt x="43320" y="10198"/>
                    <a:pt x="43408" y="10091"/>
                    <a:pt x="43500" y="9983"/>
                  </a:cubicBezTo>
                  <a:cubicBezTo>
                    <a:pt x="45245" y="7906"/>
                    <a:pt x="47223" y="6286"/>
                    <a:pt x="49638" y="5032"/>
                  </a:cubicBezTo>
                  <a:cubicBezTo>
                    <a:pt x="49757" y="4969"/>
                    <a:pt x="49878" y="4904"/>
                    <a:pt x="50001" y="4840"/>
                  </a:cubicBezTo>
                  <a:cubicBezTo>
                    <a:pt x="52679" y="3485"/>
                    <a:pt x="55672" y="3022"/>
                    <a:pt x="58622" y="2725"/>
                  </a:cubicBezTo>
                  <a:cubicBezTo>
                    <a:pt x="59008" y="2686"/>
                    <a:pt x="59394" y="2644"/>
                    <a:pt x="59780" y="2604"/>
                  </a:cubicBezTo>
                  <a:cubicBezTo>
                    <a:pt x="60980" y="2475"/>
                    <a:pt x="62183" y="2354"/>
                    <a:pt x="63385" y="2235"/>
                  </a:cubicBezTo>
                  <a:cubicBezTo>
                    <a:pt x="64003" y="2172"/>
                    <a:pt x="64620" y="2110"/>
                    <a:pt x="65238" y="2047"/>
                  </a:cubicBezTo>
                  <a:cubicBezTo>
                    <a:pt x="73259" y="1233"/>
                    <a:pt x="81278" y="584"/>
                    <a:pt x="89327" y="135"/>
                  </a:cubicBezTo>
                  <a:cubicBezTo>
                    <a:pt x="90105" y="93"/>
                    <a:pt x="90884" y="47"/>
                    <a:pt x="91662" y="0"/>
                  </a:cubicBezTo>
                  <a:cubicBezTo>
                    <a:pt x="100879" y="-546"/>
                    <a:pt x="110180" y="-571"/>
                    <a:pt x="130530" y="260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27" name="New shape">
              <a:extLst>
                <a:ext uri="{FF2B5EF4-FFF2-40B4-BE49-F238E27FC236}">
                  <a16:creationId xmlns:a16="http://schemas.microsoft.com/office/drawing/2014/main" id="{132A3741-21C4-176A-2883-174D58940773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446890" y="997197"/>
              <a:ext cx="28282" cy="18518"/>
            </a:xfrm>
            <a:custGeom>
              <a:avLst/>
              <a:gdLst/>
              <a:ahLst/>
              <a:cxnLst/>
              <a:rect l="l" t="t" r="r" b="b"/>
              <a:pathLst>
                <a:path w="28281" h="18517">
                  <a:moveTo>
                    <a:pt x="19933" y="2"/>
                  </a:moveTo>
                  <a:cubicBezTo>
                    <a:pt x="20139" y="2"/>
                    <a:pt x="20346" y="0"/>
                    <a:pt x="20551" y="0"/>
                  </a:cubicBezTo>
                  <a:cubicBezTo>
                    <a:pt x="21907" y="-4"/>
                    <a:pt x="23239" y="35"/>
                    <a:pt x="24579" y="248"/>
                  </a:cubicBezTo>
                  <a:cubicBezTo>
                    <a:pt x="24629" y="256"/>
                    <a:pt x="24629" y="256"/>
                    <a:pt x="24882" y="296"/>
                  </a:cubicBezTo>
                  <a:cubicBezTo>
                    <a:pt x="25992" y="494"/>
                    <a:pt x="27003" y="1064"/>
                    <a:pt x="27762" y="1905"/>
                  </a:cubicBezTo>
                  <a:cubicBezTo>
                    <a:pt x="29294" y="4362"/>
                    <a:pt x="28856" y="8966"/>
                    <a:pt x="28281" y="11644"/>
                  </a:cubicBezTo>
                  <a:cubicBezTo>
                    <a:pt x="28148" y="12195"/>
                    <a:pt x="27985" y="12731"/>
                    <a:pt x="27799" y="13268"/>
                  </a:cubicBezTo>
                  <a:cubicBezTo>
                    <a:pt x="27768" y="13366"/>
                    <a:pt x="27735" y="13462"/>
                    <a:pt x="27702" y="13562"/>
                  </a:cubicBezTo>
                  <a:cubicBezTo>
                    <a:pt x="27453" y="14220"/>
                    <a:pt x="27453" y="14220"/>
                    <a:pt x="27030" y="14426"/>
                  </a:cubicBezTo>
                  <a:cubicBezTo>
                    <a:pt x="26983" y="14433"/>
                    <a:pt x="26983" y="14433"/>
                    <a:pt x="26744" y="14468"/>
                  </a:cubicBezTo>
                  <a:cubicBezTo>
                    <a:pt x="26641" y="14215"/>
                    <a:pt x="26543" y="13965"/>
                    <a:pt x="26443" y="13713"/>
                  </a:cubicBezTo>
                  <a:cubicBezTo>
                    <a:pt x="26430" y="13677"/>
                    <a:pt x="26430" y="13677"/>
                    <a:pt x="26359" y="13502"/>
                  </a:cubicBezTo>
                  <a:cubicBezTo>
                    <a:pt x="25915" y="12354"/>
                    <a:pt x="25875" y="11187"/>
                    <a:pt x="25883" y="9968"/>
                  </a:cubicBezTo>
                  <a:cubicBezTo>
                    <a:pt x="25883" y="9893"/>
                    <a:pt x="25883" y="9820"/>
                    <a:pt x="25883" y="9743"/>
                  </a:cubicBezTo>
                  <a:cubicBezTo>
                    <a:pt x="25883" y="8764"/>
                    <a:pt x="25915" y="7791"/>
                    <a:pt x="25971" y="6812"/>
                  </a:cubicBezTo>
                  <a:cubicBezTo>
                    <a:pt x="25975" y="6714"/>
                    <a:pt x="25982" y="6614"/>
                    <a:pt x="25988" y="6514"/>
                  </a:cubicBezTo>
                  <a:cubicBezTo>
                    <a:pt x="26015" y="6025"/>
                    <a:pt x="26044" y="5537"/>
                    <a:pt x="26079" y="5048"/>
                  </a:cubicBezTo>
                  <a:cubicBezTo>
                    <a:pt x="26090" y="4869"/>
                    <a:pt x="26103" y="4690"/>
                    <a:pt x="26113" y="4510"/>
                  </a:cubicBezTo>
                  <a:cubicBezTo>
                    <a:pt x="26120" y="4428"/>
                    <a:pt x="26126" y="4347"/>
                    <a:pt x="26132" y="4264"/>
                  </a:cubicBezTo>
                  <a:cubicBezTo>
                    <a:pt x="26154" y="3884"/>
                    <a:pt x="26117" y="3617"/>
                    <a:pt x="26003" y="3249"/>
                  </a:cubicBezTo>
                  <a:cubicBezTo>
                    <a:pt x="25485" y="2803"/>
                    <a:pt x="24863" y="2909"/>
                    <a:pt x="24210" y="2928"/>
                  </a:cubicBezTo>
                  <a:cubicBezTo>
                    <a:pt x="24059" y="2930"/>
                    <a:pt x="23907" y="2932"/>
                    <a:pt x="23757" y="2934"/>
                  </a:cubicBezTo>
                  <a:cubicBezTo>
                    <a:pt x="22260" y="2963"/>
                    <a:pt x="20780" y="3116"/>
                    <a:pt x="19296" y="3312"/>
                  </a:cubicBezTo>
                  <a:cubicBezTo>
                    <a:pt x="19081" y="3341"/>
                    <a:pt x="18867" y="3368"/>
                    <a:pt x="18651" y="3398"/>
                  </a:cubicBezTo>
                  <a:cubicBezTo>
                    <a:pt x="8910" y="4656"/>
                    <a:pt x="8910" y="4656"/>
                    <a:pt x="6537" y="7580"/>
                  </a:cubicBezTo>
                  <a:cubicBezTo>
                    <a:pt x="5942" y="8392"/>
                    <a:pt x="5573" y="9229"/>
                    <a:pt x="5533" y="10242"/>
                  </a:cubicBezTo>
                  <a:cubicBezTo>
                    <a:pt x="5527" y="10315"/>
                    <a:pt x="5522" y="10388"/>
                    <a:pt x="5519" y="10465"/>
                  </a:cubicBezTo>
                  <a:cubicBezTo>
                    <a:pt x="5533" y="10997"/>
                    <a:pt x="5754" y="11277"/>
                    <a:pt x="6113" y="11661"/>
                  </a:cubicBezTo>
                  <a:cubicBezTo>
                    <a:pt x="7599" y="13030"/>
                    <a:pt x="9607" y="13690"/>
                    <a:pt x="11536" y="14159"/>
                  </a:cubicBezTo>
                  <a:cubicBezTo>
                    <a:pt x="11624" y="14182"/>
                    <a:pt x="11714" y="14203"/>
                    <a:pt x="11805" y="14226"/>
                  </a:cubicBezTo>
                  <a:cubicBezTo>
                    <a:pt x="13961" y="14758"/>
                    <a:pt x="16143" y="15048"/>
                    <a:pt x="18343" y="15330"/>
                  </a:cubicBezTo>
                  <a:cubicBezTo>
                    <a:pt x="19016" y="15416"/>
                    <a:pt x="19688" y="15503"/>
                    <a:pt x="20363" y="15595"/>
                  </a:cubicBezTo>
                  <a:cubicBezTo>
                    <a:pt x="20626" y="15629"/>
                    <a:pt x="20887" y="15662"/>
                    <a:pt x="21149" y="15693"/>
                  </a:cubicBezTo>
                  <a:cubicBezTo>
                    <a:pt x="22249" y="15837"/>
                    <a:pt x="23218" y="16121"/>
                    <a:pt x="24239" y="16555"/>
                  </a:cubicBezTo>
                  <a:cubicBezTo>
                    <a:pt x="24239" y="16693"/>
                    <a:pt x="24239" y="16831"/>
                    <a:pt x="24239" y="16973"/>
                  </a:cubicBezTo>
                  <a:cubicBezTo>
                    <a:pt x="20905" y="18359"/>
                    <a:pt x="17347" y="18494"/>
                    <a:pt x="13788" y="18511"/>
                  </a:cubicBezTo>
                  <a:cubicBezTo>
                    <a:pt x="13546" y="18511"/>
                    <a:pt x="13306" y="18515"/>
                    <a:pt x="13066" y="18517"/>
                  </a:cubicBezTo>
                  <a:cubicBezTo>
                    <a:pt x="11323" y="18534"/>
                    <a:pt x="9635" y="18451"/>
                    <a:pt x="7917" y="18146"/>
                  </a:cubicBezTo>
                  <a:cubicBezTo>
                    <a:pt x="7844" y="18133"/>
                    <a:pt x="7770" y="18121"/>
                    <a:pt x="7695" y="18108"/>
                  </a:cubicBezTo>
                  <a:cubicBezTo>
                    <a:pt x="5598" y="17730"/>
                    <a:pt x="3698" y="16956"/>
                    <a:pt x="2114" y="15512"/>
                  </a:cubicBezTo>
                  <a:cubicBezTo>
                    <a:pt x="2056" y="15462"/>
                    <a:pt x="1997" y="15409"/>
                    <a:pt x="1937" y="15357"/>
                  </a:cubicBezTo>
                  <a:cubicBezTo>
                    <a:pt x="701" y="14253"/>
                    <a:pt x="125" y="12617"/>
                    <a:pt x="0" y="10987"/>
                  </a:cubicBezTo>
                  <a:cubicBezTo>
                    <a:pt x="-43" y="8626"/>
                    <a:pt x="703" y="6403"/>
                    <a:pt x="2316" y="4671"/>
                  </a:cubicBezTo>
                  <a:cubicBezTo>
                    <a:pt x="6635" y="250"/>
                    <a:pt x="14134" y="14"/>
                    <a:pt x="19933" y="2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28" name="New shape">
              <a:extLst>
                <a:ext uri="{FF2B5EF4-FFF2-40B4-BE49-F238E27FC236}">
                  <a16:creationId xmlns:a16="http://schemas.microsoft.com/office/drawing/2014/main" id="{4442D2E0-CE8B-3136-3AD4-57163B247B3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53096" y="997205"/>
              <a:ext cx="28245" cy="18445"/>
            </a:xfrm>
            <a:custGeom>
              <a:avLst/>
              <a:gdLst/>
              <a:ahLst/>
              <a:cxnLst/>
              <a:rect l="l" t="t" r="r" b="b"/>
              <a:pathLst>
                <a:path w="28244" h="18444">
                  <a:moveTo>
                    <a:pt x="8021" y="16"/>
                  </a:moveTo>
                  <a:cubicBezTo>
                    <a:pt x="8140" y="16"/>
                    <a:pt x="8261" y="14"/>
                    <a:pt x="8384" y="14"/>
                  </a:cubicBezTo>
                  <a:cubicBezTo>
                    <a:pt x="9021" y="12"/>
                    <a:pt x="9657" y="10"/>
                    <a:pt x="10294" y="8"/>
                  </a:cubicBezTo>
                  <a:cubicBezTo>
                    <a:pt x="10811" y="8"/>
                    <a:pt x="11327" y="4"/>
                    <a:pt x="11845" y="0"/>
                  </a:cubicBezTo>
                  <a:cubicBezTo>
                    <a:pt x="16821" y="-43"/>
                    <a:pt x="16821" y="-43"/>
                    <a:pt x="19208" y="344"/>
                  </a:cubicBezTo>
                  <a:cubicBezTo>
                    <a:pt x="19248" y="350"/>
                    <a:pt x="19248" y="350"/>
                    <a:pt x="19449" y="383"/>
                  </a:cubicBezTo>
                  <a:cubicBezTo>
                    <a:pt x="21623" y="749"/>
                    <a:pt x="23566" y="1613"/>
                    <a:pt x="25295" y="2980"/>
                  </a:cubicBezTo>
                  <a:cubicBezTo>
                    <a:pt x="25362" y="3032"/>
                    <a:pt x="25426" y="3084"/>
                    <a:pt x="25495" y="3139"/>
                  </a:cubicBezTo>
                  <a:cubicBezTo>
                    <a:pt x="26914" y="4293"/>
                    <a:pt x="28054" y="6219"/>
                    <a:pt x="28244" y="8056"/>
                  </a:cubicBezTo>
                  <a:cubicBezTo>
                    <a:pt x="28402" y="10321"/>
                    <a:pt x="28040" y="12642"/>
                    <a:pt x="26555" y="14437"/>
                  </a:cubicBezTo>
                  <a:cubicBezTo>
                    <a:pt x="24124" y="17129"/>
                    <a:pt x="20567" y="18242"/>
                    <a:pt x="17033" y="18444"/>
                  </a:cubicBezTo>
                  <a:cubicBezTo>
                    <a:pt x="14309" y="18572"/>
                    <a:pt x="11571" y="18544"/>
                    <a:pt x="8870" y="18152"/>
                  </a:cubicBezTo>
                  <a:cubicBezTo>
                    <a:pt x="8828" y="18146"/>
                    <a:pt x="8828" y="18146"/>
                    <a:pt x="8611" y="18114"/>
                  </a:cubicBezTo>
                  <a:cubicBezTo>
                    <a:pt x="7213" y="17908"/>
                    <a:pt x="5683" y="17626"/>
                    <a:pt x="4422" y="16964"/>
                  </a:cubicBezTo>
                  <a:cubicBezTo>
                    <a:pt x="4456" y="16862"/>
                    <a:pt x="4456" y="16862"/>
                    <a:pt x="4631" y="16338"/>
                  </a:cubicBezTo>
                  <a:cubicBezTo>
                    <a:pt x="6257" y="15987"/>
                    <a:pt x="7883" y="15679"/>
                    <a:pt x="9534" y="15459"/>
                  </a:cubicBezTo>
                  <a:cubicBezTo>
                    <a:pt x="9607" y="15449"/>
                    <a:pt x="9683" y="15441"/>
                    <a:pt x="9759" y="15430"/>
                  </a:cubicBezTo>
                  <a:cubicBezTo>
                    <a:pt x="10064" y="15391"/>
                    <a:pt x="10369" y="15349"/>
                    <a:pt x="10674" y="15309"/>
                  </a:cubicBezTo>
                  <a:cubicBezTo>
                    <a:pt x="19931" y="14097"/>
                    <a:pt x="19931" y="14097"/>
                    <a:pt x="22011" y="11439"/>
                  </a:cubicBezTo>
                  <a:cubicBezTo>
                    <a:pt x="22137" y="11268"/>
                    <a:pt x="22254" y="11091"/>
                    <a:pt x="22373" y="10911"/>
                  </a:cubicBezTo>
                  <a:cubicBezTo>
                    <a:pt x="22429" y="10826"/>
                    <a:pt x="22487" y="10742"/>
                    <a:pt x="22546" y="10653"/>
                  </a:cubicBezTo>
                  <a:cubicBezTo>
                    <a:pt x="22969" y="9855"/>
                    <a:pt x="22811" y="8831"/>
                    <a:pt x="22581" y="7989"/>
                  </a:cubicBezTo>
                  <a:cubicBezTo>
                    <a:pt x="21987" y="6580"/>
                    <a:pt x="20502" y="5445"/>
                    <a:pt x="19123" y="4846"/>
                  </a:cubicBezTo>
                  <a:cubicBezTo>
                    <a:pt x="16228" y="3696"/>
                    <a:pt x="13128" y="3485"/>
                    <a:pt x="10058" y="3189"/>
                  </a:cubicBezTo>
                  <a:cubicBezTo>
                    <a:pt x="10002" y="3185"/>
                    <a:pt x="10002" y="3185"/>
                    <a:pt x="9714" y="3155"/>
                  </a:cubicBezTo>
                  <a:cubicBezTo>
                    <a:pt x="8954" y="3082"/>
                    <a:pt x="8194" y="3009"/>
                    <a:pt x="7436" y="2942"/>
                  </a:cubicBezTo>
                  <a:cubicBezTo>
                    <a:pt x="7387" y="2936"/>
                    <a:pt x="7387" y="2936"/>
                    <a:pt x="7140" y="2915"/>
                  </a:cubicBezTo>
                  <a:cubicBezTo>
                    <a:pt x="6167" y="2825"/>
                    <a:pt x="5197" y="2755"/>
                    <a:pt x="4220" y="2736"/>
                  </a:cubicBezTo>
                  <a:cubicBezTo>
                    <a:pt x="4145" y="2732"/>
                    <a:pt x="4067" y="2730"/>
                    <a:pt x="3991" y="2727"/>
                  </a:cubicBezTo>
                  <a:cubicBezTo>
                    <a:pt x="3452" y="2723"/>
                    <a:pt x="3154" y="2834"/>
                    <a:pt x="2753" y="3189"/>
                  </a:cubicBezTo>
                  <a:cubicBezTo>
                    <a:pt x="2694" y="3498"/>
                    <a:pt x="2678" y="3721"/>
                    <a:pt x="2690" y="4028"/>
                  </a:cubicBezTo>
                  <a:cubicBezTo>
                    <a:pt x="2692" y="4070"/>
                    <a:pt x="2692" y="4070"/>
                    <a:pt x="2694" y="4282"/>
                  </a:cubicBezTo>
                  <a:cubicBezTo>
                    <a:pt x="2696" y="4466"/>
                    <a:pt x="2701" y="4650"/>
                    <a:pt x="2705" y="4831"/>
                  </a:cubicBezTo>
                  <a:cubicBezTo>
                    <a:pt x="2713" y="5124"/>
                    <a:pt x="2717" y="5416"/>
                    <a:pt x="2719" y="5706"/>
                  </a:cubicBezTo>
                  <a:cubicBezTo>
                    <a:pt x="2728" y="6432"/>
                    <a:pt x="2744" y="7159"/>
                    <a:pt x="2759" y="7885"/>
                  </a:cubicBezTo>
                  <a:cubicBezTo>
                    <a:pt x="2771" y="8496"/>
                    <a:pt x="2782" y="9108"/>
                    <a:pt x="2788" y="9720"/>
                  </a:cubicBezTo>
                  <a:cubicBezTo>
                    <a:pt x="2790" y="10004"/>
                    <a:pt x="2799" y="10287"/>
                    <a:pt x="2807" y="10571"/>
                  </a:cubicBezTo>
                  <a:cubicBezTo>
                    <a:pt x="2823" y="11535"/>
                    <a:pt x="2736" y="12400"/>
                    <a:pt x="2463" y="13330"/>
                  </a:cubicBezTo>
                  <a:cubicBezTo>
                    <a:pt x="2437" y="13418"/>
                    <a:pt x="2410" y="13508"/>
                    <a:pt x="2383" y="13600"/>
                  </a:cubicBezTo>
                  <a:cubicBezTo>
                    <a:pt x="2183" y="14218"/>
                    <a:pt x="2183" y="14218"/>
                    <a:pt x="1907" y="14380"/>
                  </a:cubicBezTo>
                  <a:cubicBezTo>
                    <a:pt x="1840" y="14408"/>
                    <a:pt x="1776" y="14433"/>
                    <a:pt x="1709" y="14460"/>
                  </a:cubicBezTo>
                  <a:cubicBezTo>
                    <a:pt x="234" y="13105"/>
                    <a:pt x="93" y="10694"/>
                    <a:pt x="0" y="8797"/>
                  </a:cubicBezTo>
                  <a:cubicBezTo>
                    <a:pt x="-68" y="6428"/>
                    <a:pt x="-141" y="3107"/>
                    <a:pt x="1534" y="1252"/>
                  </a:cubicBezTo>
                  <a:cubicBezTo>
                    <a:pt x="3193" y="-237"/>
                    <a:pt x="5942" y="22"/>
                    <a:pt x="8021" y="16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29" name="New shape">
              <a:extLst>
                <a:ext uri="{FF2B5EF4-FFF2-40B4-BE49-F238E27FC236}">
                  <a16:creationId xmlns:a16="http://schemas.microsoft.com/office/drawing/2014/main" id="{467957FC-C225-0920-BFC6-6527A8F1169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488035" y="1012265"/>
              <a:ext cx="152784" cy="4661"/>
            </a:xfrm>
            <a:custGeom>
              <a:avLst/>
              <a:gdLst/>
              <a:ahLst/>
              <a:cxnLst/>
              <a:rect l="l" t="t" r="r" b="b"/>
              <a:pathLst>
                <a:path w="152784" h="4660">
                  <a:moveTo>
                    <a:pt x="75150" y="0"/>
                  </a:moveTo>
                  <a:cubicBezTo>
                    <a:pt x="76886" y="0"/>
                    <a:pt x="78623" y="0"/>
                    <a:pt x="80360" y="0"/>
                  </a:cubicBezTo>
                  <a:cubicBezTo>
                    <a:pt x="90332" y="-6"/>
                    <a:pt x="100303" y="16"/>
                    <a:pt x="110276" y="118"/>
                  </a:cubicBezTo>
                  <a:cubicBezTo>
                    <a:pt x="110593" y="121"/>
                    <a:pt x="110912" y="125"/>
                    <a:pt x="111231" y="127"/>
                  </a:cubicBezTo>
                  <a:cubicBezTo>
                    <a:pt x="115773" y="173"/>
                    <a:pt x="120313" y="235"/>
                    <a:pt x="124855" y="327"/>
                  </a:cubicBezTo>
                  <a:cubicBezTo>
                    <a:pt x="124901" y="327"/>
                    <a:pt x="124901" y="327"/>
                    <a:pt x="125135" y="334"/>
                  </a:cubicBezTo>
                  <a:cubicBezTo>
                    <a:pt x="127163" y="373"/>
                    <a:pt x="129192" y="421"/>
                    <a:pt x="131221" y="475"/>
                  </a:cubicBezTo>
                  <a:cubicBezTo>
                    <a:pt x="131302" y="478"/>
                    <a:pt x="131386" y="480"/>
                    <a:pt x="131471" y="482"/>
                  </a:cubicBezTo>
                  <a:cubicBezTo>
                    <a:pt x="135464" y="588"/>
                    <a:pt x="139455" y="747"/>
                    <a:pt x="143443" y="966"/>
                  </a:cubicBezTo>
                  <a:cubicBezTo>
                    <a:pt x="143561" y="972"/>
                    <a:pt x="143675" y="979"/>
                    <a:pt x="143795" y="985"/>
                  </a:cubicBezTo>
                  <a:cubicBezTo>
                    <a:pt x="146798" y="1150"/>
                    <a:pt x="149791" y="1388"/>
                    <a:pt x="152784" y="1696"/>
                  </a:cubicBezTo>
                  <a:cubicBezTo>
                    <a:pt x="152482" y="2047"/>
                    <a:pt x="152287" y="2170"/>
                    <a:pt x="151831" y="2229"/>
                  </a:cubicBezTo>
                  <a:cubicBezTo>
                    <a:pt x="151720" y="2243"/>
                    <a:pt x="151611" y="2258"/>
                    <a:pt x="151498" y="2273"/>
                  </a:cubicBezTo>
                  <a:cubicBezTo>
                    <a:pt x="151440" y="2279"/>
                    <a:pt x="151440" y="2279"/>
                    <a:pt x="151138" y="2314"/>
                  </a:cubicBezTo>
                  <a:cubicBezTo>
                    <a:pt x="151075" y="2323"/>
                    <a:pt x="151075" y="2323"/>
                    <a:pt x="150753" y="2364"/>
                  </a:cubicBezTo>
                  <a:cubicBezTo>
                    <a:pt x="150404" y="2408"/>
                    <a:pt x="150056" y="2450"/>
                    <a:pt x="149705" y="2492"/>
                  </a:cubicBezTo>
                  <a:cubicBezTo>
                    <a:pt x="149482" y="2519"/>
                    <a:pt x="149259" y="2546"/>
                    <a:pt x="149033" y="2573"/>
                  </a:cubicBezTo>
                  <a:cubicBezTo>
                    <a:pt x="145353" y="3016"/>
                    <a:pt x="141665" y="3329"/>
                    <a:pt x="137965" y="3575"/>
                  </a:cubicBezTo>
                  <a:cubicBezTo>
                    <a:pt x="137869" y="3581"/>
                    <a:pt x="137771" y="3587"/>
                    <a:pt x="137670" y="3594"/>
                  </a:cubicBezTo>
                  <a:cubicBezTo>
                    <a:pt x="131561" y="4005"/>
                    <a:pt x="125444" y="4266"/>
                    <a:pt x="119322" y="4427"/>
                  </a:cubicBezTo>
                  <a:cubicBezTo>
                    <a:pt x="119280" y="4427"/>
                    <a:pt x="119280" y="4427"/>
                    <a:pt x="119065" y="4433"/>
                  </a:cubicBezTo>
                  <a:cubicBezTo>
                    <a:pt x="110201" y="4665"/>
                    <a:pt x="101336" y="4665"/>
                    <a:pt x="80854" y="4660"/>
                  </a:cubicBezTo>
                  <a:cubicBezTo>
                    <a:pt x="78151" y="4658"/>
                    <a:pt x="75448" y="4656"/>
                    <a:pt x="72745" y="4656"/>
                  </a:cubicBezTo>
                  <a:cubicBezTo>
                    <a:pt x="72566" y="4656"/>
                    <a:pt x="72384" y="4656"/>
                    <a:pt x="72204" y="4656"/>
                  </a:cubicBezTo>
                  <a:cubicBezTo>
                    <a:pt x="72115" y="4656"/>
                    <a:pt x="72025" y="4656"/>
                    <a:pt x="71933" y="4656"/>
                  </a:cubicBezTo>
                  <a:cubicBezTo>
                    <a:pt x="71484" y="4658"/>
                    <a:pt x="71035" y="4658"/>
                    <a:pt x="70585" y="4658"/>
                  </a:cubicBezTo>
                  <a:cubicBezTo>
                    <a:pt x="70541" y="4658"/>
                    <a:pt x="70541" y="4658"/>
                    <a:pt x="70316" y="4658"/>
                  </a:cubicBezTo>
                  <a:cubicBezTo>
                    <a:pt x="67932" y="4658"/>
                    <a:pt x="65548" y="4656"/>
                    <a:pt x="63165" y="4654"/>
                  </a:cubicBezTo>
                  <a:cubicBezTo>
                    <a:pt x="63121" y="4654"/>
                    <a:pt x="63121" y="4654"/>
                    <a:pt x="62906" y="4654"/>
                  </a:cubicBezTo>
                  <a:cubicBezTo>
                    <a:pt x="62564" y="4654"/>
                    <a:pt x="62221" y="4654"/>
                    <a:pt x="61879" y="4654"/>
                  </a:cubicBezTo>
                  <a:cubicBezTo>
                    <a:pt x="60717" y="4654"/>
                    <a:pt x="59554" y="4654"/>
                    <a:pt x="58394" y="4654"/>
                  </a:cubicBezTo>
                  <a:cubicBezTo>
                    <a:pt x="49540" y="4652"/>
                    <a:pt x="40694" y="4577"/>
                    <a:pt x="27891" y="4226"/>
                  </a:cubicBezTo>
                  <a:cubicBezTo>
                    <a:pt x="27634" y="4218"/>
                    <a:pt x="27378" y="4210"/>
                    <a:pt x="27120" y="4201"/>
                  </a:cubicBezTo>
                  <a:cubicBezTo>
                    <a:pt x="20349" y="3969"/>
                    <a:pt x="13589" y="3613"/>
                    <a:pt x="6849" y="2936"/>
                  </a:cubicBezTo>
                  <a:cubicBezTo>
                    <a:pt x="6762" y="2928"/>
                    <a:pt x="6677" y="2918"/>
                    <a:pt x="6588" y="2909"/>
                  </a:cubicBezTo>
                  <a:cubicBezTo>
                    <a:pt x="5434" y="2792"/>
                    <a:pt x="4282" y="2667"/>
                    <a:pt x="3130" y="2531"/>
                  </a:cubicBezTo>
                  <a:cubicBezTo>
                    <a:pt x="3059" y="2523"/>
                    <a:pt x="2986" y="2515"/>
                    <a:pt x="2911" y="2506"/>
                  </a:cubicBezTo>
                  <a:cubicBezTo>
                    <a:pt x="2425" y="2448"/>
                    <a:pt x="1936" y="2387"/>
                    <a:pt x="1450" y="2323"/>
                  </a:cubicBezTo>
                  <a:cubicBezTo>
                    <a:pt x="1327" y="2308"/>
                    <a:pt x="1203" y="2293"/>
                    <a:pt x="1076" y="2279"/>
                  </a:cubicBezTo>
                  <a:cubicBezTo>
                    <a:pt x="964" y="2262"/>
                    <a:pt x="853" y="2247"/>
                    <a:pt x="738" y="2231"/>
                  </a:cubicBezTo>
                  <a:cubicBezTo>
                    <a:pt x="640" y="2218"/>
                    <a:pt x="542" y="2206"/>
                    <a:pt x="442" y="2193"/>
                  </a:cubicBezTo>
                  <a:cubicBezTo>
                    <a:pt x="208" y="2114"/>
                    <a:pt x="208" y="2114"/>
                    <a:pt x="70" y="1897"/>
                  </a:cubicBezTo>
                  <a:cubicBezTo>
                    <a:pt x="48" y="1832"/>
                    <a:pt x="24" y="1765"/>
                    <a:pt x="0" y="1696"/>
                  </a:cubicBezTo>
                  <a:cubicBezTo>
                    <a:pt x="8866" y="920"/>
                    <a:pt x="17734" y="597"/>
                    <a:pt x="29392" y="334"/>
                  </a:cubicBezTo>
                  <a:cubicBezTo>
                    <a:pt x="29490" y="331"/>
                    <a:pt x="29590" y="329"/>
                    <a:pt x="29692" y="327"/>
                  </a:cubicBezTo>
                  <a:cubicBezTo>
                    <a:pt x="34414" y="229"/>
                    <a:pt x="39137" y="169"/>
                    <a:pt x="43860" y="123"/>
                  </a:cubicBezTo>
                  <a:cubicBezTo>
                    <a:pt x="44194" y="121"/>
                    <a:pt x="44526" y="117"/>
                    <a:pt x="44860" y="114"/>
                  </a:cubicBezTo>
                  <a:cubicBezTo>
                    <a:pt x="54956" y="14"/>
                    <a:pt x="65054" y="-6"/>
                    <a:pt x="75150" y="0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30" name="New shape">
              <a:extLst>
                <a:ext uri="{FF2B5EF4-FFF2-40B4-BE49-F238E27FC236}">
                  <a16:creationId xmlns:a16="http://schemas.microsoft.com/office/drawing/2014/main" id="{CF282D3E-859D-13B8-4BF7-A0780158409D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2611" y="1038512"/>
              <a:ext cx="41039" cy="26449"/>
            </a:xfrm>
            <a:custGeom>
              <a:avLst/>
              <a:gdLst/>
              <a:ahLst/>
              <a:cxnLst/>
              <a:rect l="l" t="t" r="r" b="b"/>
              <a:pathLst>
                <a:path w="41038" h="26449">
                  <a:moveTo>
                    <a:pt x="38515" y="400"/>
                  </a:moveTo>
                  <a:cubicBezTo>
                    <a:pt x="39840" y="1431"/>
                    <a:pt x="40426" y="3091"/>
                    <a:pt x="40644" y="4700"/>
                  </a:cubicBezTo>
                  <a:cubicBezTo>
                    <a:pt x="40694" y="5113"/>
                    <a:pt x="40736" y="5528"/>
                    <a:pt x="40773" y="5944"/>
                  </a:cubicBezTo>
                  <a:cubicBezTo>
                    <a:pt x="40782" y="6036"/>
                    <a:pt x="40790" y="6130"/>
                    <a:pt x="40800" y="6224"/>
                  </a:cubicBezTo>
                  <a:cubicBezTo>
                    <a:pt x="41030" y="8730"/>
                    <a:pt x="41030" y="11246"/>
                    <a:pt x="41026" y="13760"/>
                  </a:cubicBezTo>
                  <a:cubicBezTo>
                    <a:pt x="41023" y="14435"/>
                    <a:pt x="41028" y="15107"/>
                    <a:pt x="41032" y="15779"/>
                  </a:cubicBezTo>
                  <a:cubicBezTo>
                    <a:pt x="41037" y="16305"/>
                    <a:pt x="41037" y="16831"/>
                    <a:pt x="41037" y="17357"/>
                  </a:cubicBezTo>
                  <a:cubicBezTo>
                    <a:pt x="41037" y="17605"/>
                    <a:pt x="41037" y="17854"/>
                    <a:pt x="41038" y="18102"/>
                  </a:cubicBezTo>
                  <a:cubicBezTo>
                    <a:pt x="41059" y="20826"/>
                    <a:pt x="41059" y="20826"/>
                    <a:pt x="40139" y="22045"/>
                  </a:cubicBezTo>
                  <a:cubicBezTo>
                    <a:pt x="39329" y="22848"/>
                    <a:pt x="38124" y="22892"/>
                    <a:pt x="37048" y="23047"/>
                  </a:cubicBezTo>
                  <a:cubicBezTo>
                    <a:pt x="36824" y="23080"/>
                    <a:pt x="36601" y="23116"/>
                    <a:pt x="36377" y="23149"/>
                  </a:cubicBezTo>
                  <a:cubicBezTo>
                    <a:pt x="35678" y="23255"/>
                    <a:pt x="34981" y="23355"/>
                    <a:pt x="34280" y="23456"/>
                  </a:cubicBezTo>
                  <a:cubicBezTo>
                    <a:pt x="34063" y="23487"/>
                    <a:pt x="33845" y="23518"/>
                    <a:pt x="33627" y="23550"/>
                  </a:cubicBezTo>
                  <a:cubicBezTo>
                    <a:pt x="32214" y="23754"/>
                    <a:pt x="30798" y="23944"/>
                    <a:pt x="29383" y="24128"/>
                  </a:cubicBezTo>
                  <a:cubicBezTo>
                    <a:pt x="29029" y="24174"/>
                    <a:pt x="28675" y="24222"/>
                    <a:pt x="28323" y="24268"/>
                  </a:cubicBezTo>
                  <a:cubicBezTo>
                    <a:pt x="23507" y="24898"/>
                    <a:pt x="18686" y="25459"/>
                    <a:pt x="13852" y="25937"/>
                  </a:cubicBezTo>
                  <a:cubicBezTo>
                    <a:pt x="13629" y="25960"/>
                    <a:pt x="13406" y="25981"/>
                    <a:pt x="13182" y="26004"/>
                  </a:cubicBezTo>
                  <a:cubicBezTo>
                    <a:pt x="10465" y="26276"/>
                    <a:pt x="7753" y="26420"/>
                    <a:pt x="5021" y="26440"/>
                  </a:cubicBezTo>
                  <a:cubicBezTo>
                    <a:pt x="4815" y="26442"/>
                    <a:pt x="4610" y="26447"/>
                    <a:pt x="4403" y="26449"/>
                  </a:cubicBezTo>
                  <a:cubicBezTo>
                    <a:pt x="1441" y="26488"/>
                    <a:pt x="1441" y="26488"/>
                    <a:pt x="467" y="25752"/>
                  </a:cubicBezTo>
                  <a:cubicBezTo>
                    <a:pt x="60" y="25278"/>
                    <a:pt x="-17" y="24877"/>
                    <a:pt x="0" y="24270"/>
                  </a:cubicBezTo>
                  <a:cubicBezTo>
                    <a:pt x="0" y="24188"/>
                    <a:pt x="1" y="24105"/>
                    <a:pt x="3" y="24021"/>
                  </a:cubicBezTo>
                  <a:cubicBezTo>
                    <a:pt x="33" y="23084"/>
                    <a:pt x="229" y="22197"/>
                    <a:pt x="455" y="21291"/>
                  </a:cubicBezTo>
                  <a:cubicBezTo>
                    <a:pt x="467" y="21245"/>
                    <a:pt x="467" y="21245"/>
                    <a:pt x="523" y="21014"/>
                  </a:cubicBezTo>
                  <a:cubicBezTo>
                    <a:pt x="1172" y="18367"/>
                    <a:pt x="2053" y="15791"/>
                    <a:pt x="2971" y="13228"/>
                  </a:cubicBezTo>
                  <a:cubicBezTo>
                    <a:pt x="3011" y="13118"/>
                    <a:pt x="3050" y="13005"/>
                    <a:pt x="3092" y="12890"/>
                  </a:cubicBezTo>
                  <a:cubicBezTo>
                    <a:pt x="3320" y="12249"/>
                    <a:pt x="3554" y="11613"/>
                    <a:pt x="3800" y="10978"/>
                  </a:cubicBezTo>
                  <a:cubicBezTo>
                    <a:pt x="3873" y="10786"/>
                    <a:pt x="3944" y="10594"/>
                    <a:pt x="4013" y="10402"/>
                  </a:cubicBezTo>
                  <a:cubicBezTo>
                    <a:pt x="4047" y="10312"/>
                    <a:pt x="4080" y="10223"/>
                    <a:pt x="4113" y="10129"/>
                  </a:cubicBezTo>
                  <a:cubicBezTo>
                    <a:pt x="4140" y="10052"/>
                    <a:pt x="4170" y="9974"/>
                    <a:pt x="4197" y="9893"/>
                  </a:cubicBezTo>
                  <a:cubicBezTo>
                    <a:pt x="4768" y="8578"/>
                    <a:pt x="5698" y="7463"/>
                    <a:pt x="7015" y="6831"/>
                  </a:cubicBezTo>
                  <a:cubicBezTo>
                    <a:pt x="7772" y="6541"/>
                    <a:pt x="8559" y="6370"/>
                    <a:pt x="9348" y="6188"/>
                  </a:cubicBezTo>
                  <a:cubicBezTo>
                    <a:pt x="9618" y="6123"/>
                    <a:pt x="9886" y="6056"/>
                    <a:pt x="10155" y="5990"/>
                  </a:cubicBezTo>
                  <a:cubicBezTo>
                    <a:pt x="10679" y="5858"/>
                    <a:pt x="11203" y="5731"/>
                    <a:pt x="11730" y="5604"/>
                  </a:cubicBezTo>
                  <a:cubicBezTo>
                    <a:pt x="12925" y="5316"/>
                    <a:pt x="14117" y="5011"/>
                    <a:pt x="15309" y="4702"/>
                  </a:cubicBezTo>
                  <a:cubicBezTo>
                    <a:pt x="15516" y="4650"/>
                    <a:pt x="15720" y="4598"/>
                    <a:pt x="15925" y="4543"/>
                  </a:cubicBezTo>
                  <a:cubicBezTo>
                    <a:pt x="16240" y="4462"/>
                    <a:pt x="16555" y="4381"/>
                    <a:pt x="16868" y="4301"/>
                  </a:cubicBezTo>
                  <a:cubicBezTo>
                    <a:pt x="18053" y="3994"/>
                    <a:pt x="19239" y="3692"/>
                    <a:pt x="20425" y="3389"/>
                  </a:cubicBezTo>
                  <a:cubicBezTo>
                    <a:pt x="20644" y="3335"/>
                    <a:pt x="20863" y="3279"/>
                    <a:pt x="21082" y="3222"/>
                  </a:cubicBezTo>
                  <a:cubicBezTo>
                    <a:pt x="21412" y="3139"/>
                    <a:pt x="21744" y="3053"/>
                    <a:pt x="22073" y="2970"/>
                  </a:cubicBezTo>
                  <a:cubicBezTo>
                    <a:pt x="22973" y="2740"/>
                    <a:pt x="23871" y="2510"/>
                    <a:pt x="24769" y="2281"/>
                  </a:cubicBezTo>
                  <a:cubicBezTo>
                    <a:pt x="25755" y="2028"/>
                    <a:pt x="26743" y="1778"/>
                    <a:pt x="27728" y="1525"/>
                  </a:cubicBezTo>
                  <a:cubicBezTo>
                    <a:pt x="28144" y="1421"/>
                    <a:pt x="28557" y="1314"/>
                    <a:pt x="28970" y="1208"/>
                  </a:cubicBezTo>
                  <a:cubicBezTo>
                    <a:pt x="29457" y="1085"/>
                    <a:pt x="29940" y="962"/>
                    <a:pt x="30425" y="836"/>
                  </a:cubicBezTo>
                  <a:cubicBezTo>
                    <a:pt x="30602" y="793"/>
                    <a:pt x="30777" y="747"/>
                    <a:pt x="30953" y="703"/>
                  </a:cubicBezTo>
                  <a:cubicBezTo>
                    <a:pt x="31842" y="475"/>
                    <a:pt x="32731" y="256"/>
                    <a:pt x="33625" y="54"/>
                  </a:cubicBezTo>
                  <a:cubicBezTo>
                    <a:pt x="33701" y="35"/>
                    <a:pt x="33777" y="18"/>
                    <a:pt x="33856" y="0"/>
                  </a:cubicBezTo>
                  <a:cubicBezTo>
                    <a:pt x="35331" y="-327"/>
                    <a:pt x="37193" y="-459"/>
                    <a:pt x="38515" y="400"/>
                  </a:cubicBezTo>
                  <a:close/>
                  <a:moveTo>
                    <a:pt x="33585" y="4731"/>
                  </a:moveTo>
                  <a:cubicBezTo>
                    <a:pt x="33451" y="4763"/>
                    <a:pt x="33318" y="4792"/>
                    <a:pt x="33178" y="4821"/>
                  </a:cubicBezTo>
                  <a:cubicBezTo>
                    <a:pt x="32804" y="4904"/>
                    <a:pt x="32429" y="4990"/>
                    <a:pt x="32055" y="5073"/>
                  </a:cubicBezTo>
                  <a:cubicBezTo>
                    <a:pt x="31813" y="5128"/>
                    <a:pt x="31573" y="5182"/>
                    <a:pt x="31331" y="5236"/>
                  </a:cubicBezTo>
                  <a:cubicBezTo>
                    <a:pt x="27722" y="6042"/>
                    <a:pt x="24121" y="6898"/>
                    <a:pt x="20523" y="7756"/>
                  </a:cubicBezTo>
                  <a:cubicBezTo>
                    <a:pt x="19911" y="7900"/>
                    <a:pt x="19300" y="8046"/>
                    <a:pt x="18688" y="8192"/>
                  </a:cubicBezTo>
                  <a:cubicBezTo>
                    <a:pt x="18569" y="8219"/>
                    <a:pt x="18448" y="8248"/>
                    <a:pt x="18327" y="8277"/>
                  </a:cubicBezTo>
                  <a:cubicBezTo>
                    <a:pt x="16835" y="8632"/>
                    <a:pt x="15343" y="8977"/>
                    <a:pt x="13848" y="9308"/>
                  </a:cubicBezTo>
                  <a:cubicBezTo>
                    <a:pt x="13581" y="9367"/>
                    <a:pt x="13313" y="9427"/>
                    <a:pt x="13048" y="9486"/>
                  </a:cubicBezTo>
                  <a:cubicBezTo>
                    <a:pt x="12331" y="9647"/>
                    <a:pt x="11614" y="9805"/>
                    <a:pt x="10897" y="9958"/>
                  </a:cubicBezTo>
                  <a:cubicBezTo>
                    <a:pt x="10684" y="10004"/>
                    <a:pt x="10471" y="10049"/>
                    <a:pt x="10258" y="10098"/>
                  </a:cubicBezTo>
                  <a:cubicBezTo>
                    <a:pt x="10005" y="10152"/>
                    <a:pt x="9753" y="10206"/>
                    <a:pt x="9500" y="10258"/>
                  </a:cubicBezTo>
                  <a:cubicBezTo>
                    <a:pt x="8832" y="10408"/>
                    <a:pt x="8371" y="10559"/>
                    <a:pt x="7980" y="11141"/>
                  </a:cubicBezTo>
                  <a:cubicBezTo>
                    <a:pt x="7789" y="11469"/>
                    <a:pt x="7626" y="11807"/>
                    <a:pt x="7467" y="12153"/>
                  </a:cubicBezTo>
                  <a:cubicBezTo>
                    <a:pt x="7444" y="12203"/>
                    <a:pt x="7444" y="12203"/>
                    <a:pt x="7325" y="12456"/>
                  </a:cubicBezTo>
                  <a:cubicBezTo>
                    <a:pt x="7223" y="12673"/>
                    <a:pt x="7121" y="12890"/>
                    <a:pt x="7018" y="13109"/>
                  </a:cubicBezTo>
                  <a:cubicBezTo>
                    <a:pt x="6745" y="13696"/>
                    <a:pt x="6466" y="14282"/>
                    <a:pt x="6187" y="14869"/>
                  </a:cubicBezTo>
                  <a:cubicBezTo>
                    <a:pt x="6129" y="14990"/>
                    <a:pt x="6073" y="15111"/>
                    <a:pt x="6012" y="15238"/>
                  </a:cubicBezTo>
                  <a:cubicBezTo>
                    <a:pt x="5428" y="16468"/>
                    <a:pt x="4825" y="17689"/>
                    <a:pt x="4216" y="18908"/>
                  </a:cubicBezTo>
                  <a:cubicBezTo>
                    <a:pt x="4102" y="19135"/>
                    <a:pt x="3988" y="19363"/>
                    <a:pt x="3875" y="19590"/>
                  </a:cubicBezTo>
                  <a:cubicBezTo>
                    <a:pt x="3715" y="19914"/>
                    <a:pt x="3554" y="20235"/>
                    <a:pt x="3391" y="20559"/>
                  </a:cubicBezTo>
                  <a:cubicBezTo>
                    <a:pt x="3341" y="20661"/>
                    <a:pt x="3288" y="20763"/>
                    <a:pt x="3237" y="20868"/>
                  </a:cubicBezTo>
                  <a:cubicBezTo>
                    <a:pt x="2969" y="21396"/>
                    <a:pt x="2694" y="21915"/>
                    <a:pt x="2406" y="22433"/>
                  </a:cubicBezTo>
                  <a:cubicBezTo>
                    <a:pt x="2377" y="22485"/>
                    <a:pt x="2377" y="22485"/>
                    <a:pt x="2228" y="22748"/>
                  </a:cubicBezTo>
                  <a:cubicBezTo>
                    <a:pt x="2118" y="22946"/>
                    <a:pt x="2005" y="23143"/>
                    <a:pt x="1892" y="23339"/>
                  </a:cubicBezTo>
                  <a:cubicBezTo>
                    <a:pt x="1842" y="23428"/>
                    <a:pt x="1792" y="23516"/>
                    <a:pt x="1740" y="23608"/>
                  </a:cubicBezTo>
                  <a:cubicBezTo>
                    <a:pt x="1719" y="23646"/>
                    <a:pt x="1719" y="23646"/>
                    <a:pt x="1606" y="23840"/>
                  </a:cubicBezTo>
                  <a:cubicBezTo>
                    <a:pt x="1489" y="24140"/>
                    <a:pt x="1496" y="24389"/>
                    <a:pt x="1510" y="24708"/>
                  </a:cubicBezTo>
                  <a:cubicBezTo>
                    <a:pt x="2606" y="24746"/>
                    <a:pt x="3583" y="24668"/>
                    <a:pt x="4652" y="24410"/>
                  </a:cubicBezTo>
                  <a:cubicBezTo>
                    <a:pt x="4791" y="24376"/>
                    <a:pt x="4933" y="24345"/>
                    <a:pt x="5074" y="24311"/>
                  </a:cubicBezTo>
                  <a:cubicBezTo>
                    <a:pt x="5378" y="24243"/>
                    <a:pt x="5681" y="24174"/>
                    <a:pt x="5985" y="24103"/>
                  </a:cubicBezTo>
                  <a:cubicBezTo>
                    <a:pt x="9314" y="23330"/>
                    <a:pt x="12665" y="22692"/>
                    <a:pt x="16031" y="22112"/>
                  </a:cubicBezTo>
                  <a:cubicBezTo>
                    <a:pt x="16085" y="22103"/>
                    <a:pt x="16085" y="22103"/>
                    <a:pt x="16367" y="22053"/>
                  </a:cubicBezTo>
                  <a:cubicBezTo>
                    <a:pt x="23290" y="20863"/>
                    <a:pt x="30247" y="19843"/>
                    <a:pt x="37202" y="18864"/>
                  </a:cubicBezTo>
                  <a:cubicBezTo>
                    <a:pt x="37123" y="15825"/>
                    <a:pt x="37018" y="12792"/>
                    <a:pt x="36799" y="9759"/>
                  </a:cubicBezTo>
                  <a:cubicBezTo>
                    <a:pt x="36795" y="9701"/>
                    <a:pt x="36795" y="9701"/>
                    <a:pt x="36774" y="9413"/>
                  </a:cubicBezTo>
                  <a:cubicBezTo>
                    <a:pt x="36693" y="8232"/>
                    <a:pt x="36580" y="7061"/>
                    <a:pt x="36379" y="5892"/>
                  </a:cubicBezTo>
                  <a:cubicBezTo>
                    <a:pt x="36365" y="5796"/>
                    <a:pt x="36348" y="5700"/>
                    <a:pt x="36334" y="5601"/>
                  </a:cubicBezTo>
                  <a:cubicBezTo>
                    <a:pt x="36262" y="5222"/>
                    <a:pt x="36194" y="4936"/>
                    <a:pt x="35990" y="4608"/>
                  </a:cubicBezTo>
                  <a:cubicBezTo>
                    <a:pt x="35292" y="4197"/>
                    <a:pt x="34319" y="4566"/>
                    <a:pt x="33585" y="4731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31" name="New shape">
              <a:extLst>
                <a:ext uri="{FF2B5EF4-FFF2-40B4-BE49-F238E27FC236}">
                  <a16:creationId xmlns:a16="http://schemas.microsoft.com/office/drawing/2014/main" id="{D673082F-EA41-6F92-CCE8-5C739E54944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465242" y="1039652"/>
              <a:ext cx="41162" cy="25514"/>
            </a:xfrm>
            <a:custGeom>
              <a:avLst/>
              <a:gdLst/>
              <a:ahLst/>
              <a:cxnLst/>
              <a:rect l="l" t="t" r="r" b="b"/>
              <a:pathLst>
                <a:path w="41161" h="25514">
                  <a:moveTo>
                    <a:pt x="9809" y="158"/>
                  </a:moveTo>
                  <a:cubicBezTo>
                    <a:pt x="10116" y="231"/>
                    <a:pt x="10423" y="302"/>
                    <a:pt x="10730" y="375"/>
                  </a:cubicBezTo>
                  <a:cubicBezTo>
                    <a:pt x="12068" y="686"/>
                    <a:pt x="13406" y="1004"/>
                    <a:pt x="14741" y="1325"/>
                  </a:cubicBezTo>
                  <a:cubicBezTo>
                    <a:pt x="15554" y="1519"/>
                    <a:pt x="16363" y="1711"/>
                    <a:pt x="17175" y="1905"/>
                  </a:cubicBezTo>
                  <a:cubicBezTo>
                    <a:pt x="19369" y="2425"/>
                    <a:pt x="21564" y="2949"/>
                    <a:pt x="23756" y="3479"/>
                  </a:cubicBezTo>
                  <a:cubicBezTo>
                    <a:pt x="23961" y="3527"/>
                    <a:pt x="24165" y="3577"/>
                    <a:pt x="24372" y="3627"/>
                  </a:cubicBezTo>
                  <a:cubicBezTo>
                    <a:pt x="24472" y="3650"/>
                    <a:pt x="24574" y="3675"/>
                    <a:pt x="24679" y="3700"/>
                  </a:cubicBezTo>
                  <a:cubicBezTo>
                    <a:pt x="25393" y="3873"/>
                    <a:pt x="26106" y="4045"/>
                    <a:pt x="26822" y="4214"/>
                  </a:cubicBezTo>
                  <a:cubicBezTo>
                    <a:pt x="27705" y="4424"/>
                    <a:pt x="28590" y="4637"/>
                    <a:pt x="29473" y="4852"/>
                  </a:cubicBezTo>
                  <a:cubicBezTo>
                    <a:pt x="29930" y="4965"/>
                    <a:pt x="30387" y="5076"/>
                    <a:pt x="30846" y="5182"/>
                  </a:cubicBezTo>
                  <a:cubicBezTo>
                    <a:pt x="35345" y="6247"/>
                    <a:pt x="35345" y="6247"/>
                    <a:pt x="36415" y="7618"/>
                  </a:cubicBezTo>
                  <a:cubicBezTo>
                    <a:pt x="36979" y="8616"/>
                    <a:pt x="37365" y="9713"/>
                    <a:pt x="37769" y="10784"/>
                  </a:cubicBezTo>
                  <a:cubicBezTo>
                    <a:pt x="37790" y="10843"/>
                    <a:pt x="37790" y="10843"/>
                    <a:pt x="37905" y="11139"/>
                  </a:cubicBezTo>
                  <a:cubicBezTo>
                    <a:pt x="41710" y="21145"/>
                    <a:pt x="41710" y="21145"/>
                    <a:pt x="41161" y="23986"/>
                  </a:cubicBezTo>
                  <a:cubicBezTo>
                    <a:pt x="40805" y="24727"/>
                    <a:pt x="40255" y="25169"/>
                    <a:pt x="39492" y="25447"/>
                  </a:cubicBezTo>
                  <a:cubicBezTo>
                    <a:pt x="39097" y="25507"/>
                    <a:pt x="38709" y="25510"/>
                    <a:pt x="38310" y="25510"/>
                  </a:cubicBezTo>
                  <a:cubicBezTo>
                    <a:pt x="38196" y="25510"/>
                    <a:pt x="38079" y="25512"/>
                    <a:pt x="37958" y="25514"/>
                  </a:cubicBezTo>
                  <a:cubicBezTo>
                    <a:pt x="37569" y="25516"/>
                    <a:pt x="37179" y="25514"/>
                    <a:pt x="36791" y="25512"/>
                  </a:cubicBezTo>
                  <a:cubicBezTo>
                    <a:pt x="36651" y="25512"/>
                    <a:pt x="36511" y="25512"/>
                    <a:pt x="36373" y="25510"/>
                  </a:cubicBezTo>
                  <a:cubicBezTo>
                    <a:pt x="26592" y="25462"/>
                    <a:pt x="16756" y="23919"/>
                    <a:pt x="7084" y="22623"/>
                  </a:cubicBezTo>
                  <a:cubicBezTo>
                    <a:pt x="6737" y="22577"/>
                    <a:pt x="6391" y="22531"/>
                    <a:pt x="6046" y="22487"/>
                  </a:cubicBezTo>
                  <a:cubicBezTo>
                    <a:pt x="5508" y="22416"/>
                    <a:pt x="4969" y="22343"/>
                    <a:pt x="4430" y="22268"/>
                  </a:cubicBezTo>
                  <a:cubicBezTo>
                    <a:pt x="4236" y="22241"/>
                    <a:pt x="4040" y="22216"/>
                    <a:pt x="3846" y="22191"/>
                  </a:cubicBezTo>
                  <a:cubicBezTo>
                    <a:pt x="2492" y="22016"/>
                    <a:pt x="1149" y="21780"/>
                    <a:pt x="251" y="20646"/>
                  </a:cubicBezTo>
                  <a:cubicBezTo>
                    <a:pt x="-2" y="20079"/>
                    <a:pt x="12" y="19534"/>
                    <a:pt x="12" y="18926"/>
                  </a:cubicBezTo>
                  <a:cubicBezTo>
                    <a:pt x="12" y="18872"/>
                    <a:pt x="12" y="18872"/>
                    <a:pt x="10" y="18595"/>
                  </a:cubicBezTo>
                  <a:cubicBezTo>
                    <a:pt x="7" y="18233"/>
                    <a:pt x="7" y="17872"/>
                    <a:pt x="7" y="17509"/>
                  </a:cubicBezTo>
                  <a:cubicBezTo>
                    <a:pt x="7" y="17255"/>
                    <a:pt x="6" y="17000"/>
                    <a:pt x="6" y="16743"/>
                  </a:cubicBezTo>
                  <a:cubicBezTo>
                    <a:pt x="3" y="16207"/>
                    <a:pt x="3" y="15668"/>
                    <a:pt x="3" y="15130"/>
                  </a:cubicBezTo>
                  <a:cubicBezTo>
                    <a:pt x="3" y="14587"/>
                    <a:pt x="1" y="14044"/>
                    <a:pt x="0" y="13502"/>
                  </a:cubicBezTo>
                  <a:cubicBezTo>
                    <a:pt x="-14" y="10874"/>
                    <a:pt x="-20" y="8254"/>
                    <a:pt x="229" y="5635"/>
                  </a:cubicBezTo>
                  <a:cubicBezTo>
                    <a:pt x="237" y="5547"/>
                    <a:pt x="245" y="5460"/>
                    <a:pt x="256" y="5368"/>
                  </a:cubicBezTo>
                  <a:cubicBezTo>
                    <a:pt x="423" y="3638"/>
                    <a:pt x="644" y="1554"/>
                    <a:pt x="2068" y="375"/>
                  </a:cubicBezTo>
                  <a:cubicBezTo>
                    <a:pt x="2158" y="315"/>
                    <a:pt x="2247" y="254"/>
                    <a:pt x="2339" y="192"/>
                  </a:cubicBezTo>
                  <a:cubicBezTo>
                    <a:pt x="2383" y="160"/>
                    <a:pt x="2383" y="160"/>
                    <a:pt x="2615" y="0"/>
                  </a:cubicBezTo>
                  <a:cubicBezTo>
                    <a:pt x="4789" y="-1392"/>
                    <a:pt x="7497" y="-390"/>
                    <a:pt x="9809" y="158"/>
                  </a:cubicBezTo>
                  <a:close/>
                  <a:moveTo>
                    <a:pt x="5053" y="3740"/>
                  </a:moveTo>
                  <a:cubicBezTo>
                    <a:pt x="4656" y="4427"/>
                    <a:pt x="4522" y="5042"/>
                    <a:pt x="4426" y="5827"/>
                  </a:cubicBezTo>
                  <a:cubicBezTo>
                    <a:pt x="4409" y="5959"/>
                    <a:pt x="4393" y="6090"/>
                    <a:pt x="4374" y="6226"/>
                  </a:cubicBezTo>
                  <a:cubicBezTo>
                    <a:pt x="3905" y="10110"/>
                    <a:pt x="3721" y="14022"/>
                    <a:pt x="3800" y="17933"/>
                  </a:cubicBezTo>
                  <a:cubicBezTo>
                    <a:pt x="5339" y="18196"/>
                    <a:pt x="6880" y="18440"/>
                    <a:pt x="8429" y="18653"/>
                  </a:cubicBezTo>
                  <a:cubicBezTo>
                    <a:pt x="9010" y="18732"/>
                    <a:pt x="9590" y="18814"/>
                    <a:pt x="10170" y="18895"/>
                  </a:cubicBezTo>
                  <a:cubicBezTo>
                    <a:pt x="10233" y="18904"/>
                    <a:pt x="10233" y="18904"/>
                    <a:pt x="10541" y="18947"/>
                  </a:cubicBezTo>
                  <a:cubicBezTo>
                    <a:pt x="28526" y="21463"/>
                    <a:pt x="28526" y="21463"/>
                    <a:pt x="37150" y="23585"/>
                  </a:cubicBezTo>
                  <a:cubicBezTo>
                    <a:pt x="37943" y="23775"/>
                    <a:pt x="38673" y="23857"/>
                    <a:pt x="39492" y="23777"/>
                  </a:cubicBezTo>
                  <a:cubicBezTo>
                    <a:pt x="39646" y="23422"/>
                    <a:pt x="39726" y="23232"/>
                    <a:pt x="39609" y="22855"/>
                  </a:cubicBezTo>
                  <a:cubicBezTo>
                    <a:pt x="39582" y="22802"/>
                    <a:pt x="39582" y="22802"/>
                    <a:pt x="39441" y="22544"/>
                  </a:cubicBezTo>
                  <a:cubicBezTo>
                    <a:pt x="39379" y="22425"/>
                    <a:pt x="39316" y="22306"/>
                    <a:pt x="39251" y="22185"/>
                  </a:cubicBezTo>
                  <a:cubicBezTo>
                    <a:pt x="39216" y="22122"/>
                    <a:pt x="39182" y="22057"/>
                    <a:pt x="39148" y="21993"/>
                  </a:cubicBezTo>
                  <a:cubicBezTo>
                    <a:pt x="39037" y="21790"/>
                    <a:pt x="38928" y="21588"/>
                    <a:pt x="38822" y="21383"/>
                  </a:cubicBezTo>
                  <a:cubicBezTo>
                    <a:pt x="38667" y="21091"/>
                    <a:pt x="38510" y="20797"/>
                    <a:pt x="38354" y="20504"/>
                  </a:cubicBezTo>
                  <a:cubicBezTo>
                    <a:pt x="37939" y="19730"/>
                    <a:pt x="37532" y="18954"/>
                    <a:pt x="37127" y="18175"/>
                  </a:cubicBezTo>
                  <a:cubicBezTo>
                    <a:pt x="37085" y="18096"/>
                    <a:pt x="37045" y="18016"/>
                    <a:pt x="37002" y="17935"/>
                  </a:cubicBezTo>
                  <a:cubicBezTo>
                    <a:pt x="36035" y="16073"/>
                    <a:pt x="35175" y="14165"/>
                    <a:pt x="34342" y="12241"/>
                  </a:cubicBezTo>
                  <a:cubicBezTo>
                    <a:pt x="34261" y="12053"/>
                    <a:pt x="34180" y="11868"/>
                    <a:pt x="34098" y="11682"/>
                  </a:cubicBezTo>
                  <a:cubicBezTo>
                    <a:pt x="34002" y="11456"/>
                    <a:pt x="33904" y="11231"/>
                    <a:pt x="33808" y="11003"/>
                  </a:cubicBezTo>
                  <a:cubicBezTo>
                    <a:pt x="33766" y="10905"/>
                    <a:pt x="33722" y="10805"/>
                    <a:pt x="33679" y="10703"/>
                  </a:cubicBezTo>
                  <a:cubicBezTo>
                    <a:pt x="33660" y="10661"/>
                    <a:pt x="33660" y="10661"/>
                    <a:pt x="33568" y="10444"/>
                  </a:cubicBezTo>
                  <a:cubicBezTo>
                    <a:pt x="33357" y="10064"/>
                    <a:pt x="33153" y="9841"/>
                    <a:pt x="32743" y="9691"/>
                  </a:cubicBezTo>
                  <a:cubicBezTo>
                    <a:pt x="32637" y="9665"/>
                    <a:pt x="32529" y="9640"/>
                    <a:pt x="32418" y="9615"/>
                  </a:cubicBezTo>
                  <a:cubicBezTo>
                    <a:pt x="32293" y="9586"/>
                    <a:pt x="32166" y="9559"/>
                    <a:pt x="32036" y="9528"/>
                  </a:cubicBezTo>
                  <a:cubicBezTo>
                    <a:pt x="31894" y="9496"/>
                    <a:pt x="31752" y="9465"/>
                    <a:pt x="31608" y="9434"/>
                  </a:cubicBezTo>
                  <a:cubicBezTo>
                    <a:pt x="31453" y="9398"/>
                    <a:pt x="31297" y="9363"/>
                    <a:pt x="31143" y="9327"/>
                  </a:cubicBezTo>
                  <a:cubicBezTo>
                    <a:pt x="30702" y="9229"/>
                    <a:pt x="30262" y="9131"/>
                    <a:pt x="29822" y="9033"/>
                  </a:cubicBezTo>
                  <a:cubicBezTo>
                    <a:pt x="29440" y="8950"/>
                    <a:pt x="29057" y="8864"/>
                    <a:pt x="28678" y="8778"/>
                  </a:cubicBezTo>
                  <a:cubicBezTo>
                    <a:pt x="27223" y="8451"/>
                    <a:pt x="25768" y="8129"/>
                    <a:pt x="24311" y="7810"/>
                  </a:cubicBezTo>
                  <a:cubicBezTo>
                    <a:pt x="23892" y="7718"/>
                    <a:pt x="23472" y="7624"/>
                    <a:pt x="23051" y="7532"/>
                  </a:cubicBezTo>
                  <a:cubicBezTo>
                    <a:pt x="20423" y="6952"/>
                    <a:pt x="17793" y="6374"/>
                    <a:pt x="15163" y="5798"/>
                  </a:cubicBezTo>
                  <a:cubicBezTo>
                    <a:pt x="14535" y="5660"/>
                    <a:pt x="13906" y="5522"/>
                    <a:pt x="13279" y="5385"/>
                  </a:cubicBezTo>
                  <a:cubicBezTo>
                    <a:pt x="12266" y="5161"/>
                    <a:pt x="11254" y="4940"/>
                    <a:pt x="10243" y="4721"/>
                  </a:cubicBezTo>
                  <a:cubicBezTo>
                    <a:pt x="9772" y="4616"/>
                    <a:pt x="9300" y="4514"/>
                    <a:pt x="8828" y="4410"/>
                  </a:cubicBezTo>
                  <a:cubicBezTo>
                    <a:pt x="8390" y="4314"/>
                    <a:pt x="7952" y="4218"/>
                    <a:pt x="7513" y="4124"/>
                  </a:cubicBezTo>
                  <a:cubicBezTo>
                    <a:pt x="7353" y="4088"/>
                    <a:pt x="7194" y="4053"/>
                    <a:pt x="7033" y="4017"/>
                  </a:cubicBezTo>
                  <a:cubicBezTo>
                    <a:pt x="6816" y="3969"/>
                    <a:pt x="6599" y="3923"/>
                    <a:pt x="6380" y="3875"/>
                  </a:cubicBezTo>
                  <a:cubicBezTo>
                    <a:pt x="6259" y="3848"/>
                    <a:pt x="6138" y="3823"/>
                    <a:pt x="6012" y="3796"/>
                  </a:cubicBezTo>
                  <a:cubicBezTo>
                    <a:pt x="5685" y="3740"/>
                    <a:pt x="5382" y="3730"/>
                    <a:pt x="5053" y="3740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32" name="New shape">
              <a:extLst>
                <a:ext uri="{FF2B5EF4-FFF2-40B4-BE49-F238E27FC236}">
                  <a16:creationId xmlns:a16="http://schemas.microsoft.com/office/drawing/2014/main" id="{182BC378-7977-531A-2CDE-1EADFE76D630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511720" y="1044617"/>
              <a:ext cx="105515" cy="37416"/>
            </a:xfrm>
            <a:custGeom>
              <a:avLst/>
              <a:gdLst/>
              <a:ahLst/>
              <a:cxnLst/>
              <a:rect l="l" t="t" r="r" b="b"/>
              <a:pathLst>
                <a:path w="105515" h="37415">
                  <a:moveTo>
                    <a:pt x="43405" y="0"/>
                  </a:moveTo>
                  <a:cubicBezTo>
                    <a:pt x="45645" y="0"/>
                    <a:pt x="47883" y="0"/>
                    <a:pt x="50122" y="0"/>
                  </a:cubicBezTo>
                  <a:cubicBezTo>
                    <a:pt x="57548" y="-4"/>
                    <a:pt x="64972" y="-2"/>
                    <a:pt x="75458" y="27"/>
                  </a:cubicBezTo>
                  <a:cubicBezTo>
                    <a:pt x="75530" y="27"/>
                    <a:pt x="75603" y="27"/>
                    <a:pt x="75678" y="27"/>
                  </a:cubicBezTo>
                  <a:cubicBezTo>
                    <a:pt x="79729" y="39"/>
                    <a:pt x="83778" y="58"/>
                    <a:pt x="87830" y="85"/>
                  </a:cubicBezTo>
                  <a:cubicBezTo>
                    <a:pt x="88737" y="91"/>
                    <a:pt x="89645" y="95"/>
                    <a:pt x="90551" y="100"/>
                  </a:cubicBezTo>
                  <a:cubicBezTo>
                    <a:pt x="91643" y="104"/>
                    <a:pt x="92735" y="112"/>
                    <a:pt x="93824" y="120"/>
                  </a:cubicBezTo>
                  <a:cubicBezTo>
                    <a:pt x="94373" y="127"/>
                    <a:pt x="94922" y="129"/>
                    <a:pt x="95473" y="131"/>
                  </a:cubicBezTo>
                  <a:cubicBezTo>
                    <a:pt x="97550" y="137"/>
                    <a:pt x="99595" y="200"/>
                    <a:pt x="101655" y="503"/>
                  </a:cubicBezTo>
                  <a:cubicBezTo>
                    <a:pt x="101695" y="509"/>
                    <a:pt x="101695" y="509"/>
                    <a:pt x="101902" y="536"/>
                  </a:cubicBezTo>
                  <a:cubicBezTo>
                    <a:pt x="103183" y="717"/>
                    <a:pt x="104206" y="1085"/>
                    <a:pt x="105057" y="2126"/>
                  </a:cubicBezTo>
                  <a:cubicBezTo>
                    <a:pt x="105653" y="2968"/>
                    <a:pt x="105660" y="4051"/>
                    <a:pt x="105515" y="5036"/>
                  </a:cubicBezTo>
                  <a:cubicBezTo>
                    <a:pt x="105292" y="5911"/>
                    <a:pt x="104919" y="6737"/>
                    <a:pt x="104575" y="7566"/>
                  </a:cubicBezTo>
                  <a:cubicBezTo>
                    <a:pt x="104471" y="7820"/>
                    <a:pt x="104369" y="8075"/>
                    <a:pt x="104267" y="8327"/>
                  </a:cubicBezTo>
                  <a:cubicBezTo>
                    <a:pt x="104012" y="8956"/>
                    <a:pt x="103753" y="9582"/>
                    <a:pt x="103494" y="10208"/>
                  </a:cubicBezTo>
                  <a:cubicBezTo>
                    <a:pt x="103275" y="10740"/>
                    <a:pt x="103056" y="11273"/>
                    <a:pt x="102839" y="11807"/>
                  </a:cubicBezTo>
                  <a:cubicBezTo>
                    <a:pt x="102806" y="11884"/>
                    <a:pt x="102774" y="11963"/>
                    <a:pt x="102741" y="12043"/>
                  </a:cubicBezTo>
                  <a:cubicBezTo>
                    <a:pt x="102676" y="12203"/>
                    <a:pt x="102611" y="12362"/>
                    <a:pt x="102547" y="12523"/>
                  </a:cubicBezTo>
                  <a:cubicBezTo>
                    <a:pt x="102100" y="13612"/>
                    <a:pt x="101653" y="14704"/>
                    <a:pt x="101205" y="15793"/>
                  </a:cubicBezTo>
                  <a:cubicBezTo>
                    <a:pt x="100474" y="17561"/>
                    <a:pt x="99750" y="19331"/>
                    <a:pt x="99040" y="21108"/>
                  </a:cubicBezTo>
                  <a:cubicBezTo>
                    <a:pt x="98919" y="21408"/>
                    <a:pt x="98800" y="21709"/>
                    <a:pt x="98679" y="22009"/>
                  </a:cubicBezTo>
                  <a:cubicBezTo>
                    <a:pt x="98600" y="22207"/>
                    <a:pt x="98521" y="22406"/>
                    <a:pt x="98441" y="22602"/>
                  </a:cubicBezTo>
                  <a:cubicBezTo>
                    <a:pt x="98401" y="22700"/>
                    <a:pt x="98362" y="22798"/>
                    <a:pt x="98322" y="22898"/>
                  </a:cubicBezTo>
                  <a:cubicBezTo>
                    <a:pt x="98130" y="23376"/>
                    <a:pt x="97940" y="23854"/>
                    <a:pt x="97750" y="24332"/>
                  </a:cubicBezTo>
                  <a:cubicBezTo>
                    <a:pt x="96728" y="26908"/>
                    <a:pt x="95722" y="29423"/>
                    <a:pt x="93956" y="31596"/>
                  </a:cubicBezTo>
                  <a:cubicBezTo>
                    <a:pt x="93905" y="31656"/>
                    <a:pt x="93857" y="31719"/>
                    <a:pt x="93808" y="31782"/>
                  </a:cubicBezTo>
                  <a:cubicBezTo>
                    <a:pt x="91503" y="34654"/>
                    <a:pt x="88362" y="36607"/>
                    <a:pt x="84655" y="37023"/>
                  </a:cubicBezTo>
                  <a:cubicBezTo>
                    <a:pt x="82687" y="37208"/>
                    <a:pt x="80708" y="37242"/>
                    <a:pt x="78733" y="37292"/>
                  </a:cubicBezTo>
                  <a:cubicBezTo>
                    <a:pt x="78648" y="37294"/>
                    <a:pt x="78562" y="37296"/>
                    <a:pt x="78475" y="37298"/>
                  </a:cubicBezTo>
                  <a:cubicBezTo>
                    <a:pt x="74724" y="37396"/>
                    <a:pt x="70975" y="37419"/>
                    <a:pt x="67225" y="37415"/>
                  </a:cubicBezTo>
                  <a:cubicBezTo>
                    <a:pt x="66596" y="37415"/>
                    <a:pt x="65968" y="37415"/>
                    <a:pt x="65337" y="37415"/>
                  </a:cubicBezTo>
                  <a:cubicBezTo>
                    <a:pt x="65292" y="37415"/>
                    <a:pt x="65292" y="37415"/>
                    <a:pt x="65060" y="37415"/>
                  </a:cubicBezTo>
                  <a:cubicBezTo>
                    <a:pt x="64872" y="37415"/>
                    <a:pt x="64685" y="37415"/>
                    <a:pt x="64496" y="37415"/>
                  </a:cubicBezTo>
                  <a:cubicBezTo>
                    <a:pt x="62766" y="37417"/>
                    <a:pt x="61036" y="37415"/>
                    <a:pt x="59306" y="37415"/>
                  </a:cubicBezTo>
                  <a:cubicBezTo>
                    <a:pt x="57849" y="37413"/>
                    <a:pt x="56392" y="37415"/>
                    <a:pt x="54937" y="37415"/>
                  </a:cubicBezTo>
                  <a:cubicBezTo>
                    <a:pt x="40043" y="37426"/>
                    <a:pt x="40043" y="37426"/>
                    <a:pt x="33653" y="37292"/>
                  </a:cubicBezTo>
                  <a:cubicBezTo>
                    <a:pt x="33549" y="37290"/>
                    <a:pt x="33445" y="37288"/>
                    <a:pt x="33339" y="37286"/>
                  </a:cubicBezTo>
                  <a:cubicBezTo>
                    <a:pt x="30319" y="37223"/>
                    <a:pt x="27300" y="37123"/>
                    <a:pt x="24282" y="37010"/>
                  </a:cubicBezTo>
                  <a:cubicBezTo>
                    <a:pt x="24188" y="37006"/>
                    <a:pt x="24094" y="37002"/>
                    <a:pt x="23998" y="37000"/>
                  </a:cubicBezTo>
                  <a:cubicBezTo>
                    <a:pt x="23723" y="36989"/>
                    <a:pt x="23447" y="36979"/>
                    <a:pt x="23172" y="36966"/>
                  </a:cubicBezTo>
                  <a:cubicBezTo>
                    <a:pt x="23130" y="36966"/>
                    <a:pt x="23130" y="36966"/>
                    <a:pt x="22923" y="36958"/>
                  </a:cubicBezTo>
                  <a:cubicBezTo>
                    <a:pt x="18459" y="36781"/>
                    <a:pt x="14422" y="35386"/>
                    <a:pt x="11297" y="32068"/>
                  </a:cubicBezTo>
                  <a:cubicBezTo>
                    <a:pt x="8718" y="29183"/>
                    <a:pt x="7560" y="25482"/>
                    <a:pt x="6250" y="21915"/>
                  </a:cubicBezTo>
                  <a:cubicBezTo>
                    <a:pt x="5819" y="20738"/>
                    <a:pt x="5380" y="19561"/>
                    <a:pt x="4944" y="18384"/>
                  </a:cubicBezTo>
                  <a:cubicBezTo>
                    <a:pt x="4399" y="16916"/>
                    <a:pt x="3854" y="15447"/>
                    <a:pt x="3312" y="13978"/>
                  </a:cubicBezTo>
                  <a:cubicBezTo>
                    <a:pt x="3268" y="13861"/>
                    <a:pt x="3226" y="13746"/>
                    <a:pt x="3182" y="13625"/>
                  </a:cubicBezTo>
                  <a:cubicBezTo>
                    <a:pt x="2968" y="13047"/>
                    <a:pt x="2754" y="12469"/>
                    <a:pt x="2540" y="11888"/>
                  </a:cubicBezTo>
                  <a:cubicBezTo>
                    <a:pt x="2113" y="10732"/>
                    <a:pt x="1682" y="9576"/>
                    <a:pt x="1239" y="8426"/>
                  </a:cubicBezTo>
                  <a:cubicBezTo>
                    <a:pt x="1110" y="8083"/>
                    <a:pt x="979" y="7743"/>
                    <a:pt x="849" y="7403"/>
                  </a:cubicBezTo>
                  <a:cubicBezTo>
                    <a:pt x="727" y="7086"/>
                    <a:pt x="605" y="6768"/>
                    <a:pt x="482" y="6453"/>
                  </a:cubicBezTo>
                  <a:cubicBezTo>
                    <a:pt x="-574" y="3706"/>
                    <a:pt x="-574" y="3706"/>
                    <a:pt x="0" y="2295"/>
                  </a:cubicBezTo>
                  <a:cubicBezTo>
                    <a:pt x="373" y="1465"/>
                    <a:pt x="992" y="889"/>
                    <a:pt x="1836" y="544"/>
                  </a:cubicBezTo>
                  <a:cubicBezTo>
                    <a:pt x="3092" y="127"/>
                    <a:pt x="4355" y="162"/>
                    <a:pt x="5668" y="150"/>
                  </a:cubicBezTo>
                  <a:cubicBezTo>
                    <a:pt x="5873" y="148"/>
                    <a:pt x="6077" y="143"/>
                    <a:pt x="6284" y="141"/>
                  </a:cubicBezTo>
                  <a:cubicBezTo>
                    <a:pt x="7046" y="129"/>
                    <a:pt x="7810" y="120"/>
                    <a:pt x="8572" y="114"/>
                  </a:cubicBezTo>
                  <a:cubicBezTo>
                    <a:pt x="9160" y="108"/>
                    <a:pt x="9749" y="102"/>
                    <a:pt x="10339" y="95"/>
                  </a:cubicBezTo>
                  <a:cubicBezTo>
                    <a:pt x="19506" y="-10"/>
                    <a:pt x="28674" y="-2"/>
                    <a:pt x="43405" y="0"/>
                  </a:cubicBezTo>
                  <a:close/>
                  <a:moveTo>
                    <a:pt x="5536" y="5245"/>
                  </a:moveTo>
                  <a:cubicBezTo>
                    <a:pt x="5946" y="6821"/>
                    <a:pt x="6422" y="8359"/>
                    <a:pt x="6956" y="9897"/>
                  </a:cubicBezTo>
                  <a:cubicBezTo>
                    <a:pt x="7033" y="10118"/>
                    <a:pt x="7111" y="10340"/>
                    <a:pt x="7186" y="10561"/>
                  </a:cubicBezTo>
                  <a:cubicBezTo>
                    <a:pt x="7388" y="11147"/>
                    <a:pt x="7593" y="11734"/>
                    <a:pt x="7797" y="12318"/>
                  </a:cubicBezTo>
                  <a:cubicBezTo>
                    <a:pt x="7925" y="12684"/>
                    <a:pt x="8049" y="13047"/>
                    <a:pt x="8177" y="13410"/>
                  </a:cubicBezTo>
                  <a:cubicBezTo>
                    <a:pt x="8718" y="14967"/>
                    <a:pt x="9263" y="16520"/>
                    <a:pt x="9807" y="18075"/>
                  </a:cubicBezTo>
                  <a:cubicBezTo>
                    <a:pt x="9914" y="18377"/>
                    <a:pt x="10018" y="18680"/>
                    <a:pt x="10124" y="18983"/>
                  </a:cubicBezTo>
                  <a:cubicBezTo>
                    <a:pt x="10469" y="19964"/>
                    <a:pt x="10813" y="20945"/>
                    <a:pt x="11164" y="21924"/>
                  </a:cubicBezTo>
                  <a:cubicBezTo>
                    <a:pt x="11262" y="22199"/>
                    <a:pt x="11360" y="22477"/>
                    <a:pt x="11458" y="22752"/>
                  </a:cubicBezTo>
                  <a:cubicBezTo>
                    <a:pt x="12253" y="25015"/>
                    <a:pt x="13157" y="27540"/>
                    <a:pt x="14942" y="29221"/>
                  </a:cubicBezTo>
                  <a:cubicBezTo>
                    <a:pt x="15037" y="29315"/>
                    <a:pt x="15132" y="29406"/>
                    <a:pt x="15232" y="29500"/>
                  </a:cubicBezTo>
                  <a:cubicBezTo>
                    <a:pt x="15962" y="30168"/>
                    <a:pt x="16743" y="30684"/>
                    <a:pt x="17615" y="31139"/>
                  </a:cubicBezTo>
                  <a:cubicBezTo>
                    <a:pt x="17724" y="31197"/>
                    <a:pt x="17830" y="31254"/>
                    <a:pt x="17941" y="31314"/>
                  </a:cubicBezTo>
                  <a:cubicBezTo>
                    <a:pt x="20532" y="32537"/>
                    <a:pt x="23760" y="32241"/>
                    <a:pt x="26544" y="32253"/>
                  </a:cubicBezTo>
                  <a:cubicBezTo>
                    <a:pt x="27183" y="32258"/>
                    <a:pt x="27822" y="32262"/>
                    <a:pt x="28463" y="32268"/>
                  </a:cubicBezTo>
                  <a:cubicBezTo>
                    <a:pt x="29569" y="32276"/>
                    <a:pt x="30675" y="32285"/>
                    <a:pt x="31781" y="32291"/>
                  </a:cubicBezTo>
                  <a:cubicBezTo>
                    <a:pt x="32946" y="32297"/>
                    <a:pt x="34111" y="32305"/>
                    <a:pt x="35276" y="32314"/>
                  </a:cubicBezTo>
                  <a:cubicBezTo>
                    <a:pt x="35349" y="32316"/>
                    <a:pt x="35421" y="32316"/>
                    <a:pt x="35497" y="32316"/>
                  </a:cubicBezTo>
                  <a:cubicBezTo>
                    <a:pt x="35868" y="32318"/>
                    <a:pt x="36238" y="32322"/>
                    <a:pt x="36609" y="32324"/>
                  </a:cubicBezTo>
                  <a:cubicBezTo>
                    <a:pt x="39233" y="32345"/>
                    <a:pt x="41857" y="32362"/>
                    <a:pt x="44480" y="32379"/>
                  </a:cubicBezTo>
                  <a:cubicBezTo>
                    <a:pt x="47006" y="32395"/>
                    <a:pt x="49533" y="32414"/>
                    <a:pt x="52059" y="32431"/>
                  </a:cubicBezTo>
                  <a:cubicBezTo>
                    <a:pt x="52136" y="32433"/>
                    <a:pt x="52213" y="32433"/>
                    <a:pt x="52292" y="32433"/>
                  </a:cubicBezTo>
                  <a:cubicBezTo>
                    <a:pt x="52994" y="32439"/>
                    <a:pt x="53695" y="32443"/>
                    <a:pt x="54396" y="32449"/>
                  </a:cubicBezTo>
                  <a:cubicBezTo>
                    <a:pt x="57194" y="32470"/>
                    <a:pt x="59990" y="32489"/>
                    <a:pt x="62785" y="32508"/>
                  </a:cubicBezTo>
                  <a:cubicBezTo>
                    <a:pt x="63002" y="32510"/>
                    <a:pt x="63219" y="32512"/>
                    <a:pt x="63438" y="32514"/>
                  </a:cubicBezTo>
                  <a:cubicBezTo>
                    <a:pt x="64426" y="32521"/>
                    <a:pt x="65415" y="32527"/>
                    <a:pt x="66402" y="32535"/>
                  </a:cubicBezTo>
                  <a:cubicBezTo>
                    <a:pt x="66540" y="32535"/>
                    <a:pt x="66675" y="32535"/>
                    <a:pt x="66816" y="32537"/>
                  </a:cubicBezTo>
                  <a:cubicBezTo>
                    <a:pt x="68268" y="32548"/>
                    <a:pt x="69719" y="32556"/>
                    <a:pt x="71170" y="32564"/>
                  </a:cubicBezTo>
                  <a:cubicBezTo>
                    <a:pt x="71294" y="32564"/>
                    <a:pt x="71420" y="32564"/>
                    <a:pt x="71547" y="32567"/>
                  </a:cubicBezTo>
                  <a:cubicBezTo>
                    <a:pt x="72040" y="32568"/>
                    <a:pt x="72530" y="32571"/>
                    <a:pt x="73021" y="32573"/>
                  </a:cubicBezTo>
                  <a:cubicBezTo>
                    <a:pt x="74371" y="32579"/>
                    <a:pt x="75722" y="32589"/>
                    <a:pt x="77072" y="32604"/>
                  </a:cubicBezTo>
                  <a:cubicBezTo>
                    <a:pt x="77859" y="32612"/>
                    <a:pt x="78648" y="32619"/>
                    <a:pt x="79435" y="32625"/>
                  </a:cubicBezTo>
                  <a:cubicBezTo>
                    <a:pt x="79873" y="32627"/>
                    <a:pt x="80309" y="32631"/>
                    <a:pt x="80748" y="32640"/>
                  </a:cubicBezTo>
                  <a:cubicBezTo>
                    <a:pt x="83645" y="32685"/>
                    <a:pt x="86187" y="32437"/>
                    <a:pt x="88608" y="30709"/>
                  </a:cubicBezTo>
                  <a:cubicBezTo>
                    <a:pt x="88667" y="30669"/>
                    <a:pt x="88727" y="30627"/>
                    <a:pt x="88789" y="30586"/>
                  </a:cubicBezTo>
                  <a:cubicBezTo>
                    <a:pt x="90422" y="29496"/>
                    <a:pt x="91464" y="27643"/>
                    <a:pt x="92215" y="25881"/>
                  </a:cubicBezTo>
                  <a:cubicBezTo>
                    <a:pt x="92244" y="25812"/>
                    <a:pt x="92275" y="25741"/>
                    <a:pt x="92307" y="25668"/>
                  </a:cubicBezTo>
                  <a:cubicBezTo>
                    <a:pt x="93095" y="23840"/>
                    <a:pt x="93781" y="21970"/>
                    <a:pt x="94465" y="20102"/>
                  </a:cubicBezTo>
                  <a:cubicBezTo>
                    <a:pt x="94753" y="19315"/>
                    <a:pt x="95045" y="18528"/>
                    <a:pt x="95336" y="17741"/>
                  </a:cubicBezTo>
                  <a:cubicBezTo>
                    <a:pt x="95446" y="17440"/>
                    <a:pt x="95556" y="17140"/>
                    <a:pt x="95670" y="16839"/>
                  </a:cubicBezTo>
                  <a:cubicBezTo>
                    <a:pt x="96164" y="15497"/>
                    <a:pt x="96667" y="14157"/>
                    <a:pt x="97174" y="12817"/>
                  </a:cubicBezTo>
                  <a:cubicBezTo>
                    <a:pt x="97208" y="12730"/>
                    <a:pt x="97241" y="12642"/>
                    <a:pt x="97277" y="12550"/>
                  </a:cubicBezTo>
                  <a:cubicBezTo>
                    <a:pt x="97566" y="11786"/>
                    <a:pt x="97856" y="11024"/>
                    <a:pt x="98147" y="10262"/>
                  </a:cubicBezTo>
                  <a:cubicBezTo>
                    <a:pt x="99393" y="6996"/>
                    <a:pt x="99393" y="6996"/>
                    <a:pt x="99879" y="5453"/>
                  </a:cubicBezTo>
                  <a:cubicBezTo>
                    <a:pt x="98938" y="5215"/>
                    <a:pt x="97988" y="5176"/>
                    <a:pt x="97026" y="5128"/>
                  </a:cubicBezTo>
                  <a:cubicBezTo>
                    <a:pt x="96939" y="5124"/>
                    <a:pt x="96853" y="5119"/>
                    <a:pt x="96763" y="5115"/>
                  </a:cubicBezTo>
                  <a:cubicBezTo>
                    <a:pt x="94943" y="5026"/>
                    <a:pt x="93127" y="5007"/>
                    <a:pt x="91305" y="5009"/>
                  </a:cubicBezTo>
                  <a:cubicBezTo>
                    <a:pt x="90852" y="5009"/>
                    <a:pt x="90399" y="5009"/>
                    <a:pt x="89946" y="5009"/>
                  </a:cubicBezTo>
                  <a:cubicBezTo>
                    <a:pt x="89157" y="5007"/>
                    <a:pt x="88369" y="5007"/>
                    <a:pt x="87579" y="5009"/>
                  </a:cubicBezTo>
                  <a:cubicBezTo>
                    <a:pt x="86404" y="5009"/>
                    <a:pt x="85231" y="5009"/>
                    <a:pt x="84058" y="5009"/>
                  </a:cubicBezTo>
                  <a:cubicBezTo>
                    <a:pt x="81960" y="5007"/>
                    <a:pt x="79865" y="5007"/>
                    <a:pt x="77767" y="5007"/>
                  </a:cubicBezTo>
                  <a:cubicBezTo>
                    <a:pt x="75934" y="5009"/>
                    <a:pt x="74102" y="5009"/>
                    <a:pt x="72267" y="5009"/>
                  </a:cubicBezTo>
                  <a:cubicBezTo>
                    <a:pt x="72146" y="5009"/>
                    <a:pt x="72025" y="5009"/>
                    <a:pt x="71898" y="5009"/>
                  </a:cubicBezTo>
                  <a:cubicBezTo>
                    <a:pt x="71403" y="5009"/>
                    <a:pt x="70908" y="5007"/>
                    <a:pt x="70414" y="5007"/>
                  </a:cubicBezTo>
                  <a:cubicBezTo>
                    <a:pt x="65778" y="5007"/>
                    <a:pt x="61145" y="5007"/>
                    <a:pt x="56508" y="5009"/>
                  </a:cubicBezTo>
                  <a:cubicBezTo>
                    <a:pt x="52392" y="5009"/>
                    <a:pt x="48276" y="5009"/>
                    <a:pt x="44160" y="5009"/>
                  </a:cubicBezTo>
                  <a:cubicBezTo>
                    <a:pt x="39531" y="5007"/>
                    <a:pt x="34900" y="5007"/>
                    <a:pt x="30268" y="5007"/>
                  </a:cubicBezTo>
                  <a:cubicBezTo>
                    <a:pt x="29775" y="5009"/>
                    <a:pt x="29283" y="5009"/>
                    <a:pt x="28788" y="5009"/>
                  </a:cubicBezTo>
                  <a:cubicBezTo>
                    <a:pt x="28728" y="5009"/>
                    <a:pt x="28728" y="5009"/>
                    <a:pt x="28421" y="5009"/>
                  </a:cubicBezTo>
                  <a:cubicBezTo>
                    <a:pt x="26586" y="5009"/>
                    <a:pt x="24754" y="5009"/>
                    <a:pt x="22919" y="5007"/>
                  </a:cubicBezTo>
                  <a:cubicBezTo>
                    <a:pt x="20836" y="5007"/>
                    <a:pt x="18753" y="5007"/>
                    <a:pt x="16670" y="5009"/>
                  </a:cubicBezTo>
                  <a:cubicBezTo>
                    <a:pt x="15506" y="5009"/>
                    <a:pt x="14338" y="5009"/>
                    <a:pt x="13174" y="5009"/>
                  </a:cubicBezTo>
                  <a:cubicBezTo>
                    <a:pt x="12395" y="5007"/>
                    <a:pt x="11617" y="5007"/>
                    <a:pt x="10838" y="5009"/>
                  </a:cubicBezTo>
                  <a:cubicBezTo>
                    <a:pt x="10396" y="5009"/>
                    <a:pt x="9951" y="5009"/>
                    <a:pt x="9509" y="5009"/>
                  </a:cubicBezTo>
                  <a:cubicBezTo>
                    <a:pt x="9104" y="5009"/>
                    <a:pt x="8701" y="5009"/>
                    <a:pt x="8298" y="5009"/>
                  </a:cubicBezTo>
                  <a:cubicBezTo>
                    <a:pt x="8152" y="5009"/>
                    <a:pt x="8008" y="5009"/>
                    <a:pt x="7862" y="5009"/>
                  </a:cubicBezTo>
                  <a:cubicBezTo>
                    <a:pt x="7060" y="5007"/>
                    <a:pt x="6315" y="5046"/>
                    <a:pt x="5536" y="5245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33" name="New shape">
              <a:extLst>
                <a:ext uri="{FF2B5EF4-FFF2-40B4-BE49-F238E27FC236}">
                  <a16:creationId xmlns:a16="http://schemas.microsoft.com/office/drawing/2014/main" id="{13168626-FF20-219C-B8DD-58AB911BE726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469402" y="1086492"/>
              <a:ext cx="189816" cy="22446"/>
            </a:xfrm>
            <a:custGeom>
              <a:avLst/>
              <a:gdLst/>
              <a:ahLst/>
              <a:cxnLst/>
              <a:rect l="l" t="t" r="r" b="b"/>
              <a:pathLst>
                <a:path w="189816" h="22446">
                  <a:moveTo>
                    <a:pt x="185591" y="6"/>
                  </a:moveTo>
                  <a:cubicBezTo>
                    <a:pt x="185637" y="4"/>
                    <a:pt x="185637" y="4"/>
                    <a:pt x="185869" y="0"/>
                  </a:cubicBezTo>
                  <a:cubicBezTo>
                    <a:pt x="187065" y="-24"/>
                    <a:pt x="187821" y="114"/>
                    <a:pt x="188741" y="941"/>
                  </a:cubicBezTo>
                  <a:cubicBezTo>
                    <a:pt x="188945" y="1150"/>
                    <a:pt x="189071" y="1327"/>
                    <a:pt x="189225" y="1580"/>
                  </a:cubicBezTo>
                  <a:cubicBezTo>
                    <a:pt x="189288" y="1682"/>
                    <a:pt x="189352" y="1782"/>
                    <a:pt x="189417" y="1886"/>
                  </a:cubicBezTo>
                  <a:cubicBezTo>
                    <a:pt x="189753" y="2533"/>
                    <a:pt x="189822" y="3080"/>
                    <a:pt x="189816" y="3796"/>
                  </a:cubicBezTo>
                  <a:cubicBezTo>
                    <a:pt x="189816" y="3894"/>
                    <a:pt x="189814" y="3992"/>
                    <a:pt x="189814" y="4095"/>
                  </a:cubicBezTo>
                  <a:cubicBezTo>
                    <a:pt x="189793" y="5562"/>
                    <a:pt x="189649" y="7021"/>
                    <a:pt x="189511" y="8480"/>
                  </a:cubicBezTo>
                  <a:cubicBezTo>
                    <a:pt x="189496" y="8634"/>
                    <a:pt x="189482" y="8787"/>
                    <a:pt x="189469" y="8941"/>
                  </a:cubicBezTo>
                  <a:cubicBezTo>
                    <a:pt x="189307" y="10676"/>
                    <a:pt x="189146" y="12410"/>
                    <a:pt x="188860" y="14128"/>
                  </a:cubicBezTo>
                  <a:cubicBezTo>
                    <a:pt x="188849" y="14195"/>
                    <a:pt x="188849" y="14195"/>
                    <a:pt x="188797" y="14529"/>
                  </a:cubicBezTo>
                  <a:cubicBezTo>
                    <a:pt x="188624" y="15468"/>
                    <a:pt x="188267" y="16338"/>
                    <a:pt x="187510" y="16956"/>
                  </a:cubicBezTo>
                  <a:cubicBezTo>
                    <a:pt x="186656" y="17536"/>
                    <a:pt x="185754" y="17624"/>
                    <a:pt x="184754" y="17753"/>
                  </a:cubicBezTo>
                  <a:cubicBezTo>
                    <a:pt x="184569" y="17781"/>
                    <a:pt x="184381" y="17806"/>
                    <a:pt x="184195" y="17833"/>
                  </a:cubicBezTo>
                  <a:cubicBezTo>
                    <a:pt x="182373" y="18085"/>
                    <a:pt x="180547" y="18282"/>
                    <a:pt x="178716" y="18463"/>
                  </a:cubicBezTo>
                  <a:cubicBezTo>
                    <a:pt x="178344" y="18501"/>
                    <a:pt x="177975" y="18538"/>
                    <a:pt x="177606" y="18576"/>
                  </a:cubicBezTo>
                  <a:cubicBezTo>
                    <a:pt x="176403" y="18699"/>
                    <a:pt x="175201" y="18818"/>
                    <a:pt x="173999" y="18937"/>
                  </a:cubicBezTo>
                  <a:cubicBezTo>
                    <a:pt x="173686" y="18968"/>
                    <a:pt x="173370" y="19000"/>
                    <a:pt x="173057" y="19031"/>
                  </a:cubicBezTo>
                  <a:cubicBezTo>
                    <a:pt x="164093" y="19922"/>
                    <a:pt x="155130" y="20688"/>
                    <a:pt x="114227" y="22439"/>
                  </a:cubicBezTo>
                  <a:cubicBezTo>
                    <a:pt x="114148" y="22441"/>
                    <a:pt x="114069" y="22443"/>
                    <a:pt x="113987" y="22446"/>
                  </a:cubicBezTo>
                  <a:cubicBezTo>
                    <a:pt x="103806" y="22713"/>
                    <a:pt x="93620" y="22698"/>
                    <a:pt x="35538" y="20978"/>
                  </a:cubicBezTo>
                  <a:cubicBezTo>
                    <a:pt x="35411" y="20968"/>
                    <a:pt x="35286" y="20959"/>
                    <a:pt x="35155" y="20951"/>
                  </a:cubicBezTo>
                  <a:cubicBezTo>
                    <a:pt x="28056" y="20444"/>
                    <a:pt x="20982" y="19743"/>
                    <a:pt x="13906" y="18987"/>
                  </a:cubicBezTo>
                  <a:cubicBezTo>
                    <a:pt x="13613" y="18956"/>
                    <a:pt x="13316" y="18925"/>
                    <a:pt x="13020" y="18893"/>
                  </a:cubicBezTo>
                  <a:cubicBezTo>
                    <a:pt x="11888" y="18772"/>
                    <a:pt x="10759" y="18651"/>
                    <a:pt x="9630" y="18528"/>
                  </a:cubicBezTo>
                  <a:cubicBezTo>
                    <a:pt x="9283" y="18490"/>
                    <a:pt x="8937" y="18453"/>
                    <a:pt x="8593" y="18415"/>
                  </a:cubicBezTo>
                  <a:cubicBezTo>
                    <a:pt x="5574" y="18092"/>
                    <a:pt x="5574" y="18092"/>
                    <a:pt x="4153" y="17843"/>
                  </a:cubicBezTo>
                  <a:cubicBezTo>
                    <a:pt x="4065" y="17829"/>
                    <a:pt x="3975" y="17814"/>
                    <a:pt x="3881" y="17797"/>
                  </a:cubicBezTo>
                  <a:cubicBezTo>
                    <a:pt x="2844" y="17601"/>
                    <a:pt x="2122" y="17119"/>
                    <a:pt x="1506" y="16249"/>
                  </a:cubicBezTo>
                  <a:cubicBezTo>
                    <a:pt x="1028" y="15510"/>
                    <a:pt x="882" y="14773"/>
                    <a:pt x="761" y="13919"/>
                  </a:cubicBezTo>
                  <a:cubicBezTo>
                    <a:pt x="736" y="13759"/>
                    <a:pt x="711" y="13598"/>
                    <a:pt x="686" y="13437"/>
                  </a:cubicBezTo>
                  <a:cubicBezTo>
                    <a:pt x="265" y="10582"/>
                    <a:pt x="33" y="7662"/>
                    <a:pt x="3" y="4775"/>
                  </a:cubicBezTo>
                  <a:cubicBezTo>
                    <a:pt x="2" y="4658"/>
                    <a:pt x="2" y="4541"/>
                    <a:pt x="0" y="4420"/>
                  </a:cubicBezTo>
                  <a:cubicBezTo>
                    <a:pt x="8" y="3270"/>
                    <a:pt x="240" y="2049"/>
                    <a:pt x="1039" y="1179"/>
                  </a:cubicBezTo>
                  <a:cubicBezTo>
                    <a:pt x="1955" y="371"/>
                    <a:pt x="3103" y="208"/>
                    <a:pt x="4282" y="233"/>
                  </a:cubicBezTo>
                  <a:cubicBezTo>
                    <a:pt x="4320" y="236"/>
                    <a:pt x="4320" y="236"/>
                    <a:pt x="4512" y="237"/>
                  </a:cubicBezTo>
                  <a:cubicBezTo>
                    <a:pt x="7461" y="271"/>
                    <a:pt x="10414" y="630"/>
                    <a:pt x="13348" y="916"/>
                  </a:cubicBezTo>
                  <a:cubicBezTo>
                    <a:pt x="13863" y="966"/>
                    <a:pt x="14378" y="1016"/>
                    <a:pt x="14894" y="1066"/>
                  </a:cubicBezTo>
                  <a:cubicBezTo>
                    <a:pt x="29210" y="2444"/>
                    <a:pt x="29210" y="2444"/>
                    <a:pt x="35240" y="3587"/>
                  </a:cubicBezTo>
                  <a:cubicBezTo>
                    <a:pt x="35346" y="3608"/>
                    <a:pt x="35453" y="3629"/>
                    <a:pt x="35564" y="3650"/>
                  </a:cubicBezTo>
                  <a:cubicBezTo>
                    <a:pt x="36739" y="3876"/>
                    <a:pt x="37803" y="4166"/>
                    <a:pt x="38879" y="4698"/>
                  </a:cubicBezTo>
                  <a:cubicBezTo>
                    <a:pt x="38810" y="4973"/>
                    <a:pt x="38741" y="5249"/>
                    <a:pt x="38669" y="5533"/>
                  </a:cubicBezTo>
                  <a:cubicBezTo>
                    <a:pt x="38463" y="5600"/>
                    <a:pt x="38254" y="5664"/>
                    <a:pt x="38043" y="5727"/>
                  </a:cubicBezTo>
                  <a:cubicBezTo>
                    <a:pt x="37928" y="5764"/>
                    <a:pt x="37812" y="5800"/>
                    <a:pt x="37693" y="5838"/>
                  </a:cubicBezTo>
                  <a:cubicBezTo>
                    <a:pt x="36204" y="6219"/>
                    <a:pt x="34654" y="6199"/>
                    <a:pt x="33130" y="6207"/>
                  </a:cubicBezTo>
                  <a:cubicBezTo>
                    <a:pt x="33013" y="6209"/>
                    <a:pt x="32896" y="6209"/>
                    <a:pt x="32777" y="6211"/>
                  </a:cubicBezTo>
                  <a:cubicBezTo>
                    <a:pt x="31876" y="6219"/>
                    <a:pt x="30974" y="6222"/>
                    <a:pt x="30074" y="6224"/>
                  </a:cubicBezTo>
                  <a:cubicBezTo>
                    <a:pt x="29939" y="6224"/>
                    <a:pt x="29805" y="6224"/>
                    <a:pt x="29667" y="6224"/>
                  </a:cubicBezTo>
                  <a:cubicBezTo>
                    <a:pt x="23621" y="6238"/>
                    <a:pt x="17624" y="5875"/>
                    <a:pt x="11594" y="5408"/>
                  </a:cubicBezTo>
                  <a:cubicBezTo>
                    <a:pt x="10292" y="5307"/>
                    <a:pt x="8989" y="5211"/>
                    <a:pt x="7684" y="5115"/>
                  </a:cubicBezTo>
                  <a:cubicBezTo>
                    <a:pt x="7084" y="5071"/>
                    <a:pt x="6482" y="5026"/>
                    <a:pt x="5881" y="4982"/>
                  </a:cubicBezTo>
                  <a:cubicBezTo>
                    <a:pt x="5539" y="4957"/>
                    <a:pt x="5198" y="4932"/>
                    <a:pt x="4857" y="4907"/>
                  </a:cubicBezTo>
                  <a:cubicBezTo>
                    <a:pt x="4863" y="4982"/>
                    <a:pt x="4867" y="5057"/>
                    <a:pt x="4873" y="5134"/>
                  </a:cubicBezTo>
                  <a:cubicBezTo>
                    <a:pt x="4888" y="5360"/>
                    <a:pt x="4902" y="5585"/>
                    <a:pt x="4917" y="5810"/>
                  </a:cubicBezTo>
                  <a:cubicBezTo>
                    <a:pt x="4933" y="6065"/>
                    <a:pt x="4950" y="6322"/>
                    <a:pt x="4967" y="6576"/>
                  </a:cubicBezTo>
                  <a:cubicBezTo>
                    <a:pt x="5040" y="7666"/>
                    <a:pt x="5040" y="7666"/>
                    <a:pt x="5069" y="8148"/>
                  </a:cubicBezTo>
                  <a:cubicBezTo>
                    <a:pt x="5180" y="9872"/>
                    <a:pt x="5367" y="11557"/>
                    <a:pt x="5691" y="13255"/>
                  </a:cubicBezTo>
                  <a:cubicBezTo>
                    <a:pt x="14583" y="14738"/>
                    <a:pt x="23421" y="15597"/>
                    <a:pt x="39293" y="16455"/>
                  </a:cubicBezTo>
                  <a:cubicBezTo>
                    <a:pt x="39392" y="16459"/>
                    <a:pt x="39489" y="16466"/>
                    <a:pt x="39590" y="16470"/>
                  </a:cubicBezTo>
                  <a:cubicBezTo>
                    <a:pt x="41736" y="16568"/>
                    <a:pt x="43879" y="16643"/>
                    <a:pt x="46025" y="16706"/>
                  </a:cubicBezTo>
                  <a:cubicBezTo>
                    <a:pt x="46090" y="16706"/>
                    <a:pt x="46090" y="16706"/>
                    <a:pt x="46418" y="16716"/>
                  </a:cubicBezTo>
                  <a:cubicBezTo>
                    <a:pt x="50445" y="16833"/>
                    <a:pt x="54472" y="16933"/>
                    <a:pt x="58500" y="17021"/>
                  </a:cubicBezTo>
                  <a:cubicBezTo>
                    <a:pt x="58607" y="17023"/>
                    <a:pt x="58711" y="17025"/>
                    <a:pt x="58821" y="17027"/>
                  </a:cubicBezTo>
                  <a:cubicBezTo>
                    <a:pt x="69183" y="17255"/>
                    <a:pt x="79543" y="17278"/>
                    <a:pt x="89906" y="17263"/>
                  </a:cubicBezTo>
                  <a:cubicBezTo>
                    <a:pt x="91737" y="17261"/>
                    <a:pt x="93567" y="17259"/>
                    <a:pt x="95398" y="17259"/>
                  </a:cubicBezTo>
                  <a:cubicBezTo>
                    <a:pt x="105384" y="17259"/>
                    <a:pt x="115371" y="17257"/>
                    <a:pt x="129046" y="17013"/>
                  </a:cubicBezTo>
                  <a:cubicBezTo>
                    <a:pt x="129253" y="17008"/>
                    <a:pt x="129457" y="17004"/>
                    <a:pt x="129662" y="17000"/>
                  </a:cubicBezTo>
                  <a:cubicBezTo>
                    <a:pt x="131778" y="16956"/>
                    <a:pt x="133893" y="16906"/>
                    <a:pt x="136009" y="16841"/>
                  </a:cubicBezTo>
                  <a:cubicBezTo>
                    <a:pt x="136366" y="16831"/>
                    <a:pt x="136721" y="16821"/>
                    <a:pt x="137078" y="16810"/>
                  </a:cubicBezTo>
                  <a:cubicBezTo>
                    <a:pt x="146744" y="16524"/>
                    <a:pt x="156405" y="16090"/>
                    <a:pt x="181757" y="13583"/>
                  </a:cubicBezTo>
                  <a:cubicBezTo>
                    <a:pt x="181792" y="13577"/>
                    <a:pt x="181792" y="13577"/>
                    <a:pt x="181976" y="13550"/>
                  </a:cubicBezTo>
                  <a:cubicBezTo>
                    <a:pt x="182312" y="13498"/>
                    <a:pt x="182648" y="13446"/>
                    <a:pt x="182984" y="13393"/>
                  </a:cubicBezTo>
                  <a:cubicBezTo>
                    <a:pt x="183103" y="13374"/>
                    <a:pt x="183220" y="13356"/>
                    <a:pt x="183341" y="13337"/>
                  </a:cubicBezTo>
                  <a:cubicBezTo>
                    <a:pt x="183391" y="13329"/>
                    <a:pt x="183391" y="13329"/>
                    <a:pt x="183648" y="13289"/>
                  </a:cubicBezTo>
                  <a:cubicBezTo>
                    <a:pt x="183957" y="13254"/>
                    <a:pt x="184257" y="13249"/>
                    <a:pt x="184567" y="13255"/>
                  </a:cubicBezTo>
                  <a:cubicBezTo>
                    <a:pt x="184564" y="13139"/>
                    <a:pt x="184562" y="13020"/>
                    <a:pt x="184560" y="12901"/>
                  </a:cubicBezTo>
                  <a:cubicBezTo>
                    <a:pt x="184542" y="11477"/>
                    <a:pt x="184625" y="10066"/>
                    <a:pt x="184733" y="8649"/>
                  </a:cubicBezTo>
                  <a:cubicBezTo>
                    <a:pt x="184763" y="8267"/>
                    <a:pt x="184790" y="7887"/>
                    <a:pt x="184817" y="7507"/>
                  </a:cubicBezTo>
                  <a:cubicBezTo>
                    <a:pt x="184836" y="7263"/>
                    <a:pt x="184854" y="7017"/>
                    <a:pt x="184873" y="6773"/>
                  </a:cubicBezTo>
                  <a:cubicBezTo>
                    <a:pt x="184877" y="6716"/>
                    <a:pt x="184877" y="6716"/>
                    <a:pt x="184898" y="6432"/>
                  </a:cubicBezTo>
                  <a:cubicBezTo>
                    <a:pt x="184902" y="6380"/>
                    <a:pt x="184902" y="6380"/>
                    <a:pt x="184923" y="6111"/>
                  </a:cubicBezTo>
                  <a:cubicBezTo>
                    <a:pt x="184929" y="6019"/>
                    <a:pt x="184936" y="5927"/>
                    <a:pt x="184944" y="5833"/>
                  </a:cubicBezTo>
                  <a:cubicBezTo>
                    <a:pt x="184997" y="5443"/>
                    <a:pt x="185092" y="5076"/>
                    <a:pt x="185193" y="4698"/>
                  </a:cubicBezTo>
                  <a:cubicBezTo>
                    <a:pt x="185132" y="4702"/>
                    <a:pt x="185071" y="4706"/>
                    <a:pt x="185009" y="4713"/>
                  </a:cubicBezTo>
                  <a:cubicBezTo>
                    <a:pt x="180688" y="5065"/>
                    <a:pt x="176365" y="5410"/>
                    <a:pt x="172043" y="5742"/>
                  </a:cubicBezTo>
                  <a:cubicBezTo>
                    <a:pt x="171989" y="5746"/>
                    <a:pt x="171989" y="5746"/>
                    <a:pt x="171715" y="5767"/>
                  </a:cubicBezTo>
                  <a:cubicBezTo>
                    <a:pt x="167777" y="6069"/>
                    <a:pt x="163851" y="6197"/>
                    <a:pt x="159900" y="6209"/>
                  </a:cubicBezTo>
                  <a:cubicBezTo>
                    <a:pt x="159578" y="6211"/>
                    <a:pt x="159259" y="6211"/>
                    <a:pt x="158937" y="6213"/>
                  </a:cubicBezTo>
                  <a:cubicBezTo>
                    <a:pt x="156992" y="6224"/>
                    <a:pt x="155057" y="6224"/>
                    <a:pt x="153124" y="5973"/>
                  </a:cubicBezTo>
                  <a:cubicBezTo>
                    <a:pt x="153061" y="5965"/>
                    <a:pt x="153061" y="5965"/>
                    <a:pt x="152749" y="5923"/>
                  </a:cubicBezTo>
                  <a:cubicBezTo>
                    <a:pt x="152075" y="5823"/>
                    <a:pt x="151551" y="5664"/>
                    <a:pt x="150962" y="5324"/>
                  </a:cubicBezTo>
                  <a:cubicBezTo>
                    <a:pt x="150962" y="5117"/>
                    <a:pt x="150962" y="4911"/>
                    <a:pt x="150962" y="4698"/>
                  </a:cubicBezTo>
                  <a:cubicBezTo>
                    <a:pt x="152283" y="4028"/>
                    <a:pt x="153626" y="3717"/>
                    <a:pt x="155070" y="3452"/>
                  </a:cubicBezTo>
                  <a:cubicBezTo>
                    <a:pt x="155116" y="3441"/>
                    <a:pt x="155116" y="3441"/>
                    <a:pt x="155360" y="3398"/>
                  </a:cubicBezTo>
                  <a:cubicBezTo>
                    <a:pt x="157309" y="3032"/>
                    <a:pt x="159267" y="2740"/>
                    <a:pt x="161235" y="2490"/>
                  </a:cubicBezTo>
                  <a:cubicBezTo>
                    <a:pt x="161524" y="2452"/>
                    <a:pt x="161811" y="2414"/>
                    <a:pt x="162100" y="2379"/>
                  </a:cubicBezTo>
                  <a:cubicBezTo>
                    <a:pt x="166222" y="1847"/>
                    <a:pt x="170353" y="1392"/>
                    <a:pt x="174485" y="947"/>
                  </a:cubicBezTo>
                  <a:cubicBezTo>
                    <a:pt x="175097" y="882"/>
                    <a:pt x="175708" y="816"/>
                    <a:pt x="176320" y="747"/>
                  </a:cubicBezTo>
                  <a:cubicBezTo>
                    <a:pt x="182738" y="41"/>
                    <a:pt x="182738" y="41"/>
                    <a:pt x="185591" y="6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A82CA40A-190A-108B-D2CF-D7D55D46CCC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409040" y="822538"/>
            <a:ext cx="2184269" cy="4446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400" b="1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Fossil-Fuel Vehicle Dependence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3B98DF-7317-0AAD-236C-60BE6D78822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080505" y="1439170"/>
            <a:ext cx="2037008" cy="772112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16,569</a:t>
            </a:r>
            <a:r>
              <a:rPr sz="12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trips on diesel/petrol</a:t>
            </a: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Generated </a:t>
            </a:r>
            <a:r>
              <a:rPr lang="en-US" sz="1200" b="1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24.2M tCO₂e</a:t>
            </a: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Cost </a:t>
            </a:r>
            <a:r>
              <a:rPr sz="1200" b="1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€35.9M</a:t>
            </a:r>
          </a:p>
          <a:p>
            <a:pPr marL="0">
              <a:spcBef>
                <a:spcPct val="21875"/>
              </a:spcBef>
              <a:spcAft>
                <a:spcPct val="21875"/>
              </a:spcAft>
            </a:pPr>
            <a:br>
              <a:rPr sz="1000" dirty="0"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endParaRPr sz="1000" i="1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EE9D479-2A90-6F6B-1B04-9C4552197EC4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430167" y="2807541"/>
            <a:ext cx="233676" cy="217987"/>
            <a:chOff x="-96253" y="2959967"/>
            <a:chExt cx="233676" cy="217987"/>
          </a:xfr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grpSpPr>
        <p:sp>
          <p:nvSpPr>
            <p:cNvPr id="38" name="New shape">
              <a:extLst>
                <a:ext uri="{FF2B5EF4-FFF2-40B4-BE49-F238E27FC236}">
                  <a16:creationId xmlns:a16="http://schemas.microsoft.com/office/drawing/2014/main" id="{4DE52B3F-0756-ECDE-356A-65B661019B41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-85347" y="2959967"/>
              <a:ext cx="222771" cy="107254"/>
            </a:xfrm>
            <a:custGeom>
              <a:avLst/>
              <a:gdLst/>
              <a:ahLst/>
              <a:cxnLst/>
              <a:rect l="l" t="t" r="r" b="b"/>
              <a:pathLst>
                <a:path w="222770" h="107254">
                  <a:moveTo>
                    <a:pt x="122169" y="0"/>
                  </a:moveTo>
                  <a:cubicBezTo>
                    <a:pt x="122377" y="37"/>
                    <a:pt x="122591" y="70"/>
                    <a:pt x="122805" y="108"/>
                  </a:cubicBezTo>
                  <a:cubicBezTo>
                    <a:pt x="132770" y="1827"/>
                    <a:pt x="142493" y="4560"/>
                    <a:pt x="151590" y="9016"/>
                  </a:cubicBezTo>
                  <a:cubicBezTo>
                    <a:pt x="151780" y="9106"/>
                    <a:pt x="151965" y="9200"/>
                    <a:pt x="152159" y="9295"/>
                  </a:cubicBezTo>
                  <a:cubicBezTo>
                    <a:pt x="158148" y="12224"/>
                    <a:pt x="163838" y="15412"/>
                    <a:pt x="169148" y="19455"/>
                  </a:cubicBezTo>
                  <a:cubicBezTo>
                    <a:pt x="169309" y="19579"/>
                    <a:pt x="169466" y="19698"/>
                    <a:pt x="169632" y="19825"/>
                  </a:cubicBezTo>
                  <a:cubicBezTo>
                    <a:pt x="180062" y="27807"/>
                    <a:pt x="188637" y="37198"/>
                    <a:pt x="195446" y="48426"/>
                  </a:cubicBezTo>
                  <a:cubicBezTo>
                    <a:pt x="195755" y="48933"/>
                    <a:pt x="196073" y="49432"/>
                    <a:pt x="196386" y="49930"/>
                  </a:cubicBezTo>
                  <a:cubicBezTo>
                    <a:pt x="198094" y="52668"/>
                    <a:pt x="199494" y="55468"/>
                    <a:pt x="200761" y="58434"/>
                  </a:cubicBezTo>
                  <a:cubicBezTo>
                    <a:pt x="201060" y="59146"/>
                    <a:pt x="201373" y="59848"/>
                    <a:pt x="201682" y="60555"/>
                  </a:cubicBezTo>
                  <a:cubicBezTo>
                    <a:pt x="202797" y="63113"/>
                    <a:pt x="203713" y="65594"/>
                    <a:pt x="204263" y="68333"/>
                  </a:cubicBezTo>
                  <a:cubicBezTo>
                    <a:pt x="205938" y="67004"/>
                    <a:pt x="207362" y="65789"/>
                    <a:pt x="208601" y="64024"/>
                  </a:cubicBezTo>
                  <a:cubicBezTo>
                    <a:pt x="208733" y="63881"/>
                    <a:pt x="208871" y="63734"/>
                    <a:pt x="209009" y="63587"/>
                  </a:cubicBezTo>
                  <a:cubicBezTo>
                    <a:pt x="209322" y="63587"/>
                    <a:pt x="209635" y="63587"/>
                    <a:pt x="209958" y="63587"/>
                  </a:cubicBezTo>
                  <a:cubicBezTo>
                    <a:pt x="209958" y="63274"/>
                    <a:pt x="209958" y="62961"/>
                    <a:pt x="209958" y="62638"/>
                  </a:cubicBezTo>
                  <a:cubicBezTo>
                    <a:pt x="210247" y="62277"/>
                    <a:pt x="210247" y="62277"/>
                    <a:pt x="210655" y="61936"/>
                  </a:cubicBezTo>
                  <a:cubicBezTo>
                    <a:pt x="210807" y="61808"/>
                    <a:pt x="210959" y="61675"/>
                    <a:pt x="211116" y="61542"/>
                  </a:cubicBezTo>
                  <a:cubicBezTo>
                    <a:pt x="211282" y="61404"/>
                    <a:pt x="211448" y="61267"/>
                    <a:pt x="211619" y="61124"/>
                  </a:cubicBezTo>
                  <a:cubicBezTo>
                    <a:pt x="211970" y="60830"/>
                    <a:pt x="212316" y="60536"/>
                    <a:pt x="212667" y="60242"/>
                  </a:cubicBezTo>
                  <a:cubicBezTo>
                    <a:pt x="212848" y="60090"/>
                    <a:pt x="213028" y="59938"/>
                    <a:pt x="213213" y="59782"/>
                  </a:cubicBezTo>
                  <a:cubicBezTo>
                    <a:pt x="213740" y="59326"/>
                    <a:pt x="214248" y="58856"/>
                    <a:pt x="214750" y="58377"/>
                  </a:cubicBezTo>
                  <a:cubicBezTo>
                    <a:pt x="217797" y="55496"/>
                    <a:pt x="217797" y="55496"/>
                    <a:pt x="219738" y="55397"/>
                  </a:cubicBezTo>
                  <a:cubicBezTo>
                    <a:pt x="221119" y="55658"/>
                    <a:pt x="221968" y="56284"/>
                    <a:pt x="222770" y="57418"/>
                  </a:cubicBezTo>
                  <a:cubicBezTo>
                    <a:pt x="223145" y="59592"/>
                    <a:pt x="222628" y="61679"/>
                    <a:pt x="221963" y="63739"/>
                  </a:cubicBezTo>
                  <a:cubicBezTo>
                    <a:pt x="221878" y="64024"/>
                    <a:pt x="221793" y="64308"/>
                    <a:pt x="221702" y="64603"/>
                  </a:cubicBezTo>
                  <a:cubicBezTo>
                    <a:pt x="221460" y="65385"/>
                    <a:pt x="221214" y="66169"/>
                    <a:pt x="220967" y="66952"/>
                  </a:cubicBezTo>
                  <a:cubicBezTo>
                    <a:pt x="220701" y="67791"/>
                    <a:pt x="220445" y="68636"/>
                    <a:pt x="220184" y="69476"/>
                  </a:cubicBezTo>
                  <a:cubicBezTo>
                    <a:pt x="219724" y="70966"/>
                    <a:pt x="219259" y="72456"/>
                    <a:pt x="218794" y="73942"/>
                  </a:cubicBezTo>
                  <a:cubicBezTo>
                    <a:pt x="218039" y="76352"/>
                    <a:pt x="217294" y="78763"/>
                    <a:pt x="216549" y="81173"/>
                  </a:cubicBezTo>
                  <a:cubicBezTo>
                    <a:pt x="215965" y="83062"/>
                    <a:pt x="215382" y="84946"/>
                    <a:pt x="214798" y="86830"/>
                  </a:cubicBezTo>
                  <a:cubicBezTo>
                    <a:pt x="214656" y="87285"/>
                    <a:pt x="214513" y="87746"/>
                    <a:pt x="214376" y="88201"/>
                  </a:cubicBezTo>
                  <a:cubicBezTo>
                    <a:pt x="213578" y="90778"/>
                    <a:pt x="212776" y="93350"/>
                    <a:pt x="211960" y="95917"/>
                  </a:cubicBezTo>
                  <a:cubicBezTo>
                    <a:pt x="211566" y="97151"/>
                    <a:pt x="211187" y="98390"/>
                    <a:pt x="210817" y="99628"/>
                  </a:cubicBezTo>
                  <a:cubicBezTo>
                    <a:pt x="210575" y="100425"/>
                    <a:pt x="210328" y="101218"/>
                    <a:pt x="210081" y="102010"/>
                  </a:cubicBezTo>
                  <a:cubicBezTo>
                    <a:pt x="209967" y="102380"/>
                    <a:pt x="209853" y="102751"/>
                    <a:pt x="209744" y="103125"/>
                  </a:cubicBezTo>
                  <a:cubicBezTo>
                    <a:pt x="208824" y="106291"/>
                    <a:pt x="208824" y="106291"/>
                    <a:pt x="207362" y="107254"/>
                  </a:cubicBezTo>
                  <a:cubicBezTo>
                    <a:pt x="205976" y="107899"/>
                    <a:pt x="205146" y="107719"/>
                    <a:pt x="203732" y="107220"/>
                  </a:cubicBezTo>
                  <a:cubicBezTo>
                    <a:pt x="201938" y="106390"/>
                    <a:pt x="200491" y="105000"/>
                    <a:pt x="199015" y="103714"/>
                  </a:cubicBezTo>
                  <a:cubicBezTo>
                    <a:pt x="198479" y="103258"/>
                    <a:pt x="197947" y="102808"/>
                    <a:pt x="197411" y="102357"/>
                  </a:cubicBezTo>
                  <a:cubicBezTo>
                    <a:pt x="197050" y="102053"/>
                    <a:pt x="196690" y="101744"/>
                    <a:pt x="196329" y="101441"/>
                  </a:cubicBezTo>
                  <a:cubicBezTo>
                    <a:pt x="194830" y="100164"/>
                    <a:pt x="193297" y="98945"/>
                    <a:pt x="191740" y="97744"/>
                  </a:cubicBezTo>
                  <a:cubicBezTo>
                    <a:pt x="189330" y="95879"/>
                    <a:pt x="186981" y="93957"/>
                    <a:pt x="184665" y="91969"/>
                  </a:cubicBezTo>
                  <a:cubicBezTo>
                    <a:pt x="182667" y="90261"/>
                    <a:pt x="180627" y="88628"/>
                    <a:pt x="178548" y="87020"/>
                  </a:cubicBezTo>
                  <a:cubicBezTo>
                    <a:pt x="175962" y="85013"/>
                    <a:pt x="173509" y="82901"/>
                    <a:pt x="171103" y="80680"/>
                  </a:cubicBezTo>
                  <a:cubicBezTo>
                    <a:pt x="170405" y="80044"/>
                    <a:pt x="169689" y="79446"/>
                    <a:pt x="168967" y="78839"/>
                  </a:cubicBezTo>
                  <a:cubicBezTo>
                    <a:pt x="165698" y="76077"/>
                    <a:pt x="165698" y="76077"/>
                    <a:pt x="165351" y="74502"/>
                  </a:cubicBezTo>
                  <a:cubicBezTo>
                    <a:pt x="165560" y="73149"/>
                    <a:pt x="166168" y="72024"/>
                    <a:pt x="167250" y="71180"/>
                  </a:cubicBezTo>
                  <a:cubicBezTo>
                    <a:pt x="167942" y="71070"/>
                    <a:pt x="168521" y="71033"/>
                    <a:pt x="169219" y="71047"/>
                  </a:cubicBezTo>
                  <a:cubicBezTo>
                    <a:pt x="169423" y="71047"/>
                    <a:pt x="169627" y="71052"/>
                    <a:pt x="169836" y="71052"/>
                  </a:cubicBezTo>
                  <a:cubicBezTo>
                    <a:pt x="172897" y="71142"/>
                    <a:pt x="175915" y="71744"/>
                    <a:pt x="178918" y="72281"/>
                  </a:cubicBezTo>
                  <a:cubicBezTo>
                    <a:pt x="179749" y="72428"/>
                    <a:pt x="180574" y="72565"/>
                    <a:pt x="181400" y="72708"/>
                  </a:cubicBezTo>
                  <a:cubicBezTo>
                    <a:pt x="183014" y="72988"/>
                    <a:pt x="184622" y="73268"/>
                    <a:pt x="186231" y="73552"/>
                  </a:cubicBezTo>
                  <a:cubicBezTo>
                    <a:pt x="183545" y="68223"/>
                    <a:pt x="180802" y="63151"/>
                    <a:pt x="177215" y="58367"/>
                  </a:cubicBezTo>
                  <a:cubicBezTo>
                    <a:pt x="177015" y="58101"/>
                    <a:pt x="176821" y="57831"/>
                    <a:pt x="176622" y="57561"/>
                  </a:cubicBezTo>
                  <a:cubicBezTo>
                    <a:pt x="174553" y="54756"/>
                    <a:pt x="172465" y="52032"/>
                    <a:pt x="169921" y="49636"/>
                  </a:cubicBezTo>
                  <a:cubicBezTo>
                    <a:pt x="169224" y="48971"/>
                    <a:pt x="168616" y="48260"/>
                    <a:pt x="168004" y="47514"/>
                  </a:cubicBezTo>
                  <a:cubicBezTo>
                    <a:pt x="165945" y="45033"/>
                    <a:pt x="163543" y="43064"/>
                    <a:pt x="160990" y="41104"/>
                  </a:cubicBezTo>
                  <a:cubicBezTo>
                    <a:pt x="160597" y="40800"/>
                    <a:pt x="160198" y="40496"/>
                    <a:pt x="159804" y="40188"/>
                  </a:cubicBezTo>
                  <a:cubicBezTo>
                    <a:pt x="148605" y="31527"/>
                    <a:pt x="136172" y="25828"/>
                    <a:pt x="122259" y="23071"/>
                  </a:cubicBezTo>
                  <a:cubicBezTo>
                    <a:pt x="122069" y="23038"/>
                    <a:pt x="121874" y="23000"/>
                    <a:pt x="121680" y="22957"/>
                  </a:cubicBezTo>
                  <a:cubicBezTo>
                    <a:pt x="120422" y="22716"/>
                    <a:pt x="119165" y="22497"/>
                    <a:pt x="117898" y="22302"/>
                  </a:cubicBezTo>
                  <a:cubicBezTo>
                    <a:pt x="117737" y="22279"/>
                    <a:pt x="117580" y="22250"/>
                    <a:pt x="117414" y="22226"/>
                  </a:cubicBezTo>
                  <a:cubicBezTo>
                    <a:pt x="113689" y="21662"/>
                    <a:pt x="109911" y="21714"/>
                    <a:pt x="106153" y="21709"/>
                  </a:cubicBezTo>
                  <a:cubicBezTo>
                    <a:pt x="105982" y="21709"/>
                    <a:pt x="105807" y="21709"/>
                    <a:pt x="105631" y="21709"/>
                  </a:cubicBezTo>
                  <a:cubicBezTo>
                    <a:pt x="99661" y="21700"/>
                    <a:pt x="93858" y="22008"/>
                    <a:pt x="88002" y="23252"/>
                  </a:cubicBezTo>
                  <a:cubicBezTo>
                    <a:pt x="87841" y="23285"/>
                    <a:pt x="87684" y="23318"/>
                    <a:pt x="87518" y="23351"/>
                  </a:cubicBezTo>
                  <a:cubicBezTo>
                    <a:pt x="85435" y="23797"/>
                    <a:pt x="83394" y="24357"/>
                    <a:pt x="81363" y="25003"/>
                  </a:cubicBezTo>
                  <a:cubicBezTo>
                    <a:pt x="80860" y="25159"/>
                    <a:pt x="80353" y="25311"/>
                    <a:pt x="79850" y="25458"/>
                  </a:cubicBezTo>
                  <a:cubicBezTo>
                    <a:pt x="70141" y="28391"/>
                    <a:pt x="60840" y="33075"/>
                    <a:pt x="52886" y="39386"/>
                  </a:cubicBezTo>
                  <a:cubicBezTo>
                    <a:pt x="52450" y="39718"/>
                    <a:pt x="52013" y="40046"/>
                    <a:pt x="51582" y="40378"/>
                  </a:cubicBezTo>
                  <a:cubicBezTo>
                    <a:pt x="42727" y="47211"/>
                    <a:pt x="35898" y="55786"/>
                    <a:pt x="30398" y="65452"/>
                  </a:cubicBezTo>
                  <a:cubicBezTo>
                    <a:pt x="30128" y="65926"/>
                    <a:pt x="29853" y="66401"/>
                    <a:pt x="29582" y="66876"/>
                  </a:cubicBezTo>
                  <a:cubicBezTo>
                    <a:pt x="25131" y="74644"/>
                    <a:pt x="22189" y="83760"/>
                    <a:pt x="20770" y="92576"/>
                  </a:cubicBezTo>
                  <a:cubicBezTo>
                    <a:pt x="20272" y="95528"/>
                    <a:pt x="19043" y="97906"/>
                    <a:pt x="16570" y="99709"/>
                  </a:cubicBezTo>
                  <a:cubicBezTo>
                    <a:pt x="13614" y="101479"/>
                    <a:pt x="10544" y="102134"/>
                    <a:pt x="7156" y="101412"/>
                  </a:cubicBezTo>
                  <a:cubicBezTo>
                    <a:pt x="4123" y="100644"/>
                    <a:pt x="1717" y="99486"/>
                    <a:pt x="0" y="96795"/>
                  </a:cubicBezTo>
                  <a:cubicBezTo>
                    <a:pt x="-3426" y="90654"/>
                    <a:pt x="-237" y="81866"/>
                    <a:pt x="1518" y="75588"/>
                  </a:cubicBezTo>
                  <a:cubicBezTo>
                    <a:pt x="7293" y="55459"/>
                    <a:pt x="19849" y="36700"/>
                    <a:pt x="40549" y="19930"/>
                  </a:cubicBezTo>
                  <a:cubicBezTo>
                    <a:pt x="40705" y="19816"/>
                    <a:pt x="40867" y="19707"/>
                    <a:pt x="41028" y="19588"/>
                  </a:cubicBezTo>
                  <a:cubicBezTo>
                    <a:pt x="52217" y="11678"/>
                    <a:pt x="63929" y="6163"/>
                    <a:pt x="77088" y="2372"/>
                  </a:cubicBezTo>
                  <a:cubicBezTo>
                    <a:pt x="77178" y="2348"/>
                    <a:pt x="77178" y="2348"/>
                    <a:pt x="77624" y="2216"/>
                  </a:cubicBezTo>
                  <a:cubicBezTo>
                    <a:pt x="91504" y="-1798"/>
                    <a:pt x="107914" y="-2439"/>
                    <a:pt x="122169" y="0"/>
                  </a:cubicBezTo>
                  <a:close/>
                  <a:moveTo>
                    <a:pt x="82782" y="4745"/>
                  </a:moveTo>
                  <a:cubicBezTo>
                    <a:pt x="82668" y="4769"/>
                    <a:pt x="82668" y="4769"/>
                    <a:pt x="82085" y="4896"/>
                  </a:cubicBezTo>
                  <a:cubicBezTo>
                    <a:pt x="72940" y="6937"/>
                    <a:pt x="64337" y="10401"/>
                    <a:pt x="56061" y="14762"/>
                  </a:cubicBezTo>
                  <a:cubicBezTo>
                    <a:pt x="55349" y="15137"/>
                    <a:pt x="54633" y="15498"/>
                    <a:pt x="53911" y="15854"/>
                  </a:cubicBezTo>
                  <a:cubicBezTo>
                    <a:pt x="47714" y="18995"/>
                    <a:pt x="41982" y="23456"/>
                    <a:pt x="36752" y="27997"/>
                  </a:cubicBezTo>
                  <a:cubicBezTo>
                    <a:pt x="36553" y="28168"/>
                    <a:pt x="36354" y="28338"/>
                    <a:pt x="36150" y="28519"/>
                  </a:cubicBezTo>
                  <a:cubicBezTo>
                    <a:pt x="34745" y="29743"/>
                    <a:pt x="33369" y="30996"/>
                    <a:pt x="32007" y="32268"/>
                  </a:cubicBezTo>
                  <a:cubicBezTo>
                    <a:pt x="31912" y="32358"/>
                    <a:pt x="31912" y="32358"/>
                    <a:pt x="31423" y="32809"/>
                  </a:cubicBezTo>
                  <a:cubicBezTo>
                    <a:pt x="28268" y="35770"/>
                    <a:pt x="25582" y="38992"/>
                    <a:pt x="22977" y="42428"/>
                  </a:cubicBezTo>
                  <a:cubicBezTo>
                    <a:pt x="22312" y="43305"/>
                    <a:pt x="21634" y="44174"/>
                    <a:pt x="20946" y="45028"/>
                  </a:cubicBezTo>
                  <a:cubicBezTo>
                    <a:pt x="12091" y="56213"/>
                    <a:pt x="6496" y="69865"/>
                    <a:pt x="3089" y="83608"/>
                  </a:cubicBezTo>
                  <a:cubicBezTo>
                    <a:pt x="3037" y="83807"/>
                    <a:pt x="2989" y="84011"/>
                    <a:pt x="2932" y="84215"/>
                  </a:cubicBezTo>
                  <a:cubicBezTo>
                    <a:pt x="2106" y="87504"/>
                    <a:pt x="1328" y="91362"/>
                    <a:pt x="2643" y="94612"/>
                  </a:cubicBezTo>
                  <a:cubicBezTo>
                    <a:pt x="3691" y="96302"/>
                    <a:pt x="5039" y="97398"/>
                    <a:pt x="6961" y="97910"/>
                  </a:cubicBezTo>
                  <a:cubicBezTo>
                    <a:pt x="9277" y="98394"/>
                    <a:pt x="11526" y="98537"/>
                    <a:pt x="13709" y="97516"/>
                  </a:cubicBezTo>
                  <a:cubicBezTo>
                    <a:pt x="13851" y="97450"/>
                    <a:pt x="13998" y="97388"/>
                    <a:pt x="14145" y="97322"/>
                  </a:cubicBezTo>
                  <a:cubicBezTo>
                    <a:pt x="15844" y="96368"/>
                    <a:pt x="16893" y="94332"/>
                    <a:pt x="17448" y="92515"/>
                  </a:cubicBezTo>
                  <a:cubicBezTo>
                    <a:pt x="17709" y="91442"/>
                    <a:pt x="17889" y="90360"/>
                    <a:pt x="18060" y="89274"/>
                  </a:cubicBezTo>
                  <a:cubicBezTo>
                    <a:pt x="21116" y="70449"/>
                    <a:pt x="32443" y="50646"/>
                    <a:pt x="47667" y="38911"/>
                  </a:cubicBezTo>
                  <a:cubicBezTo>
                    <a:pt x="47785" y="38821"/>
                    <a:pt x="47904" y="38726"/>
                    <a:pt x="48027" y="38636"/>
                  </a:cubicBezTo>
                  <a:cubicBezTo>
                    <a:pt x="52170" y="35447"/>
                    <a:pt x="56417" y="32505"/>
                    <a:pt x="60954" y="29895"/>
                  </a:cubicBezTo>
                  <a:cubicBezTo>
                    <a:pt x="61219" y="29738"/>
                    <a:pt x="61480" y="29587"/>
                    <a:pt x="61751" y="29425"/>
                  </a:cubicBezTo>
                  <a:cubicBezTo>
                    <a:pt x="73714" y="22473"/>
                    <a:pt x="87940" y="18520"/>
                    <a:pt x="101764" y="18032"/>
                  </a:cubicBezTo>
                  <a:cubicBezTo>
                    <a:pt x="102039" y="18022"/>
                    <a:pt x="102319" y="18013"/>
                    <a:pt x="102604" y="17998"/>
                  </a:cubicBezTo>
                  <a:cubicBezTo>
                    <a:pt x="117850" y="17519"/>
                    <a:pt x="133486" y="20851"/>
                    <a:pt x="146882" y="28230"/>
                  </a:cubicBezTo>
                  <a:cubicBezTo>
                    <a:pt x="147319" y="28471"/>
                    <a:pt x="147760" y="28709"/>
                    <a:pt x="148202" y="28946"/>
                  </a:cubicBezTo>
                  <a:cubicBezTo>
                    <a:pt x="152074" y="31039"/>
                    <a:pt x="155699" y="33369"/>
                    <a:pt x="159182" y="36064"/>
                  </a:cubicBezTo>
                  <a:cubicBezTo>
                    <a:pt x="159377" y="36211"/>
                    <a:pt x="159567" y="36358"/>
                    <a:pt x="159766" y="36510"/>
                  </a:cubicBezTo>
                  <a:cubicBezTo>
                    <a:pt x="165631" y="40971"/>
                    <a:pt x="170680" y="45849"/>
                    <a:pt x="175022" y="51800"/>
                  </a:cubicBezTo>
                  <a:cubicBezTo>
                    <a:pt x="175302" y="52179"/>
                    <a:pt x="175587" y="52559"/>
                    <a:pt x="175872" y="52934"/>
                  </a:cubicBezTo>
                  <a:cubicBezTo>
                    <a:pt x="179848" y="58196"/>
                    <a:pt x="187180" y="68138"/>
                    <a:pt x="187180" y="74976"/>
                  </a:cubicBezTo>
                  <a:cubicBezTo>
                    <a:pt x="185249" y="75379"/>
                    <a:pt x="183521" y="75484"/>
                    <a:pt x="181561" y="75289"/>
                  </a:cubicBezTo>
                  <a:cubicBezTo>
                    <a:pt x="181305" y="75265"/>
                    <a:pt x="181054" y="75246"/>
                    <a:pt x="180793" y="75223"/>
                  </a:cubicBezTo>
                  <a:cubicBezTo>
                    <a:pt x="179996" y="75156"/>
                    <a:pt x="179198" y="75080"/>
                    <a:pt x="178401" y="75005"/>
                  </a:cubicBezTo>
                  <a:cubicBezTo>
                    <a:pt x="177604" y="74933"/>
                    <a:pt x="176807" y="74862"/>
                    <a:pt x="176009" y="74791"/>
                  </a:cubicBezTo>
                  <a:cubicBezTo>
                    <a:pt x="175516" y="74748"/>
                    <a:pt x="175022" y="74705"/>
                    <a:pt x="174529" y="74658"/>
                  </a:cubicBezTo>
                  <a:cubicBezTo>
                    <a:pt x="172887" y="74511"/>
                    <a:pt x="171269" y="74478"/>
                    <a:pt x="169622" y="74502"/>
                  </a:cubicBezTo>
                  <a:cubicBezTo>
                    <a:pt x="171198" y="76129"/>
                    <a:pt x="172825" y="77628"/>
                    <a:pt x="174576" y="79066"/>
                  </a:cubicBezTo>
                  <a:cubicBezTo>
                    <a:pt x="174695" y="79171"/>
                    <a:pt x="174818" y="79271"/>
                    <a:pt x="174942" y="79375"/>
                  </a:cubicBezTo>
                  <a:cubicBezTo>
                    <a:pt x="177020" y="81098"/>
                    <a:pt x="179141" y="82773"/>
                    <a:pt x="181277" y="84433"/>
                  </a:cubicBezTo>
                  <a:cubicBezTo>
                    <a:pt x="183849" y="86436"/>
                    <a:pt x="186369" y="88505"/>
                    <a:pt x="188884" y="90588"/>
                  </a:cubicBezTo>
                  <a:cubicBezTo>
                    <a:pt x="191318" y="92605"/>
                    <a:pt x="193781" y="94584"/>
                    <a:pt x="196277" y="96529"/>
                  </a:cubicBezTo>
                  <a:cubicBezTo>
                    <a:pt x="199153" y="98769"/>
                    <a:pt x="201952" y="101094"/>
                    <a:pt x="204738" y="103448"/>
                  </a:cubicBezTo>
                  <a:cubicBezTo>
                    <a:pt x="205407" y="103211"/>
                    <a:pt x="205644" y="103059"/>
                    <a:pt x="205967" y="102414"/>
                  </a:cubicBezTo>
                  <a:cubicBezTo>
                    <a:pt x="206043" y="102176"/>
                    <a:pt x="206119" y="101944"/>
                    <a:pt x="206195" y="101697"/>
                  </a:cubicBezTo>
                  <a:cubicBezTo>
                    <a:pt x="206285" y="101427"/>
                    <a:pt x="206375" y="101156"/>
                    <a:pt x="206465" y="100876"/>
                  </a:cubicBezTo>
                  <a:cubicBezTo>
                    <a:pt x="206560" y="100572"/>
                    <a:pt x="206655" y="100274"/>
                    <a:pt x="206750" y="99970"/>
                  </a:cubicBezTo>
                  <a:cubicBezTo>
                    <a:pt x="206854" y="99652"/>
                    <a:pt x="206959" y="99334"/>
                    <a:pt x="207058" y="99016"/>
                  </a:cubicBezTo>
                  <a:cubicBezTo>
                    <a:pt x="207343" y="98152"/>
                    <a:pt x="207618" y="97284"/>
                    <a:pt x="207893" y="96420"/>
                  </a:cubicBezTo>
                  <a:cubicBezTo>
                    <a:pt x="208183" y="95505"/>
                    <a:pt x="208482" y="94589"/>
                    <a:pt x="208776" y="93672"/>
                  </a:cubicBezTo>
                  <a:cubicBezTo>
                    <a:pt x="209341" y="91931"/>
                    <a:pt x="209896" y="90190"/>
                    <a:pt x="210456" y="88443"/>
                  </a:cubicBezTo>
                  <a:cubicBezTo>
                    <a:pt x="211078" y="86493"/>
                    <a:pt x="211704" y="84547"/>
                    <a:pt x="212335" y="82602"/>
                  </a:cubicBezTo>
                  <a:cubicBezTo>
                    <a:pt x="213403" y="79285"/>
                    <a:pt x="214466" y="75968"/>
                    <a:pt x="215524" y="72651"/>
                  </a:cubicBezTo>
                  <a:cubicBezTo>
                    <a:pt x="216131" y="70743"/>
                    <a:pt x="216744" y="68836"/>
                    <a:pt x="217370" y="66933"/>
                  </a:cubicBezTo>
                  <a:cubicBezTo>
                    <a:pt x="217655" y="66069"/>
                    <a:pt x="217935" y="65205"/>
                    <a:pt x="218215" y="64342"/>
                  </a:cubicBezTo>
                  <a:cubicBezTo>
                    <a:pt x="218338" y="63972"/>
                    <a:pt x="218461" y="63601"/>
                    <a:pt x="218585" y="63231"/>
                  </a:cubicBezTo>
                  <a:cubicBezTo>
                    <a:pt x="218751" y="62743"/>
                    <a:pt x="218912" y="62254"/>
                    <a:pt x="219069" y="61765"/>
                  </a:cubicBezTo>
                  <a:cubicBezTo>
                    <a:pt x="219111" y="61637"/>
                    <a:pt x="219111" y="61637"/>
                    <a:pt x="219330" y="60977"/>
                  </a:cubicBezTo>
                  <a:cubicBezTo>
                    <a:pt x="219472" y="60128"/>
                    <a:pt x="219306" y="59630"/>
                    <a:pt x="218974" y="58842"/>
                  </a:cubicBezTo>
                  <a:cubicBezTo>
                    <a:pt x="218803" y="58989"/>
                    <a:pt x="218637" y="59136"/>
                    <a:pt x="218461" y="59288"/>
                  </a:cubicBezTo>
                  <a:cubicBezTo>
                    <a:pt x="216435" y="61058"/>
                    <a:pt x="214390" y="62804"/>
                    <a:pt x="212330" y="64536"/>
                  </a:cubicBezTo>
                  <a:cubicBezTo>
                    <a:pt x="212183" y="64660"/>
                    <a:pt x="212036" y="64783"/>
                    <a:pt x="211884" y="64911"/>
                  </a:cubicBezTo>
                  <a:cubicBezTo>
                    <a:pt x="211054" y="65613"/>
                    <a:pt x="210219" y="66302"/>
                    <a:pt x="209369" y="66980"/>
                  </a:cubicBezTo>
                  <a:cubicBezTo>
                    <a:pt x="209113" y="67189"/>
                    <a:pt x="208852" y="67398"/>
                    <a:pt x="208601" y="67616"/>
                  </a:cubicBezTo>
                  <a:cubicBezTo>
                    <a:pt x="208240" y="67915"/>
                    <a:pt x="207875" y="68200"/>
                    <a:pt x="207509" y="68489"/>
                  </a:cubicBezTo>
                  <a:cubicBezTo>
                    <a:pt x="207305" y="68655"/>
                    <a:pt x="207101" y="68821"/>
                    <a:pt x="206892" y="68992"/>
                  </a:cubicBezTo>
                  <a:cubicBezTo>
                    <a:pt x="205948" y="69367"/>
                    <a:pt x="205326" y="69324"/>
                    <a:pt x="204344" y="69082"/>
                  </a:cubicBezTo>
                  <a:cubicBezTo>
                    <a:pt x="203276" y="68555"/>
                    <a:pt x="202982" y="67583"/>
                    <a:pt x="202564" y="66520"/>
                  </a:cubicBezTo>
                  <a:cubicBezTo>
                    <a:pt x="202465" y="66287"/>
                    <a:pt x="202365" y="66055"/>
                    <a:pt x="202261" y="65813"/>
                  </a:cubicBezTo>
                  <a:cubicBezTo>
                    <a:pt x="202042" y="65315"/>
                    <a:pt x="201834" y="64811"/>
                    <a:pt x="201625" y="64308"/>
                  </a:cubicBezTo>
                  <a:cubicBezTo>
                    <a:pt x="201074" y="62994"/>
                    <a:pt x="200495" y="61689"/>
                    <a:pt x="199912" y="60384"/>
                  </a:cubicBezTo>
                  <a:cubicBezTo>
                    <a:pt x="199798" y="60128"/>
                    <a:pt x="199684" y="59867"/>
                    <a:pt x="199565" y="59601"/>
                  </a:cubicBezTo>
                  <a:cubicBezTo>
                    <a:pt x="198099" y="56317"/>
                    <a:pt x="196296" y="53285"/>
                    <a:pt x="194298" y="50300"/>
                  </a:cubicBezTo>
                  <a:cubicBezTo>
                    <a:pt x="194251" y="50234"/>
                    <a:pt x="194251" y="50234"/>
                    <a:pt x="194018" y="49883"/>
                  </a:cubicBezTo>
                  <a:cubicBezTo>
                    <a:pt x="191176" y="45631"/>
                    <a:pt x="188020" y="41687"/>
                    <a:pt x="184646" y="37848"/>
                  </a:cubicBezTo>
                  <a:cubicBezTo>
                    <a:pt x="184333" y="37488"/>
                    <a:pt x="184020" y="37127"/>
                    <a:pt x="183711" y="36766"/>
                  </a:cubicBezTo>
                  <a:cubicBezTo>
                    <a:pt x="183132" y="36093"/>
                    <a:pt x="182544" y="35428"/>
                    <a:pt x="181960" y="34759"/>
                  </a:cubicBezTo>
                  <a:cubicBezTo>
                    <a:pt x="181789" y="34560"/>
                    <a:pt x="181618" y="34361"/>
                    <a:pt x="181438" y="34156"/>
                  </a:cubicBezTo>
                  <a:cubicBezTo>
                    <a:pt x="180579" y="33193"/>
                    <a:pt x="179962" y="32515"/>
                    <a:pt x="178638" y="32268"/>
                  </a:cubicBezTo>
                  <a:cubicBezTo>
                    <a:pt x="178638" y="31955"/>
                    <a:pt x="178638" y="31641"/>
                    <a:pt x="178638" y="31319"/>
                  </a:cubicBezTo>
                  <a:cubicBezTo>
                    <a:pt x="178140" y="30801"/>
                    <a:pt x="177647" y="30351"/>
                    <a:pt x="177096" y="29895"/>
                  </a:cubicBezTo>
                  <a:cubicBezTo>
                    <a:pt x="176925" y="29753"/>
                    <a:pt x="176759" y="29610"/>
                    <a:pt x="176584" y="29459"/>
                  </a:cubicBezTo>
                  <a:cubicBezTo>
                    <a:pt x="176204" y="29141"/>
                    <a:pt x="175829" y="28828"/>
                    <a:pt x="175450" y="28509"/>
                  </a:cubicBezTo>
                  <a:cubicBezTo>
                    <a:pt x="174828" y="27983"/>
                    <a:pt x="174216" y="27447"/>
                    <a:pt x="173604" y="26906"/>
                  </a:cubicBezTo>
                  <a:cubicBezTo>
                    <a:pt x="167553" y="21624"/>
                    <a:pt x="160582" y="17486"/>
                    <a:pt x="153488" y="13761"/>
                  </a:cubicBezTo>
                  <a:cubicBezTo>
                    <a:pt x="153336" y="13680"/>
                    <a:pt x="153180" y="13599"/>
                    <a:pt x="153023" y="13514"/>
                  </a:cubicBezTo>
                  <a:cubicBezTo>
                    <a:pt x="145184" y="9395"/>
                    <a:pt x="136756" y="6605"/>
                    <a:pt x="128100" y="4802"/>
                  </a:cubicBezTo>
                  <a:cubicBezTo>
                    <a:pt x="127991" y="4783"/>
                    <a:pt x="127991" y="4783"/>
                    <a:pt x="127431" y="4664"/>
                  </a:cubicBezTo>
                  <a:cubicBezTo>
                    <a:pt x="125842" y="4336"/>
                    <a:pt x="124247" y="4052"/>
                    <a:pt x="122643" y="3796"/>
                  </a:cubicBezTo>
                  <a:cubicBezTo>
                    <a:pt x="122373" y="3753"/>
                    <a:pt x="122097" y="3710"/>
                    <a:pt x="121818" y="3663"/>
                  </a:cubicBezTo>
                  <a:cubicBezTo>
                    <a:pt x="116427" y="2832"/>
                    <a:pt x="111093" y="2657"/>
                    <a:pt x="105650" y="2666"/>
                  </a:cubicBezTo>
                  <a:cubicBezTo>
                    <a:pt x="105546" y="2671"/>
                    <a:pt x="105546" y="2671"/>
                    <a:pt x="105009" y="2671"/>
                  </a:cubicBezTo>
                  <a:cubicBezTo>
                    <a:pt x="97464" y="2676"/>
                    <a:pt x="90175" y="3117"/>
                    <a:pt x="82782" y="4745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39" name="New shape">
              <a:extLst>
                <a:ext uri="{FF2B5EF4-FFF2-40B4-BE49-F238E27FC236}">
                  <a16:creationId xmlns:a16="http://schemas.microsoft.com/office/drawing/2014/main" id="{669DC777-3500-A6EF-C75C-D3633C73649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-96253" y="3071174"/>
              <a:ext cx="222196" cy="106780"/>
            </a:xfrm>
            <a:custGeom>
              <a:avLst/>
              <a:gdLst/>
              <a:ahLst/>
              <a:cxnLst/>
              <a:rect l="l" t="t" r="r" b="b"/>
              <a:pathLst>
                <a:path w="222196" h="106779">
                  <a:moveTo>
                    <a:pt x="15721" y="0"/>
                  </a:moveTo>
                  <a:cubicBezTo>
                    <a:pt x="18131" y="71"/>
                    <a:pt x="19503" y="982"/>
                    <a:pt x="21263" y="2505"/>
                  </a:cubicBezTo>
                  <a:cubicBezTo>
                    <a:pt x="21543" y="2738"/>
                    <a:pt x="21828" y="2970"/>
                    <a:pt x="22108" y="3203"/>
                  </a:cubicBezTo>
                  <a:cubicBezTo>
                    <a:pt x="22716" y="3706"/>
                    <a:pt x="23318" y="4209"/>
                    <a:pt x="23921" y="4716"/>
                  </a:cubicBezTo>
                  <a:cubicBezTo>
                    <a:pt x="24917" y="5561"/>
                    <a:pt x="25928" y="6391"/>
                    <a:pt x="26939" y="7222"/>
                  </a:cubicBezTo>
                  <a:cubicBezTo>
                    <a:pt x="28158" y="8223"/>
                    <a:pt x="29378" y="9225"/>
                    <a:pt x="30598" y="10231"/>
                  </a:cubicBezTo>
                  <a:cubicBezTo>
                    <a:pt x="32159" y="11526"/>
                    <a:pt x="33729" y="12807"/>
                    <a:pt x="35319" y="14070"/>
                  </a:cubicBezTo>
                  <a:cubicBezTo>
                    <a:pt x="37659" y="15925"/>
                    <a:pt x="39960" y="17833"/>
                    <a:pt x="42262" y="19731"/>
                  </a:cubicBezTo>
                  <a:cubicBezTo>
                    <a:pt x="44255" y="21377"/>
                    <a:pt x="46252" y="23019"/>
                    <a:pt x="48279" y="24628"/>
                  </a:cubicBezTo>
                  <a:cubicBezTo>
                    <a:pt x="49944" y="25952"/>
                    <a:pt x="51591" y="27285"/>
                    <a:pt x="53228" y="28638"/>
                  </a:cubicBezTo>
                  <a:cubicBezTo>
                    <a:pt x="53489" y="28851"/>
                    <a:pt x="53745" y="29060"/>
                    <a:pt x="54002" y="29274"/>
                  </a:cubicBezTo>
                  <a:cubicBezTo>
                    <a:pt x="54362" y="29563"/>
                    <a:pt x="54718" y="29862"/>
                    <a:pt x="55074" y="30156"/>
                  </a:cubicBezTo>
                  <a:cubicBezTo>
                    <a:pt x="55283" y="30327"/>
                    <a:pt x="55487" y="30493"/>
                    <a:pt x="55700" y="30669"/>
                  </a:cubicBezTo>
                  <a:cubicBezTo>
                    <a:pt x="56659" y="31599"/>
                    <a:pt x="56768" y="32420"/>
                    <a:pt x="56820" y="33734"/>
                  </a:cubicBezTo>
                  <a:cubicBezTo>
                    <a:pt x="56830" y="33877"/>
                    <a:pt x="56830" y="33877"/>
                    <a:pt x="56877" y="34593"/>
                  </a:cubicBezTo>
                  <a:cubicBezTo>
                    <a:pt x="56616" y="35666"/>
                    <a:pt x="56194" y="35927"/>
                    <a:pt x="55316" y="36548"/>
                  </a:cubicBezTo>
                  <a:cubicBezTo>
                    <a:pt x="54448" y="37027"/>
                    <a:pt x="53712" y="37061"/>
                    <a:pt x="52735" y="37027"/>
                  </a:cubicBezTo>
                  <a:cubicBezTo>
                    <a:pt x="52531" y="37023"/>
                    <a:pt x="52331" y="37018"/>
                    <a:pt x="52127" y="37013"/>
                  </a:cubicBezTo>
                  <a:cubicBezTo>
                    <a:pt x="49147" y="36890"/>
                    <a:pt x="46229" y="36169"/>
                    <a:pt x="43325" y="35528"/>
                  </a:cubicBezTo>
                  <a:cubicBezTo>
                    <a:pt x="42527" y="35352"/>
                    <a:pt x="41730" y="35181"/>
                    <a:pt x="40928" y="35011"/>
                  </a:cubicBezTo>
                  <a:cubicBezTo>
                    <a:pt x="39376" y="34679"/>
                    <a:pt x="37820" y="34342"/>
                    <a:pt x="36268" y="34000"/>
                  </a:cubicBezTo>
                  <a:cubicBezTo>
                    <a:pt x="40212" y="42039"/>
                    <a:pt x="45394" y="49171"/>
                    <a:pt x="51672" y="55558"/>
                  </a:cubicBezTo>
                  <a:cubicBezTo>
                    <a:pt x="52308" y="56203"/>
                    <a:pt x="52934" y="56863"/>
                    <a:pt x="53556" y="57523"/>
                  </a:cubicBezTo>
                  <a:cubicBezTo>
                    <a:pt x="59359" y="63658"/>
                    <a:pt x="65936" y="68741"/>
                    <a:pt x="73282" y="72912"/>
                  </a:cubicBezTo>
                  <a:cubicBezTo>
                    <a:pt x="73543" y="73064"/>
                    <a:pt x="73809" y="73220"/>
                    <a:pt x="74079" y="73377"/>
                  </a:cubicBezTo>
                  <a:cubicBezTo>
                    <a:pt x="93265" y="84538"/>
                    <a:pt x="116526" y="87048"/>
                    <a:pt x="139119" y="81506"/>
                  </a:cubicBezTo>
                  <a:cubicBezTo>
                    <a:pt x="145976" y="79660"/>
                    <a:pt x="152477" y="76784"/>
                    <a:pt x="158698" y="73386"/>
                  </a:cubicBezTo>
                  <a:cubicBezTo>
                    <a:pt x="158850" y="73306"/>
                    <a:pt x="159002" y="73220"/>
                    <a:pt x="159159" y="73135"/>
                  </a:cubicBezTo>
                  <a:cubicBezTo>
                    <a:pt x="165992" y="69386"/>
                    <a:pt x="171909" y="64622"/>
                    <a:pt x="177547" y="59259"/>
                  </a:cubicBezTo>
                  <a:cubicBezTo>
                    <a:pt x="178088" y="58742"/>
                    <a:pt x="178638" y="58230"/>
                    <a:pt x="179184" y="57722"/>
                  </a:cubicBezTo>
                  <a:cubicBezTo>
                    <a:pt x="186231" y="51083"/>
                    <a:pt x="191195" y="42224"/>
                    <a:pt x="195238" y="33525"/>
                  </a:cubicBezTo>
                  <a:cubicBezTo>
                    <a:pt x="195370" y="33246"/>
                    <a:pt x="195503" y="32961"/>
                    <a:pt x="195641" y="32671"/>
                  </a:cubicBezTo>
                  <a:cubicBezTo>
                    <a:pt x="197928" y="27713"/>
                    <a:pt x="199722" y="22564"/>
                    <a:pt x="200946" y="17240"/>
                  </a:cubicBezTo>
                  <a:cubicBezTo>
                    <a:pt x="202688" y="9623"/>
                    <a:pt x="202688" y="9623"/>
                    <a:pt x="205938" y="7478"/>
                  </a:cubicBezTo>
                  <a:cubicBezTo>
                    <a:pt x="208695" y="5898"/>
                    <a:pt x="212311" y="5960"/>
                    <a:pt x="215344" y="6619"/>
                  </a:cubicBezTo>
                  <a:cubicBezTo>
                    <a:pt x="218238" y="7454"/>
                    <a:pt x="220179" y="9220"/>
                    <a:pt x="221812" y="11697"/>
                  </a:cubicBezTo>
                  <a:cubicBezTo>
                    <a:pt x="221878" y="11792"/>
                    <a:pt x="221878" y="11792"/>
                    <a:pt x="222196" y="12271"/>
                  </a:cubicBezTo>
                  <a:cubicBezTo>
                    <a:pt x="223881" y="15550"/>
                    <a:pt x="222595" y="20343"/>
                    <a:pt x="221783" y="23707"/>
                  </a:cubicBezTo>
                  <a:cubicBezTo>
                    <a:pt x="221755" y="23821"/>
                    <a:pt x="221755" y="23821"/>
                    <a:pt x="221622" y="24386"/>
                  </a:cubicBezTo>
                  <a:cubicBezTo>
                    <a:pt x="218623" y="37051"/>
                    <a:pt x="213569" y="48910"/>
                    <a:pt x="206152" y="59625"/>
                  </a:cubicBezTo>
                  <a:cubicBezTo>
                    <a:pt x="206038" y="59791"/>
                    <a:pt x="205924" y="59957"/>
                    <a:pt x="205806" y="60128"/>
                  </a:cubicBezTo>
                  <a:cubicBezTo>
                    <a:pt x="203148" y="63972"/>
                    <a:pt x="200329" y="67578"/>
                    <a:pt x="197121" y="70985"/>
                  </a:cubicBezTo>
                  <a:cubicBezTo>
                    <a:pt x="196704" y="71446"/>
                    <a:pt x="196305" y="71911"/>
                    <a:pt x="195911" y="72390"/>
                  </a:cubicBezTo>
                  <a:cubicBezTo>
                    <a:pt x="183071" y="87974"/>
                    <a:pt x="163164" y="98489"/>
                    <a:pt x="126914" y="106779"/>
                  </a:cubicBezTo>
                  <a:cubicBezTo>
                    <a:pt x="102627" y="108981"/>
                    <a:pt x="78070" y="103016"/>
                    <a:pt x="49555" y="83352"/>
                  </a:cubicBezTo>
                  <a:cubicBezTo>
                    <a:pt x="49308" y="83153"/>
                    <a:pt x="49062" y="82953"/>
                    <a:pt x="48815" y="82754"/>
                  </a:cubicBezTo>
                  <a:cubicBezTo>
                    <a:pt x="42243" y="77472"/>
                    <a:pt x="36349" y="71569"/>
                    <a:pt x="31347" y="64773"/>
                  </a:cubicBezTo>
                  <a:cubicBezTo>
                    <a:pt x="31053" y="64375"/>
                    <a:pt x="30754" y="63977"/>
                    <a:pt x="30450" y="63582"/>
                  </a:cubicBezTo>
                  <a:cubicBezTo>
                    <a:pt x="24870" y="56213"/>
                    <a:pt x="20628" y="48302"/>
                    <a:pt x="17287" y="39694"/>
                  </a:cubicBezTo>
                  <a:cubicBezTo>
                    <a:pt x="17182" y="39804"/>
                    <a:pt x="17078" y="39908"/>
                    <a:pt x="16969" y="40017"/>
                  </a:cubicBezTo>
                  <a:cubicBezTo>
                    <a:pt x="15863" y="41147"/>
                    <a:pt x="14758" y="42271"/>
                    <a:pt x="13642" y="43391"/>
                  </a:cubicBezTo>
                  <a:cubicBezTo>
                    <a:pt x="13234" y="43809"/>
                    <a:pt x="12821" y="44226"/>
                    <a:pt x="12409" y="44644"/>
                  </a:cubicBezTo>
                  <a:cubicBezTo>
                    <a:pt x="10425" y="46670"/>
                    <a:pt x="8446" y="48682"/>
                    <a:pt x="6192" y="50410"/>
                  </a:cubicBezTo>
                  <a:cubicBezTo>
                    <a:pt x="6040" y="50528"/>
                    <a:pt x="5893" y="50642"/>
                    <a:pt x="5741" y="50761"/>
                  </a:cubicBezTo>
                  <a:cubicBezTo>
                    <a:pt x="4493" y="51677"/>
                    <a:pt x="3416" y="51904"/>
                    <a:pt x="1850" y="51738"/>
                  </a:cubicBezTo>
                  <a:cubicBezTo>
                    <a:pt x="1029" y="51525"/>
                    <a:pt x="484" y="51377"/>
                    <a:pt x="0" y="50656"/>
                  </a:cubicBezTo>
                  <a:cubicBezTo>
                    <a:pt x="-1456" y="47809"/>
                    <a:pt x="-379" y="45080"/>
                    <a:pt x="541" y="42243"/>
                  </a:cubicBezTo>
                  <a:cubicBezTo>
                    <a:pt x="688" y="41797"/>
                    <a:pt x="835" y="41355"/>
                    <a:pt x="982" y="40909"/>
                  </a:cubicBezTo>
                  <a:cubicBezTo>
                    <a:pt x="1243" y="40126"/>
                    <a:pt x="1494" y="39339"/>
                    <a:pt x="1746" y="38556"/>
                  </a:cubicBezTo>
                  <a:cubicBezTo>
                    <a:pt x="2225" y="37056"/>
                    <a:pt x="2714" y="35561"/>
                    <a:pt x="3207" y="34062"/>
                  </a:cubicBezTo>
                  <a:cubicBezTo>
                    <a:pt x="4066" y="31442"/>
                    <a:pt x="4916" y="28818"/>
                    <a:pt x="5765" y="26194"/>
                  </a:cubicBezTo>
                  <a:cubicBezTo>
                    <a:pt x="6078" y="25216"/>
                    <a:pt x="6396" y="24243"/>
                    <a:pt x="6714" y="23271"/>
                  </a:cubicBezTo>
                  <a:cubicBezTo>
                    <a:pt x="7839" y="19811"/>
                    <a:pt x="8930" y="16343"/>
                    <a:pt x="9946" y="12850"/>
                  </a:cubicBezTo>
                  <a:cubicBezTo>
                    <a:pt x="10045" y="12518"/>
                    <a:pt x="10140" y="12186"/>
                    <a:pt x="10240" y="11853"/>
                  </a:cubicBezTo>
                  <a:cubicBezTo>
                    <a:pt x="10995" y="9267"/>
                    <a:pt x="10995" y="9267"/>
                    <a:pt x="11336" y="8048"/>
                  </a:cubicBezTo>
                  <a:cubicBezTo>
                    <a:pt x="11578" y="7189"/>
                    <a:pt x="11825" y="6335"/>
                    <a:pt x="12076" y="5476"/>
                  </a:cubicBezTo>
                  <a:cubicBezTo>
                    <a:pt x="12110" y="5352"/>
                    <a:pt x="12110" y="5352"/>
                    <a:pt x="12280" y="4721"/>
                  </a:cubicBezTo>
                  <a:cubicBezTo>
                    <a:pt x="12836" y="2837"/>
                    <a:pt x="13785" y="744"/>
                    <a:pt x="15721" y="0"/>
                  </a:cubicBezTo>
                  <a:close/>
                  <a:moveTo>
                    <a:pt x="16338" y="4579"/>
                  </a:moveTo>
                  <a:cubicBezTo>
                    <a:pt x="16248" y="4873"/>
                    <a:pt x="16162" y="5162"/>
                    <a:pt x="16067" y="5466"/>
                  </a:cubicBezTo>
                  <a:cubicBezTo>
                    <a:pt x="15019" y="8892"/>
                    <a:pt x="13965" y="12319"/>
                    <a:pt x="12912" y="15745"/>
                  </a:cubicBezTo>
                  <a:cubicBezTo>
                    <a:pt x="12727" y="16347"/>
                    <a:pt x="12541" y="16950"/>
                    <a:pt x="12356" y="17548"/>
                  </a:cubicBezTo>
                  <a:cubicBezTo>
                    <a:pt x="8460" y="30199"/>
                    <a:pt x="8460" y="30199"/>
                    <a:pt x="6572" y="35817"/>
                  </a:cubicBezTo>
                  <a:cubicBezTo>
                    <a:pt x="6510" y="36003"/>
                    <a:pt x="6448" y="36188"/>
                    <a:pt x="6382" y="36382"/>
                  </a:cubicBezTo>
                  <a:cubicBezTo>
                    <a:pt x="5817" y="38067"/>
                    <a:pt x="5243" y="39747"/>
                    <a:pt x="4659" y="41426"/>
                  </a:cubicBezTo>
                  <a:cubicBezTo>
                    <a:pt x="4503" y="41873"/>
                    <a:pt x="4351" y="42323"/>
                    <a:pt x="4194" y="42769"/>
                  </a:cubicBezTo>
                  <a:cubicBezTo>
                    <a:pt x="4014" y="43296"/>
                    <a:pt x="3829" y="43823"/>
                    <a:pt x="3644" y="44350"/>
                  </a:cubicBezTo>
                  <a:cubicBezTo>
                    <a:pt x="3131" y="45844"/>
                    <a:pt x="2937" y="47130"/>
                    <a:pt x="3051" y="48710"/>
                  </a:cubicBezTo>
                  <a:cubicBezTo>
                    <a:pt x="6173" y="46528"/>
                    <a:pt x="9011" y="44027"/>
                    <a:pt x="11868" y="41517"/>
                  </a:cubicBezTo>
                  <a:cubicBezTo>
                    <a:pt x="12299" y="41137"/>
                    <a:pt x="12736" y="40762"/>
                    <a:pt x="13173" y="40387"/>
                  </a:cubicBezTo>
                  <a:cubicBezTo>
                    <a:pt x="13671" y="39956"/>
                    <a:pt x="14150" y="39519"/>
                    <a:pt x="14629" y="39068"/>
                  </a:cubicBezTo>
                  <a:cubicBezTo>
                    <a:pt x="14724" y="38978"/>
                    <a:pt x="14724" y="38978"/>
                    <a:pt x="15223" y="38527"/>
                  </a:cubicBezTo>
                  <a:cubicBezTo>
                    <a:pt x="15384" y="38370"/>
                    <a:pt x="15545" y="38218"/>
                    <a:pt x="15711" y="38057"/>
                  </a:cubicBezTo>
                  <a:cubicBezTo>
                    <a:pt x="16594" y="37692"/>
                    <a:pt x="17230" y="37782"/>
                    <a:pt x="18150" y="38010"/>
                  </a:cubicBezTo>
                  <a:cubicBezTo>
                    <a:pt x="19194" y="38494"/>
                    <a:pt x="19474" y="39381"/>
                    <a:pt x="19883" y="40406"/>
                  </a:cubicBezTo>
                  <a:cubicBezTo>
                    <a:pt x="20087" y="40857"/>
                    <a:pt x="20286" y="41308"/>
                    <a:pt x="20485" y="41759"/>
                  </a:cubicBezTo>
                  <a:cubicBezTo>
                    <a:pt x="20590" y="42001"/>
                    <a:pt x="20689" y="42238"/>
                    <a:pt x="20794" y="42485"/>
                  </a:cubicBezTo>
                  <a:cubicBezTo>
                    <a:pt x="23166" y="47999"/>
                    <a:pt x="26099" y="52887"/>
                    <a:pt x="29625" y="57727"/>
                  </a:cubicBezTo>
                  <a:cubicBezTo>
                    <a:pt x="29834" y="58016"/>
                    <a:pt x="30047" y="58306"/>
                    <a:pt x="30256" y="58595"/>
                  </a:cubicBezTo>
                  <a:cubicBezTo>
                    <a:pt x="32918" y="62273"/>
                    <a:pt x="35874" y="65623"/>
                    <a:pt x="38987" y="68921"/>
                  </a:cubicBezTo>
                  <a:cubicBezTo>
                    <a:pt x="39419" y="69400"/>
                    <a:pt x="39832" y="69884"/>
                    <a:pt x="40240" y="70387"/>
                  </a:cubicBezTo>
                  <a:cubicBezTo>
                    <a:pt x="40345" y="70520"/>
                    <a:pt x="40449" y="70653"/>
                    <a:pt x="40558" y="70786"/>
                  </a:cubicBezTo>
                  <a:cubicBezTo>
                    <a:pt x="40857" y="71161"/>
                    <a:pt x="41146" y="71531"/>
                    <a:pt x="41441" y="71906"/>
                  </a:cubicBezTo>
                  <a:cubicBezTo>
                    <a:pt x="41611" y="72082"/>
                    <a:pt x="41787" y="72257"/>
                    <a:pt x="41963" y="72437"/>
                  </a:cubicBezTo>
                  <a:cubicBezTo>
                    <a:pt x="42276" y="72437"/>
                    <a:pt x="42589" y="72437"/>
                    <a:pt x="42912" y="72437"/>
                  </a:cubicBezTo>
                  <a:cubicBezTo>
                    <a:pt x="42912" y="72750"/>
                    <a:pt x="42912" y="73064"/>
                    <a:pt x="42912" y="73386"/>
                  </a:cubicBezTo>
                  <a:cubicBezTo>
                    <a:pt x="43401" y="73894"/>
                    <a:pt x="43885" y="74331"/>
                    <a:pt x="44426" y="74782"/>
                  </a:cubicBezTo>
                  <a:cubicBezTo>
                    <a:pt x="44781" y="75081"/>
                    <a:pt x="45133" y="75379"/>
                    <a:pt x="45488" y="75679"/>
                  </a:cubicBezTo>
                  <a:cubicBezTo>
                    <a:pt x="45683" y="75844"/>
                    <a:pt x="45878" y="76006"/>
                    <a:pt x="46082" y="76177"/>
                  </a:cubicBezTo>
                  <a:cubicBezTo>
                    <a:pt x="46741" y="76737"/>
                    <a:pt x="47387" y="77311"/>
                    <a:pt x="48037" y="77890"/>
                  </a:cubicBezTo>
                  <a:cubicBezTo>
                    <a:pt x="53864" y="83053"/>
                    <a:pt x="60436" y="87309"/>
                    <a:pt x="67289" y="91001"/>
                  </a:cubicBezTo>
                  <a:cubicBezTo>
                    <a:pt x="67792" y="91272"/>
                    <a:pt x="68299" y="91552"/>
                    <a:pt x="68802" y="91831"/>
                  </a:cubicBezTo>
                  <a:cubicBezTo>
                    <a:pt x="79850" y="97982"/>
                    <a:pt x="92591" y="101308"/>
                    <a:pt x="105076" y="102808"/>
                  </a:cubicBezTo>
                  <a:cubicBezTo>
                    <a:pt x="105261" y="102831"/>
                    <a:pt x="105446" y="102855"/>
                    <a:pt x="105631" y="102879"/>
                  </a:cubicBezTo>
                  <a:cubicBezTo>
                    <a:pt x="125899" y="105356"/>
                    <a:pt x="147115" y="101019"/>
                    <a:pt x="165033" y="91366"/>
                  </a:cubicBezTo>
                  <a:cubicBezTo>
                    <a:pt x="165764" y="90973"/>
                    <a:pt x="166500" y="90588"/>
                    <a:pt x="167240" y="90209"/>
                  </a:cubicBezTo>
                  <a:cubicBezTo>
                    <a:pt x="178885" y="84135"/>
                    <a:pt x="189966" y="74815"/>
                    <a:pt x="198071" y="64513"/>
                  </a:cubicBezTo>
                  <a:cubicBezTo>
                    <a:pt x="198526" y="63939"/>
                    <a:pt x="198996" y="63374"/>
                    <a:pt x="199470" y="62814"/>
                  </a:cubicBezTo>
                  <a:cubicBezTo>
                    <a:pt x="209056" y="51377"/>
                    <a:pt x="215296" y="37953"/>
                    <a:pt x="219795" y="23845"/>
                  </a:cubicBezTo>
                  <a:cubicBezTo>
                    <a:pt x="219942" y="23385"/>
                    <a:pt x="220094" y="22929"/>
                    <a:pt x="220241" y="22469"/>
                  </a:cubicBezTo>
                  <a:cubicBezTo>
                    <a:pt x="220521" y="21605"/>
                    <a:pt x="220791" y="20742"/>
                    <a:pt x="221057" y="19873"/>
                  </a:cubicBezTo>
                  <a:cubicBezTo>
                    <a:pt x="221143" y="19617"/>
                    <a:pt x="221228" y="19361"/>
                    <a:pt x="221313" y="19095"/>
                  </a:cubicBezTo>
                  <a:cubicBezTo>
                    <a:pt x="221878" y="17206"/>
                    <a:pt x="222011" y="15327"/>
                    <a:pt x="221048" y="13529"/>
                  </a:cubicBezTo>
                  <a:cubicBezTo>
                    <a:pt x="220739" y="13078"/>
                    <a:pt x="220402" y="12689"/>
                    <a:pt x="220032" y="12290"/>
                  </a:cubicBezTo>
                  <a:cubicBezTo>
                    <a:pt x="219918" y="12152"/>
                    <a:pt x="219804" y="12015"/>
                    <a:pt x="219690" y="11872"/>
                  </a:cubicBezTo>
                  <a:cubicBezTo>
                    <a:pt x="217778" y="9718"/>
                    <a:pt x="214907" y="9476"/>
                    <a:pt x="212188" y="9310"/>
                  </a:cubicBezTo>
                  <a:cubicBezTo>
                    <a:pt x="209958" y="9267"/>
                    <a:pt x="208259" y="10098"/>
                    <a:pt x="206593" y="11559"/>
                  </a:cubicBezTo>
                  <a:cubicBezTo>
                    <a:pt x="205421" y="12779"/>
                    <a:pt x="205146" y="14117"/>
                    <a:pt x="204790" y="15730"/>
                  </a:cubicBezTo>
                  <a:cubicBezTo>
                    <a:pt x="204671" y="16205"/>
                    <a:pt x="204553" y="16684"/>
                    <a:pt x="204429" y="17159"/>
                  </a:cubicBezTo>
                  <a:cubicBezTo>
                    <a:pt x="204301" y="17671"/>
                    <a:pt x="204173" y="18184"/>
                    <a:pt x="204050" y="18696"/>
                  </a:cubicBezTo>
                  <a:cubicBezTo>
                    <a:pt x="200106" y="34494"/>
                    <a:pt x="192462" y="48697"/>
                    <a:pt x="181139" y="60412"/>
                  </a:cubicBezTo>
                  <a:cubicBezTo>
                    <a:pt x="180560" y="61015"/>
                    <a:pt x="179996" y="61623"/>
                    <a:pt x="179431" y="62235"/>
                  </a:cubicBezTo>
                  <a:cubicBezTo>
                    <a:pt x="168265" y="74131"/>
                    <a:pt x="152487" y="81814"/>
                    <a:pt x="136870" y="85725"/>
                  </a:cubicBezTo>
                  <a:cubicBezTo>
                    <a:pt x="136642" y="85781"/>
                    <a:pt x="136409" y="85843"/>
                    <a:pt x="136172" y="85900"/>
                  </a:cubicBezTo>
                  <a:cubicBezTo>
                    <a:pt x="120261" y="89824"/>
                    <a:pt x="102869" y="88220"/>
                    <a:pt x="87518" y="82877"/>
                  </a:cubicBezTo>
                  <a:cubicBezTo>
                    <a:pt x="87357" y="82820"/>
                    <a:pt x="87200" y="82768"/>
                    <a:pt x="87034" y="82711"/>
                  </a:cubicBezTo>
                  <a:cubicBezTo>
                    <a:pt x="79470" y="80087"/>
                    <a:pt x="72153" y="76200"/>
                    <a:pt x="65689" y="71488"/>
                  </a:cubicBezTo>
                  <a:cubicBezTo>
                    <a:pt x="65452" y="71318"/>
                    <a:pt x="65215" y="71147"/>
                    <a:pt x="64968" y="70971"/>
                  </a:cubicBezTo>
                  <a:cubicBezTo>
                    <a:pt x="59378" y="66928"/>
                    <a:pt x="53793" y="62245"/>
                    <a:pt x="49494" y="56820"/>
                  </a:cubicBezTo>
                  <a:cubicBezTo>
                    <a:pt x="49195" y="56446"/>
                    <a:pt x="48891" y="56070"/>
                    <a:pt x="48582" y="55700"/>
                  </a:cubicBezTo>
                  <a:cubicBezTo>
                    <a:pt x="43818" y="49949"/>
                    <a:pt x="39989" y="43472"/>
                    <a:pt x="36624" y="36819"/>
                  </a:cubicBezTo>
                  <a:cubicBezTo>
                    <a:pt x="36558" y="36686"/>
                    <a:pt x="36558" y="36686"/>
                    <a:pt x="36211" y="36007"/>
                  </a:cubicBezTo>
                  <a:cubicBezTo>
                    <a:pt x="36093" y="35760"/>
                    <a:pt x="35969" y="35514"/>
                    <a:pt x="35846" y="35257"/>
                  </a:cubicBezTo>
                  <a:cubicBezTo>
                    <a:pt x="35742" y="35049"/>
                    <a:pt x="35642" y="34840"/>
                    <a:pt x="35533" y="34622"/>
                  </a:cubicBezTo>
                  <a:cubicBezTo>
                    <a:pt x="35291" y="33910"/>
                    <a:pt x="35281" y="33326"/>
                    <a:pt x="35319" y="32577"/>
                  </a:cubicBezTo>
                  <a:cubicBezTo>
                    <a:pt x="39291" y="32439"/>
                    <a:pt x="43121" y="32690"/>
                    <a:pt x="47054" y="33189"/>
                  </a:cubicBezTo>
                  <a:cubicBezTo>
                    <a:pt x="49005" y="33430"/>
                    <a:pt x="50912" y="33592"/>
                    <a:pt x="52877" y="33525"/>
                  </a:cubicBezTo>
                  <a:cubicBezTo>
                    <a:pt x="51140" y="31732"/>
                    <a:pt x="49318" y="30076"/>
                    <a:pt x="47420" y="28453"/>
                  </a:cubicBezTo>
                  <a:cubicBezTo>
                    <a:pt x="47349" y="28391"/>
                    <a:pt x="47349" y="28391"/>
                    <a:pt x="46983" y="28078"/>
                  </a:cubicBezTo>
                  <a:cubicBezTo>
                    <a:pt x="44748" y="26170"/>
                    <a:pt x="42461" y="24353"/>
                    <a:pt x="40117" y="22578"/>
                  </a:cubicBezTo>
                  <a:cubicBezTo>
                    <a:pt x="37915" y="20908"/>
                    <a:pt x="35784" y="19156"/>
                    <a:pt x="33658" y="17391"/>
                  </a:cubicBezTo>
                  <a:cubicBezTo>
                    <a:pt x="31029" y="15208"/>
                    <a:pt x="28377" y="13078"/>
                    <a:pt x="25653" y="11018"/>
                  </a:cubicBezTo>
                  <a:cubicBezTo>
                    <a:pt x="24357" y="10036"/>
                    <a:pt x="23095" y="9035"/>
                    <a:pt x="21861" y="7977"/>
                  </a:cubicBezTo>
                  <a:cubicBezTo>
                    <a:pt x="21729" y="7867"/>
                    <a:pt x="21600" y="7758"/>
                    <a:pt x="21463" y="7640"/>
                  </a:cubicBezTo>
                  <a:cubicBezTo>
                    <a:pt x="20836" y="7108"/>
                    <a:pt x="20215" y="6567"/>
                    <a:pt x="19598" y="6026"/>
                  </a:cubicBezTo>
                  <a:cubicBezTo>
                    <a:pt x="19380" y="5836"/>
                    <a:pt x="19157" y="5646"/>
                    <a:pt x="18929" y="5452"/>
                  </a:cubicBezTo>
                  <a:cubicBezTo>
                    <a:pt x="18739" y="5281"/>
                    <a:pt x="18544" y="5115"/>
                    <a:pt x="18350" y="4940"/>
                  </a:cubicBezTo>
                  <a:cubicBezTo>
                    <a:pt x="17629" y="4498"/>
                    <a:pt x="17168" y="4550"/>
                    <a:pt x="16338" y="4579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3D201E20-1FAB-FF6E-9B0E-BEBF342FA3AD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06816" y="2677929"/>
            <a:ext cx="1786593" cy="26186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400" b="1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Transport Mode Changes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4FBA10-A4AE-DD0F-BF10-1BF135580D86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9960" y="3164646"/>
            <a:ext cx="2055693" cy="82655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6,724</a:t>
            </a: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trips required mode changes</a:t>
            </a: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Generated </a:t>
            </a:r>
            <a:r>
              <a:rPr lang="en-US" sz="1200" b="1" noProof="1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11.0M tCO₂e</a:t>
            </a:r>
          </a:p>
          <a:p>
            <a:pPr marL="171450" indent="-171450">
              <a:spcBef>
                <a:spcPct val="21875"/>
              </a:spcBef>
              <a:spcAft>
                <a:spcPct val="21875"/>
              </a:spcAft>
              <a:buFont typeface="Arial" panose="020B0604020202020204" pitchFamily="34" charset="0"/>
              <a:buChar char="•"/>
            </a:pPr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Driven by vehicle issues, rental availability, and airline schedule changes.</a:t>
            </a:r>
            <a:br>
              <a:rPr sz="1000" dirty="0"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endParaRPr sz="1000" i="1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CE46779-E789-3636-3D01-18DF61F75C92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3226002" y="2754635"/>
            <a:ext cx="233542" cy="232176"/>
            <a:chOff x="3674988" y="2952958"/>
            <a:chExt cx="233542" cy="232176"/>
          </a:xfr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grpSpPr>
        <p:sp>
          <p:nvSpPr>
            <p:cNvPr id="44" name="New shape">
              <a:extLst>
                <a:ext uri="{FF2B5EF4-FFF2-40B4-BE49-F238E27FC236}">
                  <a16:creationId xmlns:a16="http://schemas.microsoft.com/office/drawing/2014/main" id="{95C12A55-A2EF-8A3B-63A2-CE9854927490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3709088" y="2952958"/>
              <a:ext cx="199442" cy="198613"/>
            </a:xfrm>
            <a:custGeom>
              <a:avLst/>
              <a:gdLst/>
              <a:ahLst/>
              <a:cxnLst/>
              <a:rect l="l" t="t" r="r" b="b"/>
              <a:pathLst>
                <a:path w="199442" h="198613">
                  <a:moveTo>
                    <a:pt x="194875" y="1803"/>
                  </a:moveTo>
                  <a:cubicBezTo>
                    <a:pt x="197101" y="3606"/>
                    <a:pt x="198334" y="5843"/>
                    <a:pt x="199307" y="8509"/>
                  </a:cubicBezTo>
                  <a:cubicBezTo>
                    <a:pt x="199351" y="8630"/>
                    <a:pt x="199395" y="8748"/>
                    <a:pt x="199442" y="8872"/>
                  </a:cubicBezTo>
                  <a:cubicBezTo>
                    <a:pt x="202038" y="16271"/>
                    <a:pt x="198643" y="26097"/>
                    <a:pt x="195479" y="32794"/>
                  </a:cubicBezTo>
                  <a:cubicBezTo>
                    <a:pt x="194891" y="34013"/>
                    <a:pt x="194254" y="35202"/>
                    <a:pt x="193599" y="36384"/>
                  </a:cubicBezTo>
                  <a:cubicBezTo>
                    <a:pt x="193568" y="36434"/>
                    <a:pt x="193568" y="36434"/>
                    <a:pt x="193424" y="36700"/>
                  </a:cubicBezTo>
                  <a:cubicBezTo>
                    <a:pt x="190065" y="42791"/>
                    <a:pt x="185727" y="48054"/>
                    <a:pt x="180763" y="52900"/>
                  </a:cubicBezTo>
                  <a:cubicBezTo>
                    <a:pt x="179957" y="53690"/>
                    <a:pt x="179174" y="54485"/>
                    <a:pt x="178446" y="55348"/>
                  </a:cubicBezTo>
                  <a:cubicBezTo>
                    <a:pt x="176676" y="57437"/>
                    <a:pt x="174711" y="59345"/>
                    <a:pt x="172770" y="61276"/>
                  </a:cubicBezTo>
                  <a:cubicBezTo>
                    <a:pt x="172249" y="61793"/>
                    <a:pt x="171729" y="62314"/>
                    <a:pt x="171208" y="62834"/>
                  </a:cubicBezTo>
                  <a:cubicBezTo>
                    <a:pt x="170224" y="63815"/>
                    <a:pt x="169244" y="64796"/>
                    <a:pt x="168260" y="65776"/>
                  </a:cubicBezTo>
                  <a:cubicBezTo>
                    <a:pt x="167138" y="66891"/>
                    <a:pt x="166020" y="68009"/>
                    <a:pt x="164901" y="69128"/>
                  </a:cubicBezTo>
                  <a:cubicBezTo>
                    <a:pt x="162601" y="71425"/>
                    <a:pt x="160301" y="73719"/>
                    <a:pt x="158000" y="76012"/>
                  </a:cubicBezTo>
                  <a:cubicBezTo>
                    <a:pt x="158598" y="78249"/>
                    <a:pt x="159222" y="80472"/>
                    <a:pt x="159901" y="82686"/>
                  </a:cubicBezTo>
                  <a:cubicBezTo>
                    <a:pt x="160153" y="83501"/>
                    <a:pt x="160398" y="84314"/>
                    <a:pt x="160646" y="85130"/>
                  </a:cubicBezTo>
                  <a:cubicBezTo>
                    <a:pt x="160700" y="85302"/>
                    <a:pt x="160751" y="85473"/>
                    <a:pt x="160804" y="85651"/>
                  </a:cubicBezTo>
                  <a:cubicBezTo>
                    <a:pt x="162766" y="92106"/>
                    <a:pt x="164646" y="98574"/>
                    <a:pt x="166416" y="105082"/>
                  </a:cubicBezTo>
                  <a:cubicBezTo>
                    <a:pt x="166513" y="105442"/>
                    <a:pt x="166611" y="105798"/>
                    <a:pt x="166708" y="106153"/>
                  </a:cubicBezTo>
                  <a:cubicBezTo>
                    <a:pt x="166755" y="106332"/>
                    <a:pt x="166802" y="106510"/>
                    <a:pt x="166853" y="106694"/>
                  </a:cubicBezTo>
                  <a:cubicBezTo>
                    <a:pt x="167098" y="107588"/>
                    <a:pt x="167340" y="108484"/>
                    <a:pt x="167581" y="109378"/>
                  </a:cubicBezTo>
                  <a:cubicBezTo>
                    <a:pt x="167632" y="109556"/>
                    <a:pt x="167679" y="109730"/>
                    <a:pt x="167729" y="109912"/>
                  </a:cubicBezTo>
                  <a:cubicBezTo>
                    <a:pt x="168814" y="113894"/>
                    <a:pt x="169939" y="117864"/>
                    <a:pt x="171074" y="121834"/>
                  </a:cubicBezTo>
                  <a:cubicBezTo>
                    <a:pt x="171098" y="121918"/>
                    <a:pt x="171098" y="121918"/>
                    <a:pt x="171222" y="122341"/>
                  </a:cubicBezTo>
                  <a:cubicBezTo>
                    <a:pt x="171910" y="124742"/>
                    <a:pt x="172599" y="127143"/>
                    <a:pt x="173290" y="129545"/>
                  </a:cubicBezTo>
                  <a:cubicBezTo>
                    <a:pt x="173448" y="130092"/>
                    <a:pt x="173606" y="130640"/>
                    <a:pt x="173764" y="131187"/>
                  </a:cubicBezTo>
                  <a:cubicBezTo>
                    <a:pt x="174738" y="134565"/>
                    <a:pt x="175712" y="137940"/>
                    <a:pt x="176689" y="141319"/>
                  </a:cubicBezTo>
                  <a:cubicBezTo>
                    <a:pt x="178063" y="146074"/>
                    <a:pt x="179430" y="150833"/>
                    <a:pt x="180787" y="155595"/>
                  </a:cubicBezTo>
                  <a:cubicBezTo>
                    <a:pt x="180817" y="155703"/>
                    <a:pt x="180850" y="155814"/>
                    <a:pt x="180880" y="155924"/>
                  </a:cubicBezTo>
                  <a:cubicBezTo>
                    <a:pt x="181031" y="156448"/>
                    <a:pt x="181179" y="156972"/>
                    <a:pt x="181327" y="157496"/>
                  </a:cubicBezTo>
                  <a:cubicBezTo>
                    <a:pt x="181619" y="158524"/>
                    <a:pt x="181915" y="159551"/>
                    <a:pt x="182221" y="160576"/>
                  </a:cubicBezTo>
                  <a:cubicBezTo>
                    <a:pt x="182281" y="160784"/>
                    <a:pt x="182341" y="160992"/>
                    <a:pt x="182405" y="161207"/>
                  </a:cubicBezTo>
                  <a:cubicBezTo>
                    <a:pt x="182519" y="161600"/>
                    <a:pt x="182637" y="161990"/>
                    <a:pt x="182754" y="162383"/>
                  </a:cubicBezTo>
                  <a:cubicBezTo>
                    <a:pt x="184393" y="168004"/>
                    <a:pt x="183204" y="173683"/>
                    <a:pt x="180501" y="178778"/>
                  </a:cubicBezTo>
                  <a:cubicBezTo>
                    <a:pt x="178382" y="182533"/>
                    <a:pt x="175346" y="186989"/>
                    <a:pt x="171007" y="188312"/>
                  </a:cubicBezTo>
                  <a:cubicBezTo>
                    <a:pt x="168605" y="188880"/>
                    <a:pt x="166456" y="188346"/>
                    <a:pt x="164361" y="187124"/>
                  </a:cubicBezTo>
                  <a:cubicBezTo>
                    <a:pt x="163007" y="186247"/>
                    <a:pt x="162030" y="185149"/>
                    <a:pt x="161096" y="183846"/>
                  </a:cubicBezTo>
                  <a:cubicBezTo>
                    <a:pt x="160979" y="183685"/>
                    <a:pt x="160864" y="183527"/>
                    <a:pt x="160744" y="183359"/>
                  </a:cubicBezTo>
                  <a:cubicBezTo>
                    <a:pt x="159471" y="181559"/>
                    <a:pt x="158396" y="179654"/>
                    <a:pt x="157325" y="177730"/>
                  </a:cubicBezTo>
                  <a:cubicBezTo>
                    <a:pt x="156861" y="176901"/>
                    <a:pt x="156391" y="176071"/>
                    <a:pt x="155921" y="175245"/>
                  </a:cubicBezTo>
                  <a:cubicBezTo>
                    <a:pt x="155800" y="175030"/>
                    <a:pt x="155679" y="174819"/>
                    <a:pt x="155558" y="174604"/>
                  </a:cubicBezTo>
                  <a:cubicBezTo>
                    <a:pt x="154282" y="172347"/>
                    <a:pt x="152966" y="170114"/>
                    <a:pt x="151639" y="167883"/>
                  </a:cubicBezTo>
                  <a:cubicBezTo>
                    <a:pt x="151193" y="167131"/>
                    <a:pt x="150743" y="166382"/>
                    <a:pt x="150296" y="165630"/>
                  </a:cubicBezTo>
                  <a:cubicBezTo>
                    <a:pt x="150185" y="165442"/>
                    <a:pt x="150074" y="165254"/>
                    <a:pt x="149960" y="165063"/>
                  </a:cubicBezTo>
                  <a:cubicBezTo>
                    <a:pt x="148654" y="162866"/>
                    <a:pt x="147364" y="160663"/>
                    <a:pt x="146078" y="158460"/>
                  </a:cubicBezTo>
                  <a:cubicBezTo>
                    <a:pt x="144660" y="156039"/>
                    <a:pt x="143243" y="153617"/>
                    <a:pt x="141809" y="151209"/>
                  </a:cubicBezTo>
                  <a:cubicBezTo>
                    <a:pt x="141752" y="151112"/>
                    <a:pt x="141695" y="151015"/>
                    <a:pt x="141635" y="150914"/>
                  </a:cubicBezTo>
                  <a:cubicBezTo>
                    <a:pt x="141346" y="150430"/>
                    <a:pt x="141060" y="149947"/>
                    <a:pt x="140772" y="149463"/>
                  </a:cubicBezTo>
                  <a:cubicBezTo>
                    <a:pt x="138921" y="146350"/>
                    <a:pt x="137094" y="143226"/>
                    <a:pt x="135304" y="140076"/>
                  </a:cubicBezTo>
                  <a:cubicBezTo>
                    <a:pt x="134075" y="137914"/>
                    <a:pt x="132829" y="135758"/>
                    <a:pt x="131573" y="133608"/>
                  </a:cubicBezTo>
                  <a:cubicBezTo>
                    <a:pt x="131476" y="133444"/>
                    <a:pt x="131382" y="133279"/>
                    <a:pt x="131281" y="133108"/>
                  </a:cubicBezTo>
                  <a:cubicBezTo>
                    <a:pt x="130142" y="131157"/>
                    <a:pt x="129001" y="129209"/>
                    <a:pt x="127852" y="127261"/>
                  </a:cubicBezTo>
                  <a:cubicBezTo>
                    <a:pt x="123298" y="119523"/>
                    <a:pt x="123298" y="119523"/>
                    <a:pt x="121370" y="116081"/>
                  </a:cubicBezTo>
                  <a:cubicBezTo>
                    <a:pt x="121300" y="115957"/>
                    <a:pt x="121229" y="115832"/>
                    <a:pt x="121159" y="115701"/>
                  </a:cubicBezTo>
                  <a:cubicBezTo>
                    <a:pt x="120964" y="115359"/>
                    <a:pt x="120773" y="115017"/>
                    <a:pt x="120584" y="114670"/>
                  </a:cubicBezTo>
                  <a:cubicBezTo>
                    <a:pt x="120477" y="114482"/>
                    <a:pt x="120373" y="114294"/>
                    <a:pt x="120265" y="114103"/>
                  </a:cubicBezTo>
                  <a:cubicBezTo>
                    <a:pt x="120051" y="113626"/>
                    <a:pt x="120051" y="113626"/>
                    <a:pt x="120051" y="112954"/>
                  </a:cubicBezTo>
                  <a:cubicBezTo>
                    <a:pt x="118801" y="113559"/>
                    <a:pt x="117911" y="114378"/>
                    <a:pt x="116961" y="115362"/>
                  </a:cubicBezTo>
                  <a:cubicBezTo>
                    <a:pt x="115366" y="116998"/>
                    <a:pt x="113606" y="118466"/>
                    <a:pt x="111829" y="119893"/>
                  </a:cubicBezTo>
                  <a:cubicBezTo>
                    <a:pt x="111383" y="120272"/>
                    <a:pt x="110973" y="120682"/>
                    <a:pt x="110563" y="121098"/>
                  </a:cubicBezTo>
                  <a:cubicBezTo>
                    <a:pt x="109519" y="122149"/>
                    <a:pt x="108437" y="123157"/>
                    <a:pt x="107349" y="124161"/>
                  </a:cubicBezTo>
                  <a:cubicBezTo>
                    <a:pt x="107299" y="124212"/>
                    <a:pt x="107299" y="124212"/>
                    <a:pt x="107034" y="124457"/>
                  </a:cubicBezTo>
                  <a:cubicBezTo>
                    <a:pt x="105462" y="125911"/>
                    <a:pt x="103876" y="127345"/>
                    <a:pt x="102251" y="128739"/>
                  </a:cubicBezTo>
                  <a:cubicBezTo>
                    <a:pt x="101996" y="128957"/>
                    <a:pt x="101741" y="129175"/>
                    <a:pt x="101489" y="129394"/>
                  </a:cubicBezTo>
                  <a:cubicBezTo>
                    <a:pt x="100797" y="129985"/>
                    <a:pt x="100105" y="130579"/>
                    <a:pt x="99414" y="131170"/>
                  </a:cubicBezTo>
                  <a:cubicBezTo>
                    <a:pt x="98396" y="132043"/>
                    <a:pt x="97378" y="132916"/>
                    <a:pt x="96364" y="133793"/>
                  </a:cubicBezTo>
                  <a:cubicBezTo>
                    <a:pt x="94269" y="135613"/>
                    <a:pt x="92143" y="137379"/>
                    <a:pt x="89949" y="139079"/>
                  </a:cubicBezTo>
                  <a:cubicBezTo>
                    <a:pt x="88922" y="139882"/>
                    <a:pt x="87898" y="140687"/>
                    <a:pt x="86890" y="141517"/>
                  </a:cubicBezTo>
                  <a:cubicBezTo>
                    <a:pt x="86783" y="141604"/>
                    <a:pt x="86679" y="141692"/>
                    <a:pt x="86568" y="141782"/>
                  </a:cubicBezTo>
                  <a:cubicBezTo>
                    <a:pt x="86131" y="142142"/>
                    <a:pt x="85691" y="142501"/>
                    <a:pt x="85258" y="142864"/>
                  </a:cubicBezTo>
                  <a:cubicBezTo>
                    <a:pt x="83858" y="144026"/>
                    <a:pt x="82424" y="145114"/>
                    <a:pt x="80926" y="146148"/>
                  </a:cubicBezTo>
                  <a:cubicBezTo>
                    <a:pt x="80455" y="146481"/>
                    <a:pt x="79989" y="146810"/>
                    <a:pt x="79519" y="147139"/>
                  </a:cubicBezTo>
                  <a:cubicBezTo>
                    <a:pt x="79213" y="147354"/>
                    <a:pt x="78904" y="147562"/>
                    <a:pt x="78592" y="147764"/>
                  </a:cubicBezTo>
                  <a:cubicBezTo>
                    <a:pt x="76244" y="149302"/>
                    <a:pt x="76244" y="149302"/>
                    <a:pt x="75945" y="150235"/>
                  </a:cubicBezTo>
                  <a:cubicBezTo>
                    <a:pt x="75851" y="151169"/>
                    <a:pt x="76130" y="152032"/>
                    <a:pt x="76392" y="152919"/>
                  </a:cubicBezTo>
                  <a:cubicBezTo>
                    <a:pt x="76459" y="153201"/>
                    <a:pt x="76530" y="153486"/>
                    <a:pt x="76597" y="153768"/>
                  </a:cubicBezTo>
                  <a:cubicBezTo>
                    <a:pt x="76751" y="154406"/>
                    <a:pt x="76916" y="155041"/>
                    <a:pt x="77087" y="155676"/>
                  </a:cubicBezTo>
                  <a:cubicBezTo>
                    <a:pt x="78347" y="160347"/>
                    <a:pt x="79368" y="165073"/>
                    <a:pt x="80338" y="169811"/>
                  </a:cubicBezTo>
                  <a:cubicBezTo>
                    <a:pt x="80489" y="170547"/>
                    <a:pt x="80643" y="171282"/>
                    <a:pt x="80798" y="172018"/>
                  </a:cubicBezTo>
                  <a:cubicBezTo>
                    <a:pt x="81537" y="175507"/>
                    <a:pt x="82242" y="178942"/>
                    <a:pt x="82229" y="182522"/>
                  </a:cubicBezTo>
                  <a:cubicBezTo>
                    <a:pt x="82229" y="182583"/>
                    <a:pt x="82229" y="182583"/>
                    <a:pt x="82229" y="182892"/>
                  </a:cubicBezTo>
                  <a:cubicBezTo>
                    <a:pt x="82178" y="188316"/>
                    <a:pt x="78679" y="192272"/>
                    <a:pt x="75018" y="195933"/>
                  </a:cubicBezTo>
                  <a:cubicBezTo>
                    <a:pt x="73507" y="197403"/>
                    <a:pt x="72170" y="198589"/>
                    <a:pt x="69967" y="198613"/>
                  </a:cubicBezTo>
                  <a:cubicBezTo>
                    <a:pt x="68285" y="198562"/>
                    <a:pt x="66811" y="198125"/>
                    <a:pt x="65598" y="196906"/>
                  </a:cubicBezTo>
                  <a:cubicBezTo>
                    <a:pt x="64376" y="195513"/>
                    <a:pt x="63513" y="193827"/>
                    <a:pt x="62623" y="192211"/>
                  </a:cubicBezTo>
                  <a:cubicBezTo>
                    <a:pt x="62545" y="192070"/>
                    <a:pt x="62468" y="191933"/>
                    <a:pt x="62388" y="191788"/>
                  </a:cubicBezTo>
                  <a:cubicBezTo>
                    <a:pt x="61276" y="189770"/>
                    <a:pt x="60185" y="187745"/>
                    <a:pt x="59096" y="185716"/>
                  </a:cubicBezTo>
                  <a:cubicBezTo>
                    <a:pt x="58482" y="184568"/>
                    <a:pt x="57861" y="183423"/>
                    <a:pt x="57232" y="182284"/>
                  </a:cubicBezTo>
                  <a:cubicBezTo>
                    <a:pt x="55496" y="179127"/>
                    <a:pt x="53783" y="175960"/>
                    <a:pt x="52108" y="172770"/>
                  </a:cubicBezTo>
                  <a:cubicBezTo>
                    <a:pt x="51913" y="172401"/>
                    <a:pt x="51715" y="172028"/>
                    <a:pt x="51520" y="171658"/>
                  </a:cubicBezTo>
                  <a:cubicBezTo>
                    <a:pt x="51248" y="171141"/>
                    <a:pt x="50976" y="170624"/>
                    <a:pt x="50707" y="170107"/>
                  </a:cubicBezTo>
                  <a:cubicBezTo>
                    <a:pt x="50623" y="169956"/>
                    <a:pt x="50543" y="169805"/>
                    <a:pt x="50459" y="169650"/>
                  </a:cubicBezTo>
                  <a:cubicBezTo>
                    <a:pt x="49958" y="168676"/>
                    <a:pt x="49679" y="167769"/>
                    <a:pt x="49525" y="166688"/>
                  </a:cubicBezTo>
                  <a:cubicBezTo>
                    <a:pt x="49448" y="166711"/>
                    <a:pt x="49448" y="166711"/>
                    <a:pt x="49062" y="166836"/>
                  </a:cubicBezTo>
                  <a:cubicBezTo>
                    <a:pt x="48487" y="167020"/>
                    <a:pt x="47913" y="167205"/>
                    <a:pt x="47339" y="167387"/>
                  </a:cubicBezTo>
                  <a:cubicBezTo>
                    <a:pt x="47090" y="167464"/>
                    <a:pt x="46845" y="167544"/>
                    <a:pt x="46597" y="167625"/>
                  </a:cubicBezTo>
                  <a:cubicBezTo>
                    <a:pt x="42922" y="168811"/>
                    <a:pt x="39023" y="169462"/>
                    <a:pt x="35420" y="167695"/>
                  </a:cubicBezTo>
                  <a:cubicBezTo>
                    <a:pt x="33610" y="166755"/>
                    <a:pt x="32511" y="165556"/>
                    <a:pt x="31726" y="163665"/>
                  </a:cubicBezTo>
                  <a:cubicBezTo>
                    <a:pt x="31329" y="162272"/>
                    <a:pt x="31293" y="160908"/>
                    <a:pt x="31282" y="159468"/>
                  </a:cubicBezTo>
                  <a:cubicBezTo>
                    <a:pt x="31282" y="159333"/>
                    <a:pt x="31282" y="159199"/>
                    <a:pt x="31279" y="159061"/>
                  </a:cubicBezTo>
                  <a:cubicBezTo>
                    <a:pt x="31269" y="156714"/>
                    <a:pt x="31649" y="154763"/>
                    <a:pt x="32609" y="152596"/>
                  </a:cubicBezTo>
                  <a:cubicBezTo>
                    <a:pt x="32733" y="152247"/>
                    <a:pt x="32733" y="152247"/>
                    <a:pt x="32733" y="151576"/>
                  </a:cubicBezTo>
                  <a:cubicBezTo>
                    <a:pt x="30920" y="150712"/>
                    <a:pt x="29110" y="149852"/>
                    <a:pt x="27296" y="148993"/>
                  </a:cubicBezTo>
                  <a:cubicBezTo>
                    <a:pt x="27158" y="148929"/>
                    <a:pt x="27024" y="148865"/>
                    <a:pt x="26883" y="148798"/>
                  </a:cubicBezTo>
                  <a:cubicBezTo>
                    <a:pt x="23092" y="147001"/>
                    <a:pt x="19290" y="145238"/>
                    <a:pt x="15458" y="143535"/>
                  </a:cubicBezTo>
                  <a:cubicBezTo>
                    <a:pt x="9876" y="141050"/>
                    <a:pt x="9876" y="141050"/>
                    <a:pt x="7384" y="139885"/>
                  </a:cubicBezTo>
                  <a:cubicBezTo>
                    <a:pt x="7092" y="139747"/>
                    <a:pt x="6800" y="139613"/>
                    <a:pt x="6508" y="139479"/>
                  </a:cubicBezTo>
                  <a:cubicBezTo>
                    <a:pt x="5040" y="138807"/>
                    <a:pt x="3677" y="138081"/>
                    <a:pt x="2377" y="137121"/>
                  </a:cubicBezTo>
                  <a:cubicBezTo>
                    <a:pt x="2270" y="137044"/>
                    <a:pt x="2162" y="136963"/>
                    <a:pt x="2051" y="136883"/>
                  </a:cubicBezTo>
                  <a:cubicBezTo>
                    <a:pt x="1178" y="136211"/>
                    <a:pt x="342" y="135405"/>
                    <a:pt x="20" y="134330"/>
                  </a:cubicBezTo>
                  <a:cubicBezTo>
                    <a:pt x="20" y="134263"/>
                    <a:pt x="20" y="134263"/>
                    <a:pt x="10" y="133927"/>
                  </a:cubicBezTo>
                  <a:cubicBezTo>
                    <a:pt x="6" y="133776"/>
                    <a:pt x="3" y="133625"/>
                    <a:pt x="0" y="133470"/>
                  </a:cubicBezTo>
                  <a:cubicBezTo>
                    <a:pt x="3" y="133316"/>
                    <a:pt x="6" y="133158"/>
                    <a:pt x="10" y="133000"/>
                  </a:cubicBezTo>
                  <a:cubicBezTo>
                    <a:pt x="10" y="132836"/>
                    <a:pt x="13" y="132675"/>
                    <a:pt x="13" y="132507"/>
                  </a:cubicBezTo>
                  <a:cubicBezTo>
                    <a:pt x="77" y="130955"/>
                    <a:pt x="580" y="129971"/>
                    <a:pt x="1501" y="128739"/>
                  </a:cubicBezTo>
                  <a:cubicBezTo>
                    <a:pt x="1611" y="128551"/>
                    <a:pt x="1722" y="128366"/>
                    <a:pt x="1837" y="128171"/>
                  </a:cubicBezTo>
                  <a:cubicBezTo>
                    <a:pt x="1947" y="128027"/>
                    <a:pt x="2058" y="127882"/>
                    <a:pt x="2172" y="127731"/>
                  </a:cubicBezTo>
                  <a:cubicBezTo>
                    <a:pt x="2394" y="127731"/>
                    <a:pt x="2616" y="127731"/>
                    <a:pt x="2844" y="127731"/>
                  </a:cubicBezTo>
                  <a:cubicBezTo>
                    <a:pt x="2844" y="127510"/>
                    <a:pt x="2844" y="127288"/>
                    <a:pt x="2844" y="127060"/>
                  </a:cubicBezTo>
                  <a:cubicBezTo>
                    <a:pt x="3066" y="127060"/>
                    <a:pt x="3287" y="127060"/>
                    <a:pt x="3516" y="127060"/>
                  </a:cubicBezTo>
                  <a:cubicBezTo>
                    <a:pt x="3516" y="126838"/>
                    <a:pt x="3516" y="126616"/>
                    <a:pt x="3516" y="126388"/>
                  </a:cubicBezTo>
                  <a:cubicBezTo>
                    <a:pt x="3737" y="126388"/>
                    <a:pt x="3959" y="126388"/>
                    <a:pt x="4187" y="126388"/>
                  </a:cubicBezTo>
                  <a:cubicBezTo>
                    <a:pt x="4221" y="126294"/>
                    <a:pt x="4221" y="126294"/>
                    <a:pt x="4395" y="125820"/>
                  </a:cubicBezTo>
                  <a:cubicBezTo>
                    <a:pt x="4940" y="124735"/>
                    <a:pt x="5944" y="124077"/>
                    <a:pt x="6894" y="123365"/>
                  </a:cubicBezTo>
                  <a:cubicBezTo>
                    <a:pt x="6992" y="123291"/>
                    <a:pt x="7089" y="123218"/>
                    <a:pt x="7190" y="123140"/>
                  </a:cubicBezTo>
                  <a:cubicBezTo>
                    <a:pt x="10048" y="120974"/>
                    <a:pt x="12637" y="119940"/>
                    <a:pt x="16240" y="119946"/>
                  </a:cubicBezTo>
                  <a:cubicBezTo>
                    <a:pt x="16351" y="119946"/>
                    <a:pt x="16351" y="119946"/>
                    <a:pt x="16909" y="119950"/>
                  </a:cubicBezTo>
                  <a:cubicBezTo>
                    <a:pt x="19260" y="119970"/>
                    <a:pt x="21560" y="120279"/>
                    <a:pt x="23884" y="120622"/>
                  </a:cubicBezTo>
                  <a:cubicBezTo>
                    <a:pt x="24341" y="120685"/>
                    <a:pt x="24798" y="120749"/>
                    <a:pt x="25254" y="120813"/>
                  </a:cubicBezTo>
                  <a:cubicBezTo>
                    <a:pt x="26204" y="120947"/>
                    <a:pt x="27152" y="121085"/>
                    <a:pt x="28102" y="121223"/>
                  </a:cubicBezTo>
                  <a:cubicBezTo>
                    <a:pt x="29056" y="121364"/>
                    <a:pt x="30013" y="121501"/>
                    <a:pt x="30967" y="121635"/>
                  </a:cubicBezTo>
                  <a:cubicBezTo>
                    <a:pt x="31084" y="121653"/>
                    <a:pt x="31202" y="121669"/>
                    <a:pt x="31323" y="121686"/>
                  </a:cubicBezTo>
                  <a:cubicBezTo>
                    <a:pt x="31380" y="121696"/>
                    <a:pt x="31380" y="121696"/>
                    <a:pt x="31675" y="121736"/>
                  </a:cubicBezTo>
                  <a:cubicBezTo>
                    <a:pt x="36112" y="122365"/>
                    <a:pt x="40545" y="123016"/>
                    <a:pt x="44958" y="123778"/>
                  </a:cubicBezTo>
                  <a:cubicBezTo>
                    <a:pt x="45122" y="123809"/>
                    <a:pt x="45287" y="123835"/>
                    <a:pt x="45455" y="123866"/>
                  </a:cubicBezTo>
                  <a:cubicBezTo>
                    <a:pt x="45905" y="123943"/>
                    <a:pt x="46358" y="124020"/>
                    <a:pt x="46808" y="124101"/>
                  </a:cubicBezTo>
                  <a:cubicBezTo>
                    <a:pt x="46939" y="124124"/>
                    <a:pt x="47070" y="124148"/>
                    <a:pt x="47204" y="124171"/>
                  </a:cubicBezTo>
                  <a:cubicBezTo>
                    <a:pt x="47802" y="124279"/>
                    <a:pt x="48329" y="124393"/>
                    <a:pt x="48853" y="124709"/>
                  </a:cubicBezTo>
                  <a:cubicBezTo>
                    <a:pt x="48947" y="124511"/>
                    <a:pt x="49041" y="124316"/>
                    <a:pt x="49136" y="124114"/>
                  </a:cubicBezTo>
                  <a:cubicBezTo>
                    <a:pt x="49485" y="123416"/>
                    <a:pt x="49891" y="122784"/>
                    <a:pt x="50341" y="122149"/>
                  </a:cubicBezTo>
                  <a:cubicBezTo>
                    <a:pt x="50419" y="122039"/>
                    <a:pt x="50499" y="121925"/>
                    <a:pt x="50580" y="121810"/>
                  </a:cubicBezTo>
                  <a:cubicBezTo>
                    <a:pt x="50835" y="121448"/>
                    <a:pt x="51093" y="121082"/>
                    <a:pt x="51349" y="120719"/>
                  </a:cubicBezTo>
                  <a:cubicBezTo>
                    <a:pt x="51439" y="120594"/>
                    <a:pt x="51527" y="120470"/>
                    <a:pt x="51621" y="120339"/>
                  </a:cubicBezTo>
                  <a:cubicBezTo>
                    <a:pt x="54106" y="116837"/>
                    <a:pt x="56762" y="113495"/>
                    <a:pt x="59556" y="110234"/>
                  </a:cubicBezTo>
                  <a:cubicBezTo>
                    <a:pt x="60688" y="108911"/>
                    <a:pt x="61766" y="107551"/>
                    <a:pt x="62831" y="106174"/>
                  </a:cubicBezTo>
                  <a:cubicBezTo>
                    <a:pt x="64020" y="104642"/>
                    <a:pt x="65246" y="103172"/>
                    <a:pt x="66559" y="101744"/>
                  </a:cubicBezTo>
                  <a:cubicBezTo>
                    <a:pt x="67469" y="100753"/>
                    <a:pt x="68325" y="99729"/>
                    <a:pt x="69172" y="98681"/>
                  </a:cubicBezTo>
                  <a:cubicBezTo>
                    <a:pt x="70263" y="97325"/>
                    <a:pt x="71398" y="96022"/>
                    <a:pt x="72577" y="94735"/>
                  </a:cubicBezTo>
                  <a:cubicBezTo>
                    <a:pt x="73447" y="93778"/>
                    <a:pt x="74263" y="92787"/>
                    <a:pt x="75069" y="91776"/>
                  </a:cubicBezTo>
                  <a:cubicBezTo>
                    <a:pt x="76647" y="89798"/>
                    <a:pt x="78390" y="87978"/>
                    <a:pt x="80136" y="86151"/>
                  </a:cubicBezTo>
                  <a:cubicBezTo>
                    <a:pt x="81238" y="84996"/>
                    <a:pt x="82326" y="83837"/>
                    <a:pt x="83377" y="82639"/>
                  </a:cubicBezTo>
                  <a:cubicBezTo>
                    <a:pt x="83471" y="82531"/>
                    <a:pt x="83565" y="82427"/>
                    <a:pt x="83663" y="82316"/>
                  </a:cubicBezTo>
                  <a:cubicBezTo>
                    <a:pt x="84566" y="81278"/>
                    <a:pt x="85359" y="80170"/>
                    <a:pt x="86131" y="79035"/>
                  </a:cubicBezTo>
                  <a:cubicBezTo>
                    <a:pt x="86078" y="79015"/>
                    <a:pt x="86078" y="79015"/>
                    <a:pt x="85822" y="78918"/>
                  </a:cubicBezTo>
                  <a:cubicBezTo>
                    <a:pt x="84761" y="78504"/>
                    <a:pt x="83747" y="78031"/>
                    <a:pt x="82732" y="77507"/>
                  </a:cubicBezTo>
                  <a:cubicBezTo>
                    <a:pt x="82571" y="77426"/>
                    <a:pt x="82410" y="77342"/>
                    <a:pt x="82242" y="77255"/>
                  </a:cubicBezTo>
                  <a:cubicBezTo>
                    <a:pt x="81712" y="76983"/>
                    <a:pt x="81181" y="76708"/>
                    <a:pt x="80650" y="76432"/>
                  </a:cubicBezTo>
                  <a:cubicBezTo>
                    <a:pt x="80466" y="76335"/>
                    <a:pt x="80281" y="76241"/>
                    <a:pt x="80093" y="76140"/>
                  </a:cubicBezTo>
                  <a:cubicBezTo>
                    <a:pt x="77033" y="74548"/>
                    <a:pt x="74045" y="72859"/>
                    <a:pt x="71076" y="71103"/>
                  </a:cubicBezTo>
                  <a:cubicBezTo>
                    <a:pt x="68540" y="69605"/>
                    <a:pt x="65978" y="68157"/>
                    <a:pt x="63398" y="66733"/>
                  </a:cubicBezTo>
                  <a:cubicBezTo>
                    <a:pt x="60722" y="65256"/>
                    <a:pt x="58052" y="63768"/>
                    <a:pt x="55402" y="62243"/>
                  </a:cubicBezTo>
                  <a:cubicBezTo>
                    <a:pt x="50133" y="59217"/>
                    <a:pt x="44817" y="56279"/>
                    <a:pt x="39480" y="53380"/>
                  </a:cubicBezTo>
                  <a:cubicBezTo>
                    <a:pt x="35709" y="51332"/>
                    <a:pt x="31971" y="49229"/>
                    <a:pt x="28243" y="47107"/>
                  </a:cubicBezTo>
                  <a:cubicBezTo>
                    <a:pt x="27763" y="46832"/>
                    <a:pt x="27283" y="46560"/>
                    <a:pt x="26803" y="46288"/>
                  </a:cubicBezTo>
                  <a:cubicBezTo>
                    <a:pt x="25543" y="45569"/>
                    <a:pt x="24284" y="44854"/>
                    <a:pt x="23028" y="44135"/>
                  </a:cubicBezTo>
                  <a:cubicBezTo>
                    <a:pt x="22725" y="43963"/>
                    <a:pt x="22423" y="43793"/>
                    <a:pt x="22121" y="43621"/>
                  </a:cubicBezTo>
                  <a:cubicBezTo>
                    <a:pt x="21013" y="42986"/>
                    <a:pt x="19904" y="42352"/>
                    <a:pt x="18800" y="41714"/>
                  </a:cubicBezTo>
                  <a:cubicBezTo>
                    <a:pt x="18463" y="41522"/>
                    <a:pt x="18131" y="41331"/>
                    <a:pt x="17799" y="41139"/>
                  </a:cubicBezTo>
                  <a:cubicBezTo>
                    <a:pt x="14541" y="39275"/>
                    <a:pt x="14541" y="39275"/>
                    <a:pt x="13443" y="37936"/>
                  </a:cubicBezTo>
                  <a:cubicBezTo>
                    <a:pt x="13336" y="37808"/>
                    <a:pt x="13225" y="37680"/>
                    <a:pt x="13114" y="37549"/>
                  </a:cubicBezTo>
                  <a:cubicBezTo>
                    <a:pt x="11629" y="35716"/>
                    <a:pt x="10991" y="33781"/>
                    <a:pt x="11149" y="31417"/>
                  </a:cubicBezTo>
                  <a:cubicBezTo>
                    <a:pt x="11458" y="28465"/>
                    <a:pt x="13228" y="26665"/>
                    <a:pt x="15270" y="24630"/>
                  </a:cubicBezTo>
                  <a:cubicBezTo>
                    <a:pt x="15324" y="24572"/>
                    <a:pt x="15324" y="24572"/>
                    <a:pt x="15595" y="24294"/>
                  </a:cubicBezTo>
                  <a:cubicBezTo>
                    <a:pt x="19340" y="20506"/>
                    <a:pt x="25117" y="17772"/>
                    <a:pt x="30456" y="17721"/>
                  </a:cubicBezTo>
                  <a:cubicBezTo>
                    <a:pt x="34423" y="17731"/>
                    <a:pt x="38288" y="18967"/>
                    <a:pt x="42090" y="19972"/>
                  </a:cubicBezTo>
                  <a:cubicBezTo>
                    <a:pt x="43262" y="20280"/>
                    <a:pt x="44437" y="20583"/>
                    <a:pt x="45613" y="20882"/>
                  </a:cubicBezTo>
                  <a:cubicBezTo>
                    <a:pt x="47715" y="21419"/>
                    <a:pt x="49817" y="21963"/>
                    <a:pt x="51920" y="22511"/>
                  </a:cubicBezTo>
                  <a:cubicBezTo>
                    <a:pt x="54556" y="23199"/>
                    <a:pt x="57196" y="23874"/>
                    <a:pt x="59835" y="24549"/>
                  </a:cubicBezTo>
                  <a:cubicBezTo>
                    <a:pt x="72140" y="27682"/>
                    <a:pt x="84418" y="30917"/>
                    <a:pt x="96677" y="34225"/>
                  </a:cubicBezTo>
                  <a:cubicBezTo>
                    <a:pt x="97197" y="34366"/>
                    <a:pt x="97714" y="34503"/>
                    <a:pt x="98231" y="34644"/>
                  </a:cubicBezTo>
                  <a:cubicBezTo>
                    <a:pt x="114825" y="39111"/>
                    <a:pt x="114825" y="39111"/>
                    <a:pt x="122737" y="41757"/>
                  </a:cubicBezTo>
                  <a:cubicBezTo>
                    <a:pt x="122848" y="41643"/>
                    <a:pt x="122962" y="41532"/>
                    <a:pt x="123076" y="41415"/>
                  </a:cubicBezTo>
                  <a:cubicBezTo>
                    <a:pt x="143287" y="21208"/>
                    <a:pt x="143287" y="21208"/>
                    <a:pt x="143576" y="20915"/>
                  </a:cubicBezTo>
                  <a:cubicBezTo>
                    <a:pt x="143761" y="20730"/>
                    <a:pt x="143945" y="20546"/>
                    <a:pt x="144130" y="20361"/>
                  </a:cubicBezTo>
                  <a:cubicBezTo>
                    <a:pt x="144550" y="19941"/>
                    <a:pt x="144973" y="19522"/>
                    <a:pt x="145393" y="19102"/>
                  </a:cubicBezTo>
                  <a:cubicBezTo>
                    <a:pt x="145544" y="18954"/>
                    <a:pt x="145695" y="18803"/>
                    <a:pt x="145846" y="18652"/>
                  </a:cubicBezTo>
                  <a:cubicBezTo>
                    <a:pt x="145977" y="18521"/>
                    <a:pt x="146108" y="18393"/>
                    <a:pt x="146242" y="18259"/>
                  </a:cubicBezTo>
                  <a:cubicBezTo>
                    <a:pt x="146699" y="17789"/>
                    <a:pt x="147112" y="17291"/>
                    <a:pt x="147525" y="16778"/>
                  </a:cubicBezTo>
                  <a:cubicBezTo>
                    <a:pt x="148449" y="15673"/>
                    <a:pt x="149476" y="14743"/>
                    <a:pt x="150578" y="13816"/>
                  </a:cubicBezTo>
                  <a:cubicBezTo>
                    <a:pt x="151038" y="13426"/>
                    <a:pt x="151481" y="13027"/>
                    <a:pt x="151911" y="12607"/>
                  </a:cubicBezTo>
                  <a:cubicBezTo>
                    <a:pt x="157990" y="6787"/>
                    <a:pt x="166453" y="2525"/>
                    <a:pt x="174456" y="113"/>
                  </a:cubicBezTo>
                  <a:cubicBezTo>
                    <a:pt x="174577" y="77"/>
                    <a:pt x="174701" y="40"/>
                    <a:pt x="174829" y="0"/>
                  </a:cubicBezTo>
                  <a:cubicBezTo>
                    <a:pt x="181347" y="-1951"/>
                    <a:pt x="189202" y="-2515"/>
                    <a:pt x="194875" y="1803"/>
                  </a:cubicBezTo>
                  <a:close/>
                  <a:moveTo>
                    <a:pt x="149587" y="21631"/>
                  </a:moveTo>
                  <a:cubicBezTo>
                    <a:pt x="148875" y="22353"/>
                    <a:pt x="148137" y="23024"/>
                    <a:pt x="147364" y="23679"/>
                  </a:cubicBezTo>
                  <a:cubicBezTo>
                    <a:pt x="145782" y="25046"/>
                    <a:pt x="144308" y="26517"/>
                    <a:pt x="142830" y="27995"/>
                  </a:cubicBezTo>
                  <a:cubicBezTo>
                    <a:pt x="142532" y="28294"/>
                    <a:pt x="142232" y="28589"/>
                    <a:pt x="141933" y="28888"/>
                  </a:cubicBezTo>
                  <a:cubicBezTo>
                    <a:pt x="141215" y="29604"/>
                    <a:pt x="140496" y="30319"/>
                    <a:pt x="139781" y="31038"/>
                  </a:cubicBezTo>
                  <a:cubicBezTo>
                    <a:pt x="139196" y="31619"/>
                    <a:pt x="138615" y="32203"/>
                    <a:pt x="138031" y="32784"/>
                  </a:cubicBezTo>
                  <a:cubicBezTo>
                    <a:pt x="136375" y="34439"/>
                    <a:pt x="134716" y="36095"/>
                    <a:pt x="133061" y="37751"/>
                  </a:cubicBezTo>
                  <a:cubicBezTo>
                    <a:pt x="133017" y="37794"/>
                    <a:pt x="133017" y="37794"/>
                    <a:pt x="132792" y="38019"/>
                  </a:cubicBezTo>
                  <a:cubicBezTo>
                    <a:pt x="132705" y="38107"/>
                    <a:pt x="132614" y="38197"/>
                    <a:pt x="132524" y="38288"/>
                  </a:cubicBezTo>
                  <a:cubicBezTo>
                    <a:pt x="131076" y="39735"/>
                    <a:pt x="129628" y="41180"/>
                    <a:pt x="128178" y="42627"/>
                  </a:cubicBezTo>
                  <a:cubicBezTo>
                    <a:pt x="126687" y="44112"/>
                    <a:pt x="125195" y="45603"/>
                    <a:pt x="123704" y="47090"/>
                  </a:cubicBezTo>
                  <a:cubicBezTo>
                    <a:pt x="122871" y="47926"/>
                    <a:pt x="122035" y="48759"/>
                    <a:pt x="121199" y="49592"/>
                  </a:cubicBezTo>
                  <a:cubicBezTo>
                    <a:pt x="120413" y="50375"/>
                    <a:pt x="119631" y="51157"/>
                    <a:pt x="118852" y="51940"/>
                  </a:cubicBezTo>
                  <a:cubicBezTo>
                    <a:pt x="118563" y="52228"/>
                    <a:pt x="118274" y="52517"/>
                    <a:pt x="117985" y="52803"/>
                  </a:cubicBezTo>
                  <a:cubicBezTo>
                    <a:pt x="117592" y="53192"/>
                    <a:pt x="117203" y="53585"/>
                    <a:pt x="116813" y="53978"/>
                  </a:cubicBezTo>
                  <a:cubicBezTo>
                    <a:pt x="116756" y="54035"/>
                    <a:pt x="116756" y="54035"/>
                    <a:pt x="116461" y="54324"/>
                  </a:cubicBezTo>
                  <a:cubicBezTo>
                    <a:pt x="116360" y="54428"/>
                    <a:pt x="116256" y="54532"/>
                    <a:pt x="116148" y="54643"/>
                  </a:cubicBezTo>
                  <a:cubicBezTo>
                    <a:pt x="116058" y="54734"/>
                    <a:pt x="115967" y="54821"/>
                    <a:pt x="115873" y="54915"/>
                  </a:cubicBezTo>
                  <a:cubicBezTo>
                    <a:pt x="115685" y="55191"/>
                    <a:pt x="115685" y="55191"/>
                    <a:pt x="115685" y="55862"/>
                  </a:cubicBezTo>
                  <a:cubicBezTo>
                    <a:pt x="115463" y="55862"/>
                    <a:pt x="115241" y="55862"/>
                    <a:pt x="115013" y="55862"/>
                  </a:cubicBezTo>
                  <a:cubicBezTo>
                    <a:pt x="115013" y="56084"/>
                    <a:pt x="115013" y="56306"/>
                    <a:pt x="115013" y="56534"/>
                  </a:cubicBezTo>
                  <a:cubicBezTo>
                    <a:pt x="114791" y="56534"/>
                    <a:pt x="114570" y="56534"/>
                    <a:pt x="114341" y="56534"/>
                  </a:cubicBezTo>
                  <a:cubicBezTo>
                    <a:pt x="114009" y="56870"/>
                    <a:pt x="113720" y="57206"/>
                    <a:pt x="113428" y="57572"/>
                  </a:cubicBezTo>
                  <a:cubicBezTo>
                    <a:pt x="112259" y="58962"/>
                    <a:pt x="110996" y="60242"/>
                    <a:pt x="109710" y="61518"/>
                  </a:cubicBezTo>
                  <a:cubicBezTo>
                    <a:pt x="109609" y="61622"/>
                    <a:pt x="109505" y="61726"/>
                    <a:pt x="109398" y="61830"/>
                  </a:cubicBezTo>
                  <a:cubicBezTo>
                    <a:pt x="108528" y="62693"/>
                    <a:pt x="107658" y="63556"/>
                    <a:pt x="106788" y="64416"/>
                  </a:cubicBezTo>
                  <a:cubicBezTo>
                    <a:pt x="106033" y="65165"/>
                    <a:pt x="105280" y="65911"/>
                    <a:pt x="104528" y="66663"/>
                  </a:cubicBezTo>
                  <a:cubicBezTo>
                    <a:pt x="104424" y="66764"/>
                    <a:pt x="104320" y="66868"/>
                    <a:pt x="104216" y="66972"/>
                  </a:cubicBezTo>
                  <a:cubicBezTo>
                    <a:pt x="102876" y="68305"/>
                    <a:pt x="101586" y="69662"/>
                    <a:pt x="100367" y="71103"/>
                  </a:cubicBezTo>
                  <a:cubicBezTo>
                    <a:pt x="99645" y="71952"/>
                    <a:pt x="98849" y="72718"/>
                    <a:pt x="98053" y="73494"/>
                  </a:cubicBezTo>
                  <a:cubicBezTo>
                    <a:pt x="96888" y="74636"/>
                    <a:pt x="95770" y="75804"/>
                    <a:pt x="94715" y="77047"/>
                  </a:cubicBezTo>
                  <a:cubicBezTo>
                    <a:pt x="93966" y="77920"/>
                    <a:pt x="93164" y="78733"/>
                    <a:pt x="92344" y="79539"/>
                  </a:cubicBezTo>
                  <a:cubicBezTo>
                    <a:pt x="91333" y="80533"/>
                    <a:pt x="90370" y="81550"/>
                    <a:pt x="89446" y="82629"/>
                  </a:cubicBezTo>
                  <a:cubicBezTo>
                    <a:pt x="88482" y="83750"/>
                    <a:pt x="87474" y="84835"/>
                    <a:pt x="86467" y="85919"/>
                  </a:cubicBezTo>
                  <a:cubicBezTo>
                    <a:pt x="85282" y="87196"/>
                    <a:pt x="84103" y="88479"/>
                    <a:pt x="82964" y="89798"/>
                  </a:cubicBezTo>
                  <a:cubicBezTo>
                    <a:pt x="82289" y="90581"/>
                    <a:pt x="81594" y="91343"/>
                    <a:pt x="80895" y="92102"/>
                  </a:cubicBezTo>
                  <a:cubicBezTo>
                    <a:pt x="79495" y="93627"/>
                    <a:pt x="78155" y="95179"/>
                    <a:pt x="76859" y="96790"/>
                  </a:cubicBezTo>
                  <a:cubicBezTo>
                    <a:pt x="75955" y="97906"/>
                    <a:pt x="75012" y="98970"/>
                    <a:pt x="74041" y="100025"/>
                  </a:cubicBezTo>
                  <a:cubicBezTo>
                    <a:pt x="72792" y="101378"/>
                    <a:pt x="71609" y="102768"/>
                    <a:pt x="70455" y="104202"/>
                  </a:cubicBezTo>
                  <a:cubicBezTo>
                    <a:pt x="69605" y="105257"/>
                    <a:pt x="68718" y="106268"/>
                    <a:pt x="67805" y="107265"/>
                  </a:cubicBezTo>
                  <a:cubicBezTo>
                    <a:pt x="66716" y="108461"/>
                    <a:pt x="65685" y="109687"/>
                    <a:pt x="64685" y="110956"/>
                  </a:cubicBezTo>
                  <a:cubicBezTo>
                    <a:pt x="63929" y="111920"/>
                    <a:pt x="63146" y="112853"/>
                    <a:pt x="62347" y="113781"/>
                  </a:cubicBezTo>
                  <a:cubicBezTo>
                    <a:pt x="60292" y="116175"/>
                    <a:pt x="58368" y="118654"/>
                    <a:pt x="56467" y="121172"/>
                  </a:cubicBezTo>
                  <a:cubicBezTo>
                    <a:pt x="55728" y="122149"/>
                    <a:pt x="54986" y="123120"/>
                    <a:pt x="54237" y="124091"/>
                  </a:cubicBezTo>
                  <a:cubicBezTo>
                    <a:pt x="50076" y="129504"/>
                    <a:pt x="46143" y="134972"/>
                    <a:pt x="42620" y="140829"/>
                  </a:cubicBezTo>
                  <a:cubicBezTo>
                    <a:pt x="42140" y="141625"/>
                    <a:pt x="41647" y="142407"/>
                    <a:pt x="41136" y="143183"/>
                  </a:cubicBezTo>
                  <a:cubicBezTo>
                    <a:pt x="39521" y="145655"/>
                    <a:pt x="38406" y="148109"/>
                    <a:pt x="37492" y="150917"/>
                  </a:cubicBezTo>
                  <a:cubicBezTo>
                    <a:pt x="37317" y="151455"/>
                    <a:pt x="37139" y="151992"/>
                    <a:pt x="36955" y="152529"/>
                  </a:cubicBezTo>
                  <a:cubicBezTo>
                    <a:pt x="36777" y="153053"/>
                    <a:pt x="36602" y="153577"/>
                    <a:pt x="36428" y="154104"/>
                  </a:cubicBezTo>
                  <a:cubicBezTo>
                    <a:pt x="36364" y="154292"/>
                    <a:pt x="36300" y="154480"/>
                    <a:pt x="36236" y="154675"/>
                  </a:cubicBezTo>
                  <a:cubicBezTo>
                    <a:pt x="35349" y="157415"/>
                    <a:pt x="34940" y="160099"/>
                    <a:pt x="36041" y="162812"/>
                  </a:cubicBezTo>
                  <a:cubicBezTo>
                    <a:pt x="36686" y="163679"/>
                    <a:pt x="37512" y="164203"/>
                    <a:pt x="38570" y="164441"/>
                  </a:cubicBezTo>
                  <a:cubicBezTo>
                    <a:pt x="48235" y="165482"/>
                    <a:pt x="59254" y="156425"/>
                    <a:pt x="66609" y="151085"/>
                  </a:cubicBezTo>
                  <a:cubicBezTo>
                    <a:pt x="67358" y="150541"/>
                    <a:pt x="68114" y="150000"/>
                    <a:pt x="68866" y="149463"/>
                  </a:cubicBezTo>
                  <a:cubicBezTo>
                    <a:pt x="71690" y="147445"/>
                    <a:pt x="74474" y="145386"/>
                    <a:pt x="77211" y="143250"/>
                  </a:cubicBezTo>
                  <a:cubicBezTo>
                    <a:pt x="77755" y="142827"/>
                    <a:pt x="78306" y="142404"/>
                    <a:pt x="78854" y="141984"/>
                  </a:cubicBezTo>
                  <a:cubicBezTo>
                    <a:pt x="82020" y="139559"/>
                    <a:pt x="85134" y="137074"/>
                    <a:pt x="88217" y="134542"/>
                  </a:cubicBezTo>
                  <a:cubicBezTo>
                    <a:pt x="88835" y="134035"/>
                    <a:pt x="89456" y="133531"/>
                    <a:pt x="90077" y="133031"/>
                  </a:cubicBezTo>
                  <a:cubicBezTo>
                    <a:pt x="92005" y="131476"/>
                    <a:pt x="93859" y="129857"/>
                    <a:pt x="95682" y="128181"/>
                  </a:cubicBezTo>
                  <a:cubicBezTo>
                    <a:pt x="96415" y="127510"/>
                    <a:pt x="97153" y="126848"/>
                    <a:pt x="97906" y="126200"/>
                  </a:cubicBezTo>
                  <a:cubicBezTo>
                    <a:pt x="101627" y="122962"/>
                    <a:pt x="105250" y="119610"/>
                    <a:pt x="108850" y="116239"/>
                  </a:cubicBezTo>
                  <a:cubicBezTo>
                    <a:pt x="110429" y="114765"/>
                    <a:pt x="112004" y="113290"/>
                    <a:pt x="113606" y="111843"/>
                  </a:cubicBezTo>
                  <a:cubicBezTo>
                    <a:pt x="113740" y="111718"/>
                    <a:pt x="113874" y="111594"/>
                    <a:pt x="114015" y="111467"/>
                  </a:cubicBezTo>
                  <a:cubicBezTo>
                    <a:pt x="114136" y="111356"/>
                    <a:pt x="114261" y="111245"/>
                    <a:pt x="114388" y="111131"/>
                  </a:cubicBezTo>
                  <a:cubicBezTo>
                    <a:pt x="114493" y="111037"/>
                    <a:pt x="114600" y="110943"/>
                    <a:pt x="114707" y="110845"/>
                  </a:cubicBezTo>
                  <a:cubicBezTo>
                    <a:pt x="115017" y="110597"/>
                    <a:pt x="115322" y="110432"/>
                    <a:pt x="115685" y="110268"/>
                  </a:cubicBezTo>
                  <a:cubicBezTo>
                    <a:pt x="115685" y="110046"/>
                    <a:pt x="115685" y="109824"/>
                    <a:pt x="115685" y="109596"/>
                  </a:cubicBezTo>
                  <a:cubicBezTo>
                    <a:pt x="115873" y="109519"/>
                    <a:pt x="116061" y="109438"/>
                    <a:pt x="116256" y="109358"/>
                  </a:cubicBezTo>
                  <a:cubicBezTo>
                    <a:pt x="117219" y="108874"/>
                    <a:pt x="117888" y="108122"/>
                    <a:pt x="118623" y="107349"/>
                  </a:cubicBezTo>
                  <a:cubicBezTo>
                    <a:pt x="119631" y="106312"/>
                    <a:pt x="120645" y="105304"/>
                    <a:pt x="121750" y="104370"/>
                  </a:cubicBezTo>
                  <a:cubicBezTo>
                    <a:pt x="122865" y="103420"/>
                    <a:pt x="123902" y="102409"/>
                    <a:pt x="124920" y="101355"/>
                  </a:cubicBezTo>
                  <a:cubicBezTo>
                    <a:pt x="125582" y="100676"/>
                    <a:pt x="126267" y="100038"/>
                    <a:pt x="126989" y="99420"/>
                  </a:cubicBezTo>
                  <a:cubicBezTo>
                    <a:pt x="128799" y="97865"/>
                    <a:pt x="130465" y="96183"/>
                    <a:pt x="132141" y="94483"/>
                  </a:cubicBezTo>
                  <a:cubicBezTo>
                    <a:pt x="132712" y="93902"/>
                    <a:pt x="133286" y="93321"/>
                    <a:pt x="133860" y="92740"/>
                  </a:cubicBezTo>
                  <a:cubicBezTo>
                    <a:pt x="133924" y="92676"/>
                    <a:pt x="133924" y="92676"/>
                    <a:pt x="134239" y="92354"/>
                  </a:cubicBezTo>
                  <a:cubicBezTo>
                    <a:pt x="134911" y="91676"/>
                    <a:pt x="135603" y="91031"/>
                    <a:pt x="136332" y="90410"/>
                  </a:cubicBezTo>
                  <a:cubicBezTo>
                    <a:pt x="138518" y="88549"/>
                    <a:pt x="140513" y="86487"/>
                    <a:pt x="142538" y="84455"/>
                  </a:cubicBezTo>
                  <a:cubicBezTo>
                    <a:pt x="143099" y="83891"/>
                    <a:pt x="143660" y="83330"/>
                    <a:pt x="144224" y="82766"/>
                  </a:cubicBezTo>
                  <a:cubicBezTo>
                    <a:pt x="145285" y="81705"/>
                    <a:pt x="146346" y="80640"/>
                    <a:pt x="147408" y="79576"/>
                  </a:cubicBezTo>
                  <a:cubicBezTo>
                    <a:pt x="148610" y="78370"/>
                    <a:pt x="149812" y="77164"/>
                    <a:pt x="151015" y="75959"/>
                  </a:cubicBezTo>
                  <a:cubicBezTo>
                    <a:pt x="153077" y="73897"/>
                    <a:pt x="155132" y="71835"/>
                    <a:pt x="157191" y="69769"/>
                  </a:cubicBezTo>
                  <a:cubicBezTo>
                    <a:pt x="158662" y="68295"/>
                    <a:pt x="160136" y="66821"/>
                    <a:pt x="161614" y="65350"/>
                  </a:cubicBezTo>
                  <a:cubicBezTo>
                    <a:pt x="162776" y="64194"/>
                    <a:pt x="163934" y="63039"/>
                    <a:pt x="165096" y="61881"/>
                  </a:cubicBezTo>
                  <a:cubicBezTo>
                    <a:pt x="165791" y="61185"/>
                    <a:pt x="166490" y="60490"/>
                    <a:pt x="167189" y="59795"/>
                  </a:cubicBezTo>
                  <a:cubicBezTo>
                    <a:pt x="167870" y="59116"/>
                    <a:pt x="168552" y="58438"/>
                    <a:pt x="169234" y="57756"/>
                  </a:cubicBezTo>
                  <a:cubicBezTo>
                    <a:pt x="169489" y="57501"/>
                    <a:pt x="169747" y="57246"/>
                    <a:pt x="170003" y="56991"/>
                  </a:cubicBezTo>
                  <a:cubicBezTo>
                    <a:pt x="171386" y="55617"/>
                    <a:pt x="172723" y="54223"/>
                    <a:pt x="173996" y="52746"/>
                  </a:cubicBezTo>
                  <a:cubicBezTo>
                    <a:pt x="174701" y="51930"/>
                    <a:pt x="175433" y="51157"/>
                    <a:pt x="176212" y="50412"/>
                  </a:cubicBezTo>
                  <a:cubicBezTo>
                    <a:pt x="176461" y="50170"/>
                    <a:pt x="176709" y="49928"/>
                    <a:pt x="176958" y="49686"/>
                  </a:cubicBezTo>
                  <a:cubicBezTo>
                    <a:pt x="177086" y="49562"/>
                    <a:pt x="177210" y="49441"/>
                    <a:pt x="177341" y="49314"/>
                  </a:cubicBezTo>
                  <a:cubicBezTo>
                    <a:pt x="179893" y="46821"/>
                    <a:pt x="182254" y="44279"/>
                    <a:pt x="184323" y="41374"/>
                  </a:cubicBezTo>
                  <a:cubicBezTo>
                    <a:pt x="184534" y="41082"/>
                    <a:pt x="184742" y="40790"/>
                    <a:pt x="184954" y="40498"/>
                  </a:cubicBezTo>
                  <a:cubicBezTo>
                    <a:pt x="188662" y="35330"/>
                    <a:pt x="191536" y="29711"/>
                    <a:pt x="193478" y="23656"/>
                  </a:cubicBezTo>
                  <a:cubicBezTo>
                    <a:pt x="193592" y="23300"/>
                    <a:pt x="193709" y="22947"/>
                    <a:pt x="193827" y="22591"/>
                  </a:cubicBezTo>
                  <a:cubicBezTo>
                    <a:pt x="195140" y="18544"/>
                    <a:pt x="196120" y="12889"/>
                    <a:pt x="194236" y="8882"/>
                  </a:cubicBezTo>
                  <a:cubicBezTo>
                    <a:pt x="194038" y="8523"/>
                    <a:pt x="193827" y="8180"/>
                    <a:pt x="193599" y="7838"/>
                  </a:cubicBezTo>
                  <a:cubicBezTo>
                    <a:pt x="193518" y="7714"/>
                    <a:pt x="193437" y="7593"/>
                    <a:pt x="193357" y="7465"/>
                  </a:cubicBezTo>
                  <a:cubicBezTo>
                    <a:pt x="191856" y="5245"/>
                    <a:pt x="189968" y="4214"/>
                    <a:pt x="187369" y="3707"/>
                  </a:cubicBezTo>
                  <a:cubicBezTo>
                    <a:pt x="174516" y="1621"/>
                    <a:pt x="160532" y="11119"/>
                    <a:pt x="149587" y="21631"/>
                  </a:cubicBezTo>
                  <a:close/>
                  <a:moveTo>
                    <a:pt x="16885" y="30255"/>
                  </a:moveTo>
                  <a:cubicBezTo>
                    <a:pt x="16378" y="31027"/>
                    <a:pt x="16180" y="31770"/>
                    <a:pt x="16278" y="32690"/>
                  </a:cubicBezTo>
                  <a:cubicBezTo>
                    <a:pt x="17386" y="35403"/>
                    <a:pt x="20213" y="36770"/>
                    <a:pt x="22678" y="37999"/>
                  </a:cubicBezTo>
                  <a:cubicBezTo>
                    <a:pt x="24747" y="39037"/>
                    <a:pt x="26728" y="40162"/>
                    <a:pt x="28690" y="41385"/>
                  </a:cubicBezTo>
                  <a:cubicBezTo>
                    <a:pt x="30500" y="42509"/>
                    <a:pt x="32341" y="43571"/>
                    <a:pt x="34191" y="44618"/>
                  </a:cubicBezTo>
                  <a:cubicBezTo>
                    <a:pt x="34792" y="44961"/>
                    <a:pt x="35393" y="45304"/>
                    <a:pt x="35994" y="45646"/>
                  </a:cubicBezTo>
                  <a:cubicBezTo>
                    <a:pt x="36841" y="46127"/>
                    <a:pt x="37684" y="46607"/>
                    <a:pt x="38530" y="47087"/>
                  </a:cubicBezTo>
                  <a:cubicBezTo>
                    <a:pt x="44786" y="50643"/>
                    <a:pt x="51023" y="54230"/>
                    <a:pt x="57226" y="57884"/>
                  </a:cubicBezTo>
                  <a:cubicBezTo>
                    <a:pt x="58291" y="58512"/>
                    <a:pt x="59358" y="59137"/>
                    <a:pt x="60426" y="59761"/>
                  </a:cubicBezTo>
                  <a:cubicBezTo>
                    <a:pt x="64980" y="62424"/>
                    <a:pt x="69474" y="65182"/>
                    <a:pt x="73930" y="68006"/>
                  </a:cubicBezTo>
                  <a:cubicBezTo>
                    <a:pt x="74347" y="68268"/>
                    <a:pt x="74760" y="68530"/>
                    <a:pt x="75176" y="68795"/>
                  </a:cubicBezTo>
                  <a:cubicBezTo>
                    <a:pt x="77440" y="70226"/>
                    <a:pt x="79680" y="71687"/>
                    <a:pt x="81869" y="73232"/>
                  </a:cubicBezTo>
                  <a:cubicBezTo>
                    <a:pt x="82020" y="73339"/>
                    <a:pt x="82172" y="73447"/>
                    <a:pt x="82329" y="73554"/>
                  </a:cubicBezTo>
                  <a:cubicBezTo>
                    <a:pt x="83075" y="74081"/>
                    <a:pt x="83817" y="74609"/>
                    <a:pt x="84556" y="75143"/>
                  </a:cubicBezTo>
                  <a:cubicBezTo>
                    <a:pt x="84828" y="75334"/>
                    <a:pt x="85097" y="75526"/>
                    <a:pt x="85369" y="75720"/>
                  </a:cubicBezTo>
                  <a:cubicBezTo>
                    <a:pt x="85490" y="75808"/>
                    <a:pt x="85611" y="75895"/>
                    <a:pt x="85731" y="75986"/>
                  </a:cubicBezTo>
                  <a:cubicBezTo>
                    <a:pt x="86598" y="76600"/>
                    <a:pt x="87481" y="77000"/>
                    <a:pt x="88482" y="77356"/>
                  </a:cubicBezTo>
                  <a:cubicBezTo>
                    <a:pt x="88610" y="77215"/>
                    <a:pt x="88741" y="77073"/>
                    <a:pt x="88875" y="76929"/>
                  </a:cubicBezTo>
                  <a:cubicBezTo>
                    <a:pt x="89368" y="76399"/>
                    <a:pt x="89866" y="75865"/>
                    <a:pt x="90359" y="75334"/>
                  </a:cubicBezTo>
                  <a:cubicBezTo>
                    <a:pt x="90571" y="75106"/>
                    <a:pt x="90786" y="74877"/>
                    <a:pt x="90997" y="74649"/>
                  </a:cubicBezTo>
                  <a:cubicBezTo>
                    <a:pt x="92099" y="73457"/>
                    <a:pt x="93210" y="72281"/>
                    <a:pt x="94366" y="71143"/>
                  </a:cubicBezTo>
                  <a:cubicBezTo>
                    <a:pt x="95158" y="70367"/>
                    <a:pt x="95897" y="69561"/>
                    <a:pt x="96616" y="68715"/>
                  </a:cubicBezTo>
                  <a:cubicBezTo>
                    <a:pt x="97600" y="67566"/>
                    <a:pt x="98651" y="66488"/>
                    <a:pt x="99729" y="65427"/>
                  </a:cubicBezTo>
                  <a:cubicBezTo>
                    <a:pt x="99769" y="65387"/>
                    <a:pt x="99769" y="65387"/>
                    <a:pt x="99974" y="65182"/>
                  </a:cubicBezTo>
                  <a:cubicBezTo>
                    <a:pt x="100730" y="64436"/>
                    <a:pt x="101486" y="63694"/>
                    <a:pt x="102244" y="62952"/>
                  </a:cubicBezTo>
                  <a:cubicBezTo>
                    <a:pt x="102664" y="62542"/>
                    <a:pt x="103084" y="62129"/>
                    <a:pt x="103501" y="61716"/>
                  </a:cubicBezTo>
                  <a:cubicBezTo>
                    <a:pt x="103736" y="61484"/>
                    <a:pt x="103971" y="61256"/>
                    <a:pt x="104206" y="61024"/>
                  </a:cubicBezTo>
                  <a:cubicBezTo>
                    <a:pt x="104276" y="60957"/>
                    <a:pt x="104276" y="60957"/>
                    <a:pt x="104632" y="60604"/>
                  </a:cubicBezTo>
                  <a:cubicBezTo>
                    <a:pt x="104757" y="60483"/>
                    <a:pt x="104881" y="60359"/>
                    <a:pt x="105009" y="60235"/>
                  </a:cubicBezTo>
                  <a:cubicBezTo>
                    <a:pt x="105274" y="59892"/>
                    <a:pt x="105274" y="59892"/>
                    <a:pt x="105274" y="59221"/>
                  </a:cubicBezTo>
                  <a:cubicBezTo>
                    <a:pt x="105495" y="59221"/>
                    <a:pt x="105717" y="59221"/>
                    <a:pt x="105945" y="59221"/>
                  </a:cubicBezTo>
                  <a:cubicBezTo>
                    <a:pt x="106191" y="59023"/>
                    <a:pt x="106191" y="59023"/>
                    <a:pt x="106419" y="58737"/>
                  </a:cubicBezTo>
                  <a:cubicBezTo>
                    <a:pt x="106510" y="58630"/>
                    <a:pt x="106597" y="58525"/>
                    <a:pt x="106688" y="58415"/>
                  </a:cubicBezTo>
                  <a:cubicBezTo>
                    <a:pt x="106785" y="58301"/>
                    <a:pt x="106879" y="58183"/>
                    <a:pt x="106976" y="58062"/>
                  </a:cubicBezTo>
                  <a:cubicBezTo>
                    <a:pt x="108196" y="56621"/>
                    <a:pt x="109502" y="55288"/>
                    <a:pt x="110845" y="53958"/>
                  </a:cubicBezTo>
                  <a:cubicBezTo>
                    <a:pt x="111255" y="53555"/>
                    <a:pt x="111661" y="53149"/>
                    <a:pt x="112068" y="52742"/>
                  </a:cubicBezTo>
                  <a:cubicBezTo>
                    <a:pt x="112931" y="51886"/>
                    <a:pt x="113791" y="51030"/>
                    <a:pt x="114654" y="50173"/>
                  </a:cubicBezTo>
                  <a:cubicBezTo>
                    <a:pt x="115665" y="49172"/>
                    <a:pt x="116672" y="48172"/>
                    <a:pt x="117680" y="47168"/>
                  </a:cubicBezTo>
                  <a:cubicBezTo>
                    <a:pt x="118079" y="46768"/>
                    <a:pt x="118482" y="46371"/>
                    <a:pt x="118885" y="45972"/>
                  </a:cubicBezTo>
                  <a:cubicBezTo>
                    <a:pt x="119130" y="45730"/>
                    <a:pt x="119376" y="45485"/>
                    <a:pt x="119617" y="45243"/>
                  </a:cubicBezTo>
                  <a:cubicBezTo>
                    <a:pt x="119674" y="45189"/>
                    <a:pt x="119674" y="45189"/>
                    <a:pt x="119960" y="44907"/>
                  </a:cubicBezTo>
                  <a:cubicBezTo>
                    <a:pt x="120061" y="44806"/>
                    <a:pt x="120161" y="44706"/>
                    <a:pt x="120265" y="44602"/>
                  </a:cubicBezTo>
                  <a:cubicBezTo>
                    <a:pt x="120353" y="44515"/>
                    <a:pt x="120443" y="44427"/>
                    <a:pt x="120534" y="44336"/>
                  </a:cubicBezTo>
                  <a:cubicBezTo>
                    <a:pt x="120722" y="44108"/>
                    <a:pt x="120722" y="44108"/>
                    <a:pt x="120722" y="43772"/>
                  </a:cubicBezTo>
                  <a:cubicBezTo>
                    <a:pt x="120608" y="43749"/>
                    <a:pt x="120497" y="43729"/>
                    <a:pt x="120380" y="43705"/>
                  </a:cubicBezTo>
                  <a:cubicBezTo>
                    <a:pt x="106312" y="40981"/>
                    <a:pt x="92378" y="37610"/>
                    <a:pt x="49545" y="27252"/>
                  </a:cubicBezTo>
                  <a:cubicBezTo>
                    <a:pt x="49401" y="27216"/>
                    <a:pt x="49257" y="27182"/>
                    <a:pt x="49105" y="27142"/>
                  </a:cubicBezTo>
                  <a:cubicBezTo>
                    <a:pt x="46325" y="26446"/>
                    <a:pt x="43544" y="25744"/>
                    <a:pt x="40770" y="25019"/>
                  </a:cubicBezTo>
                  <a:cubicBezTo>
                    <a:pt x="39887" y="24791"/>
                    <a:pt x="39000" y="24562"/>
                    <a:pt x="38117" y="24338"/>
                  </a:cubicBezTo>
                  <a:cubicBezTo>
                    <a:pt x="37543" y="24189"/>
                    <a:pt x="36965" y="24039"/>
                    <a:pt x="36394" y="23888"/>
                  </a:cubicBezTo>
                  <a:cubicBezTo>
                    <a:pt x="28945" y="21903"/>
                    <a:pt x="21879" y="24086"/>
                    <a:pt x="16885" y="30255"/>
                  </a:cubicBezTo>
                  <a:close/>
                  <a:moveTo>
                    <a:pt x="154880" y="78756"/>
                  </a:moveTo>
                  <a:cubicBezTo>
                    <a:pt x="154695" y="78941"/>
                    <a:pt x="154514" y="79126"/>
                    <a:pt x="154329" y="79314"/>
                  </a:cubicBezTo>
                  <a:cubicBezTo>
                    <a:pt x="154228" y="79414"/>
                    <a:pt x="154128" y="79515"/>
                    <a:pt x="154023" y="79619"/>
                  </a:cubicBezTo>
                  <a:cubicBezTo>
                    <a:pt x="153805" y="79838"/>
                    <a:pt x="153587" y="80059"/>
                    <a:pt x="153369" y="80281"/>
                  </a:cubicBezTo>
                  <a:cubicBezTo>
                    <a:pt x="153020" y="80633"/>
                    <a:pt x="152670" y="80986"/>
                    <a:pt x="152321" y="81339"/>
                  </a:cubicBezTo>
                  <a:cubicBezTo>
                    <a:pt x="151451" y="82212"/>
                    <a:pt x="150581" y="83089"/>
                    <a:pt x="149712" y="83965"/>
                  </a:cubicBezTo>
                  <a:cubicBezTo>
                    <a:pt x="148980" y="84704"/>
                    <a:pt x="148251" y="85439"/>
                    <a:pt x="147518" y="86178"/>
                  </a:cubicBezTo>
                  <a:cubicBezTo>
                    <a:pt x="147176" y="86517"/>
                    <a:pt x="146837" y="86863"/>
                    <a:pt x="146501" y="87206"/>
                  </a:cubicBezTo>
                  <a:cubicBezTo>
                    <a:pt x="145305" y="88408"/>
                    <a:pt x="144083" y="89563"/>
                    <a:pt x="142793" y="90665"/>
                  </a:cubicBezTo>
                  <a:cubicBezTo>
                    <a:pt x="141850" y="91474"/>
                    <a:pt x="140973" y="92337"/>
                    <a:pt x="140106" y="93224"/>
                  </a:cubicBezTo>
                  <a:cubicBezTo>
                    <a:pt x="138965" y="94396"/>
                    <a:pt x="137823" y="95551"/>
                    <a:pt x="136567" y="96603"/>
                  </a:cubicBezTo>
                  <a:cubicBezTo>
                    <a:pt x="135056" y="97872"/>
                    <a:pt x="133696" y="99299"/>
                    <a:pt x="132308" y="100700"/>
                  </a:cubicBezTo>
                  <a:cubicBezTo>
                    <a:pt x="131009" y="102010"/>
                    <a:pt x="129713" y="103296"/>
                    <a:pt x="128302" y="104485"/>
                  </a:cubicBezTo>
                  <a:cubicBezTo>
                    <a:pt x="127479" y="105180"/>
                    <a:pt x="126730" y="105929"/>
                    <a:pt x="125978" y="106698"/>
                  </a:cubicBezTo>
                  <a:cubicBezTo>
                    <a:pt x="125024" y="107665"/>
                    <a:pt x="124003" y="108548"/>
                    <a:pt x="122972" y="109435"/>
                  </a:cubicBezTo>
                  <a:cubicBezTo>
                    <a:pt x="122871" y="109522"/>
                    <a:pt x="122774" y="109609"/>
                    <a:pt x="122670" y="109700"/>
                  </a:cubicBezTo>
                  <a:cubicBezTo>
                    <a:pt x="122445" y="109895"/>
                    <a:pt x="122206" y="110073"/>
                    <a:pt x="121965" y="110251"/>
                  </a:cubicBezTo>
                  <a:cubicBezTo>
                    <a:pt x="121730" y="110604"/>
                    <a:pt x="121730" y="110604"/>
                    <a:pt x="121780" y="111157"/>
                  </a:cubicBezTo>
                  <a:cubicBezTo>
                    <a:pt x="122069" y="112202"/>
                    <a:pt x="122791" y="113018"/>
                    <a:pt x="123442" y="113864"/>
                  </a:cubicBezTo>
                  <a:cubicBezTo>
                    <a:pt x="123866" y="114418"/>
                    <a:pt x="124282" y="114979"/>
                    <a:pt x="124698" y="115544"/>
                  </a:cubicBezTo>
                  <a:cubicBezTo>
                    <a:pt x="124745" y="115601"/>
                    <a:pt x="124745" y="115601"/>
                    <a:pt x="124964" y="115899"/>
                  </a:cubicBezTo>
                  <a:cubicBezTo>
                    <a:pt x="125921" y="117193"/>
                    <a:pt x="126824" y="118523"/>
                    <a:pt x="127718" y="119862"/>
                  </a:cubicBezTo>
                  <a:cubicBezTo>
                    <a:pt x="127798" y="119983"/>
                    <a:pt x="127879" y="120104"/>
                    <a:pt x="127963" y="120229"/>
                  </a:cubicBezTo>
                  <a:cubicBezTo>
                    <a:pt x="128466" y="120984"/>
                    <a:pt x="128967" y="121736"/>
                    <a:pt x="129467" y="122492"/>
                  </a:cubicBezTo>
                  <a:cubicBezTo>
                    <a:pt x="129729" y="122888"/>
                    <a:pt x="129995" y="123288"/>
                    <a:pt x="130257" y="123684"/>
                  </a:cubicBezTo>
                  <a:cubicBezTo>
                    <a:pt x="132970" y="127765"/>
                    <a:pt x="135647" y="131865"/>
                    <a:pt x="138243" y="136019"/>
                  </a:cubicBezTo>
                  <a:cubicBezTo>
                    <a:pt x="138531" y="136483"/>
                    <a:pt x="138824" y="136947"/>
                    <a:pt x="139116" y="137410"/>
                  </a:cubicBezTo>
                  <a:cubicBezTo>
                    <a:pt x="140604" y="139777"/>
                    <a:pt x="142081" y="142149"/>
                    <a:pt x="143559" y="144523"/>
                  </a:cubicBezTo>
                  <a:cubicBezTo>
                    <a:pt x="143666" y="144698"/>
                    <a:pt x="143774" y="144872"/>
                    <a:pt x="143885" y="145050"/>
                  </a:cubicBezTo>
                  <a:cubicBezTo>
                    <a:pt x="147135" y="150279"/>
                    <a:pt x="150309" y="155548"/>
                    <a:pt x="153436" y="160851"/>
                  </a:cubicBezTo>
                  <a:cubicBezTo>
                    <a:pt x="153997" y="161805"/>
                    <a:pt x="154564" y="162759"/>
                    <a:pt x="155135" y="163706"/>
                  </a:cubicBezTo>
                  <a:cubicBezTo>
                    <a:pt x="155196" y="163803"/>
                    <a:pt x="155256" y="163904"/>
                    <a:pt x="155320" y="164005"/>
                  </a:cubicBezTo>
                  <a:cubicBezTo>
                    <a:pt x="155491" y="164290"/>
                    <a:pt x="155662" y="164576"/>
                    <a:pt x="155837" y="164861"/>
                  </a:cubicBezTo>
                  <a:cubicBezTo>
                    <a:pt x="156744" y="166362"/>
                    <a:pt x="157627" y="167877"/>
                    <a:pt x="158497" y="169402"/>
                  </a:cubicBezTo>
                  <a:cubicBezTo>
                    <a:pt x="162497" y="176397"/>
                    <a:pt x="162497" y="176397"/>
                    <a:pt x="164172" y="179047"/>
                  </a:cubicBezTo>
                  <a:cubicBezTo>
                    <a:pt x="164320" y="179282"/>
                    <a:pt x="164468" y="179520"/>
                    <a:pt x="164616" y="179759"/>
                  </a:cubicBezTo>
                  <a:cubicBezTo>
                    <a:pt x="165519" y="181223"/>
                    <a:pt x="166449" y="182432"/>
                    <a:pt x="168075" y="183144"/>
                  </a:cubicBezTo>
                  <a:cubicBezTo>
                    <a:pt x="169375" y="183305"/>
                    <a:pt x="170355" y="182946"/>
                    <a:pt x="171393" y="182180"/>
                  </a:cubicBezTo>
                  <a:cubicBezTo>
                    <a:pt x="174802" y="179373"/>
                    <a:pt x="177747" y="173996"/>
                    <a:pt x="178190" y="169633"/>
                  </a:cubicBezTo>
                  <a:cubicBezTo>
                    <a:pt x="178348" y="167017"/>
                    <a:pt x="177855" y="164666"/>
                    <a:pt x="177183" y="162154"/>
                  </a:cubicBezTo>
                  <a:cubicBezTo>
                    <a:pt x="177076" y="161738"/>
                    <a:pt x="176968" y="161321"/>
                    <a:pt x="176860" y="160908"/>
                  </a:cubicBezTo>
                  <a:cubicBezTo>
                    <a:pt x="176138" y="158127"/>
                    <a:pt x="175349" y="155367"/>
                    <a:pt x="174547" y="152610"/>
                  </a:cubicBezTo>
                  <a:cubicBezTo>
                    <a:pt x="174513" y="152499"/>
                    <a:pt x="174483" y="152388"/>
                    <a:pt x="174449" y="152270"/>
                  </a:cubicBezTo>
                  <a:cubicBezTo>
                    <a:pt x="174382" y="152046"/>
                    <a:pt x="174315" y="151817"/>
                    <a:pt x="174251" y="151589"/>
                  </a:cubicBezTo>
                  <a:cubicBezTo>
                    <a:pt x="172515" y="145634"/>
                    <a:pt x="170957" y="139633"/>
                    <a:pt x="169395" y="133628"/>
                  </a:cubicBezTo>
                  <a:cubicBezTo>
                    <a:pt x="169361" y="133501"/>
                    <a:pt x="169328" y="133373"/>
                    <a:pt x="169294" y="133239"/>
                  </a:cubicBezTo>
                  <a:cubicBezTo>
                    <a:pt x="167504" y="126361"/>
                    <a:pt x="165727" y="119479"/>
                    <a:pt x="164028" y="112578"/>
                  </a:cubicBezTo>
                  <a:cubicBezTo>
                    <a:pt x="163514" y="110489"/>
                    <a:pt x="162987" y="108400"/>
                    <a:pt x="162460" y="106315"/>
                  </a:cubicBezTo>
                  <a:cubicBezTo>
                    <a:pt x="160609" y="99004"/>
                    <a:pt x="158769" y="91699"/>
                    <a:pt x="157191" y="84328"/>
                  </a:cubicBezTo>
                  <a:cubicBezTo>
                    <a:pt x="157113" y="83975"/>
                    <a:pt x="157036" y="83619"/>
                    <a:pt x="156962" y="83267"/>
                  </a:cubicBezTo>
                  <a:cubicBezTo>
                    <a:pt x="156871" y="82847"/>
                    <a:pt x="156781" y="82424"/>
                    <a:pt x="156693" y="82004"/>
                  </a:cubicBezTo>
                  <a:cubicBezTo>
                    <a:pt x="156428" y="80758"/>
                    <a:pt x="156076" y="79562"/>
                    <a:pt x="155649" y="78363"/>
                  </a:cubicBezTo>
                  <a:cubicBezTo>
                    <a:pt x="155313" y="78363"/>
                    <a:pt x="155313" y="78363"/>
                    <a:pt x="154880" y="78756"/>
                  </a:cubicBezTo>
                  <a:close/>
                  <a:moveTo>
                    <a:pt x="7210" y="129746"/>
                  </a:moveTo>
                  <a:cubicBezTo>
                    <a:pt x="7072" y="129884"/>
                    <a:pt x="6938" y="130021"/>
                    <a:pt x="6797" y="130162"/>
                  </a:cubicBezTo>
                  <a:cubicBezTo>
                    <a:pt x="6444" y="130522"/>
                    <a:pt x="6101" y="130888"/>
                    <a:pt x="5759" y="131257"/>
                  </a:cubicBezTo>
                  <a:cubicBezTo>
                    <a:pt x="5662" y="131362"/>
                    <a:pt x="5561" y="131469"/>
                    <a:pt x="5460" y="131576"/>
                  </a:cubicBezTo>
                  <a:cubicBezTo>
                    <a:pt x="5198" y="131875"/>
                    <a:pt x="5198" y="131875"/>
                    <a:pt x="4859" y="132433"/>
                  </a:cubicBezTo>
                  <a:cubicBezTo>
                    <a:pt x="4970" y="133027"/>
                    <a:pt x="5074" y="133343"/>
                    <a:pt x="5548" y="133729"/>
                  </a:cubicBezTo>
                  <a:cubicBezTo>
                    <a:pt x="5621" y="133769"/>
                    <a:pt x="5621" y="133769"/>
                    <a:pt x="5994" y="133964"/>
                  </a:cubicBezTo>
                  <a:cubicBezTo>
                    <a:pt x="6162" y="134055"/>
                    <a:pt x="6330" y="134142"/>
                    <a:pt x="6501" y="134236"/>
                  </a:cubicBezTo>
                  <a:cubicBezTo>
                    <a:pt x="6686" y="134330"/>
                    <a:pt x="6871" y="134424"/>
                    <a:pt x="7059" y="134522"/>
                  </a:cubicBezTo>
                  <a:cubicBezTo>
                    <a:pt x="7250" y="134622"/>
                    <a:pt x="7442" y="134723"/>
                    <a:pt x="7636" y="134831"/>
                  </a:cubicBezTo>
                  <a:cubicBezTo>
                    <a:pt x="8049" y="135046"/>
                    <a:pt x="8459" y="135264"/>
                    <a:pt x="8872" y="135475"/>
                  </a:cubicBezTo>
                  <a:cubicBezTo>
                    <a:pt x="9524" y="135814"/>
                    <a:pt x="10172" y="136157"/>
                    <a:pt x="10820" y="136500"/>
                  </a:cubicBezTo>
                  <a:cubicBezTo>
                    <a:pt x="12526" y="137403"/>
                    <a:pt x="14242" y="138293"/>
                    <a:pt x="15958" y="139183"/>
                  </a:cubicBezTo>
                  <a:cubicBezTo>
                    <a:pt x="16597" y="139515"/>
                    <a:pt x="17234" y="139845"/>
                    <a:pt x="17872" y="140177"/>
                  </a:cubicBezTo>
                  <a:cubicBezTo>
                    <a:pt x="17933" y="140211"/>
                    <a:pt x="17933" y="140211"/>
                    <a:pt x="18242" y="140372"/>
                  </a:cubicBezTo>
                  <a:cubicBezTo>
                    <a:pt x="20576" y="141591"/>
                    <a:pt x="22860" y="142901"/>
                    <a:pt x="25133" y="144227"/>
                  </a:cubicBezTo>
                  <a:cubicBezTo>
                    <a:pt x="25221" y="144278"/>
                    <a:pt x="25221" y="144278"/>
                    <a:pt x="25657" y="144536"/>
                  </a:cubicBezTo>
                  <a:cubicBezTo>
                    <a:pt x="27279" y="145480"/>
                    <a:pt x="28895" y="146434"/>
                    <a:pt x="30473" y="147448"/>
                  </a:cubicBezTo>
                  <a:cubicBezTo>
                    <a:pt x="30577" y="147512"/>
                    <a:pt x="30681" y="147579"/>
                    <a:pt x="30786" y="147646"/>
                  </a:cubicBezTo>
                  <a:cubicBezTo>
                    <a:pt x="31242" y="147938"/>
                    <a:pt x="31696" y="148234"/>
                    <a:pt x="32142" y="148536"/>
                  </a:cubicBezTo>
                  <a:cubicBezTo>
                    <a:pt x="33351" y="149322"/>
                    <a:pt x="33351" y="149322"/>
                    <a:pt x="34144" y="149178"/>
                  </a:cubicBezTo>
                  <a:cubicBezTo>
                    <a:pt x="34829" y="148849"/>
                    <a:pt x="35044" y="148617"/>
                    <a:pt x="35420" y="147965"/>
                  </a:cubicBezTo>
                  <a:cubicBezTo>
                    <a:pt x="35826" y="147290"/>
                    <a:pt x="36222" y="146713"/>
                    <a:pt x="36764" y="146138"/>
                  </a:cubicBezTo>
                  <a:cubicBezTo>
                    <a:pt x="37412" y="145346"/>
                    <a:pt x="37700" y="144536"/>
                    <a:pt x="38023" y="143579"/>
                  </a:cubicBezTo>
                  <a:cubicBezTo>
                    <a:pt x="39360" y="139663"/>
                    <a:pt x="41445" y="136076"/>
                    <a:pt x="43564" y="132537"/>
                  </a:cubicBezTo>
                  <a:cubicBezTo>
                    <a:pt x="43604" y="132466"/>
                    <a:pt x="43604" y="132466"/>
                    <a:pt x="43823" y="132100"/>
                  </a:cubicBezTo>
                  <a:cubicBezTo>
                    <a:pt x="45505" y="129289"/>
                    <a:pt x="45505" y="129289"/>
                    <a:pt x="46610" y="128053"/>
                  </a:cubicBezTo>
                  <a:cubicBezTo>
                    <a:pt x="46839" y="127731"/>
                    <a:pt x="46839" y="127731"/>
                    <a:pt x="46839" y="127060"/>
                  </a:cubicBezTo>
                  <a:cubicBezTo>
                    <a:pt x="46684" y="127050"/>
                    <a:pt x="46533" y="127039"/>
                    <a:pt x="46378" y="127029"/>
                  </a:cubicBezTo>
                  <a:cubicBezTo>
                    <a:pt x="44384" y="126901"/>
                    <a:pt x="42389" y="126770"/>
                    <a:pt x="40394" y="126639"/>
                  </a:cubicBezTo>
                  <a:cubicBezTo>
                    <a:pt x="40229" y="126629"/>
                    <a:pt x="40068" y="126616"/>
                    <a:pt x="39900" y="126606"/>
                  </a:cubicBezTo>
                  <a:cubicBezTo>
                    <a:pt x="34009" y="126213"/>
                    <a:pt x="28132" y="125729"/>
                    <a:pt x="22259" y="125179"/>
                  </a:cubicBezTo>
                  <a:cubicBezTo>
                    <a:pt x="21637" y="125122"/>
                    <a:pt x="21020" y="125064"/>
                    <a:pt x="20401" y="125007"/>
                  </a:cubicBezTo>
                  <a:cubicBezTo>
                    <a:pt x="19982" y="124967"/>
                    <a:pt x="19562" y="124927"/>
                    <a:pt x="19142" y="124886"/>
                  </a:cubicBezTo>
                  <a:cubicBezTo>
                    <a:pt x="13745" y="124380"/>
                    <a:pt x="10914" y="125961"/>
                    <a:pt x="7210" y="129746"/>
                  </a:cubicBezTo>
                  <a:close/>
                  <a:moveTo>
                    <a:pt x="71730" y="152590"/>
                  </a:moveTo>
                  <a:cubicBezTo>
                    <a:pt x="71532" y="152737"/>
                    <a:pt x="71334" y="152889"/>
                    <a:pt x="71136" y="153036"/>
                  </a:cubicBezTo>
                  <a:cubicBezTo>
                    <a:pt x="71032" y="153117"/>
                    <a:pt x="70928" y="153198"/>
                    <a:pt x="70820" y="153278"/>
                  </a:cubicBezTo>
                  <a:cubicBezTo>
                    <a:pt x="64782" y="157865"/>
                    <a:pt x="58176" y="161697"/>
                    <a:pt x="51540" y="165345"/>
                  </a:cubicBezTo>
                  <a:cubicBezTo>
                    <a:pt x="51977" y="166671"/>
                    <a:pt x="52658" y="167776"/>
                    <a:pt x="53448" y="168918"/>
                  </a:cubicBezTo>
                  <a:cubicBezTo>
                    <a:pt x="53824" y="169469"/>
                    <a:pt x="54197" y="170026"/>
                    <a:pt x="54573" y="170580"/>
                  </a:cubicBezTo>
                  <a:cubicBezTo>
                    <a:pt x="54613" y="170641"/>
                    <a:pt x="54613" y="170641"/>
                    <a:pt x="54814" y="170940"/>
                  </a:cubicBezTo>
                  <a:cubicBezTo>
                    <a:pt x="58519" y="176431"/>
                    <a:pt x="62052" y="182039"/>
                    <a:pt x="65433" y="187731"/>
                  </a:cubicBezTo>
                  <a:cubicBezTo>
                    <a:pt x="65528" y="187886"/>
                    <a:pt x="65618" y="188044"/>
                    <a:pt x="65716" y="188202"/>
                  </a:cubicBezTo>
                  <a:cubicBezTo>
                    <a:pt x="66156" y="188944"/>
                    <a:pt x="66595" y="189686"/>
                    <a:pt x="67032" y="190428"/>
                  </a:cubicBezTo>
                  <a:cubicBezTo>
                    <a:pt x="67190" y="190694"/>
                    <a:pt x="67348" y="190962"/>
                    <a:pt x="67502" y="191227"/>
                  </a:cubicBezTo>
                  <a:cubicBezTo>
                    <a:pt x="67573" y="191345"/>
                    <a:pt x="67643" y="191466"/>
                    <a:pt x="67714" y="191590"/>
                  </a:cubicBezTo>
                  <a:cubicBezTo>
                    <a:pt x="68171" y="192359"/>
                    <a:pt x="68651" y="192974"/>
                    <a:pt x="69339" y="193555"/>
                  </a:cubicBezTo>
                  <a:cubicBezTo>
                    <a:pt x="70921" y="193414"/>
                    <a:pt x="72009" y="192339"/>
                    <a:pt x="73033" y="191204"/>
                  </a:cubicBezTo>
                  <a:cubicBezTo>
                    <a:pt x="73645" y="190452"/>
                    <a:pt x="74226" y="189679"/>
                    <a:pt x="74797" y="188893"/>
                  </a:cubicBezTo>
                  <a:cubicBezTo>
                    <a:pt x="74830" y="188847"/>
                    <a:pt x="74830" y="188847"/>
                    <a:pt x="75015" y="188598"/>
                  </a:cubicBezTo>
                  <a:cubicBezTo>
                    <a:pt x="76439" y="186657"/>
                    <a:pt x="77480" y="184726"/>
                    <a:pt x="77456" y="182264"/>
                  </a:cubicBezTo>
                  <a:cubicBezTo>
                    <a:pt x="77456" y="182120"/>
                    <a:pt x="77456" y="181975"/>
                    <a:pt x="77456" y="181824"/>
                  </a:cubicBezTo>
                  <a:cubicBezTo>
                    <a:pt x="77426" y="180343"/>
                    <a:pt x="77201" y="178909"/>
                    <a:pt x="76933" y="177455"/>
                  </a:cubicBezTo>
                  <a:cubicBezTo>
                    <a:pt x="76842" y="176978"/>
                    <a:pt x="76758" y="176501"/>
                    <a:pt x="76674" y="176021"/>
                  </a:cubicBezTo>
                  <a:cubicBezTo>
                    <a:pt x="76553" y="175339"/>
                    <a:pt x="76429" y="174657"/>
                    <a:pt x="76308" y="173976"/>
                  </a:cubicBezTo>
                  <a:cubicBezTo>
                    <a:pt x="75989" y="172203"/>
                    <a:pt x="75680" y="170429"/>
                    <a:pt x="75374" y="168656"/>
                  </a:cubicBezTo>
                  <a:cubicBezTo>
                    <a:pt x="75344" y="168481"/>
                    <a:pt x="75314" y="168307"/>
                    <a:pt x="75284" y="168129"/>
                  </a:cubicBezTo>
                  <a:cubicBezTo>
                    <a:pt x="74787" y="165220"/>
                    <a:pt x="74364" y="162319"/>
                    <a:pt x="74061" y="159384"/>
                  </a:cubicBezTo>
                  <a:cubicBezTo>
                    <a:pt x="74051" y="159296"/>
                    <a:pt x="74051" y="159296"/>
                    <a:pt x="74007" y="158856"/>
                  </a:cubicBezTo>
                  <a:cubicBezTo>
                    <a:pt x="73914" y="157926"/>
                    <a:pt x="73826" y="156996"/>
                    <a:pt x="73745" y="156066"/>
                  </a:cubicBezTo>
                  <a:cubicBezTo>
                    <a:pt x="73685" y="155387"/>
                    <a:pt x="73621" y="154709"/>
                    <a:pt x="73561" y="154030"/>
                  </a:cubicBezTo>
                  <a:cubicBezTo>
                    <a:pt x="73497" y="153325"/>
                    <a:pt x="73433" y="152617"/>
                    <a:pt x="73369" y="151911"/>
                  </a:cubicBezTo>
                  <a:cubicBezTo>
                    <a:pt x="72550" y="151911"/>
                    <a:pt x="72369" y="152099"/>
                    <a:pt x="71730" y="152590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45" name="New shape">
              <a:extLst>
                <a:ext uri="{FF2B5EF4-FFF2-40B4-BE49-F238E27FC236}">
                  <a16:creationId xmlns:a16="http://schemas.microsoft.com/office/drawing/2014/main" id="{AFD4D70E-FEA9-A854-187A-08B0647337EC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3696146" y="3115280"/>
              <a:ext cx="28546" cy="22837"/>
            </a:xfrm>
            <a:custGeom>
              <a:avLst/>
              <a:gdLst/>
              <a:ahLst/>
              <a:cxnLst/>
              <a:rect l="l" t="t" r="r" b="b"/>
              <a:pathLst>
                <a:path w="28544" h="22836">
                  <a:moveTo>
                    <a:pt x="28545" y="0"/>
                  </a:moveTo>
                  <a:cubicBezTo>
                    <a:pt x="28596" y="2220"/>
                    <a:pt x="27521" y="3432"/>
                    <a:pt x="26141" y="5041"/>
                  </a:cubicBezTo>
                  <a:cubicBezTo>
                    <a:pt x="25791" y="5453"/>
                    <a:pt x="25469" y="5883"/>
                    <a:pt x="25147" y="6317"/>
                  </a:cubicBezTo>
                  <a:cubicBezTo>
                    <a:pt x="24599" y="6998"/>
                    <a:pt x="23981" y="7509"/>
                    <a:pt x="23290" y="8033"/>
                  </a:cubicBezTo>
                  <a:cubicBezTo>
                    <a:pt x="22846" y="8389"/>
                    <a:pt x="22453" y="8761"/>
                    <a:pt x="22054" y="9164"/>
                  </a:cubicBezTo>
                  <a:cubicBezTo>
                    <a:pt x="21906" y="9312"/>
                    <a:pt x="21761" y="9463"/>
                    <a:pt x="21610" y="9614"/>
                  </a:cubicBezTo>
                  <a:cubicBezTo>
                    <a:pt x="21318" y="9910"/>
                    <a:pt x="21029" y="10205"/>
                    <a:pt x="20744" y="10501"/>
                  </a:cubicBezTo>
                  <a:cubicBezTo>
                    <a:pt x="16469" y="14864"/>
                    <a:pt x="11156" y="18387"/>
                    <a:pt x="5708" y="21117"/>
                  </a:cubicBezTo>
                  <a:cubicBezTo>
                    <a:pt x="5605" y="21167"/>
                    <a:pt x="5504" y="21221"/>
                    <a:pt x="5396" y="21275"/>
                  </a:cubicBezTo>
                  <a:cubicBezTo>
                    <a:pt x="3868" y="22037"/>
                    <a:pt x="2330" y="22474"/>
                    <a:pt x="671" y="22836"/>
                  </a:cubicBezTo>
                  <a:cubicBezTo>
                    <a:pt x="449" y="22282"/>
                    <a:pt x="228" y="21728"/>
                    <a:pt x="0" y="21157"/>
                  </a:cubicBezTo>
                  <a:cubicBezTo>
                    <a:pt x="1544" y="19706"/>
                    <a:pt x="3180" y="18427"/>
                    <a:pt x="4909" y="17211"/>
                  </a:cubicBezTo>
                  <a:cubicBezTo>
                    <a:pt x="8254" y="14860"/>
                    <a:pt x="11441" y="12335"/>
                    <a:pt x="14541" y="9675"/>
                  </a:cubicBezTo>
                  <a:cubicBezTo>
                    <a:pt x="16032" y="8395"/>
                    <a:pt x="17567" y="7183"/>
                    <a:pt x="19122" y="5984"/>
                  </a:cubicBezTo>
                  <a:cubicBezTo>
                    <a:pt x="20781" y="4701"/>
                    <a:pt x="22336" y="3338"/>
                    <a:pt x="23847" y="1887"/>
                  </a:cubicBezTo>
                  <a:cubicBezTo>
                    <a:pt x="26567" y="-698"/>
                    <a:pt x="26567" y="-698"/>
                    <a:pt x="28545" y="0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46" name="New shape">
              <a:extLst>
                <a:ext uri="{FF2B5EF4-FFF2-40B4-BE49-F238E27FC236}">
                  <a16:creationId xmlns:a16="http://schemas.microsoft.com/office/drawing/2014/main" id="{88272B2B-CE92-3A86-8806-6A5CB06EAE3B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3707990" y="3126698"/>
              <a:ext cx="28120" cy="28882"/>
            </a:xfrm>
            <a:custGeom>
              <a:avLst/>
              <a:gdLst/>
              <a:ahLst/>
              <a:cxnLst/>
              <a:rect l="l" t="t" r="r" b="b"/>
              <a:pathLst>
                <a:path w="28119" h="28880">
                  <a:moveTo>
                    <a:pt x="28119" y="0"/>
                  </a:moveTo>
                  <a:cubicBezTo>
                    <a:pt x="28267" y="1013"/>
                    <a:pt x="28183" y="1705"/>
                    <a:pt x="27599" y="2558"/>
                  </a:cubicBezTo>
                  <a:cubicBezTo>
                    <a:pt x="27357" y="2878"/>
                    <a:pt x="27112" y="3193"/>
                    <a:pt x="26860" y="3505"/>
                  </a:cubicBezTo>
                  <a:cubicBezTo>
                    <a:pt x="26722" y="3683"/>
                    <a:pt x="26581" y="3858"/>
                    <a:pt x="26443" y="4036"/>
                  </a:cubicBezTo>
                  <a:cubicBezTo>
                    <a:pt x="26074" y="4506"/>
                    <a:pt x="25698" y="4970"/>
                    <a:pt x="25318" y="5433"/>
                  </a:cubicBezTo>
                  <a:cubicBezTo>
                    <a:pt x="25107" y="5695"/>
                    <a:pt x="24902" y="5957"/>
                    <a:pt x="24694" y="6219"/>
                  </a:cubicBezTo>
                  <a:cubicBezTo>
                    <a:pt x="22272" y="9265"/>
                    <a:pt x="19532" y="12005"/>
                    <a:pt x="16785" y="14756"/>
                  </a:cubicBezTo>
                  <a:cubicBezTo>
                    <a:pt x="16694" y="14847"/>
                    <a:pt x="16600" y="14937"/>
                    <a:pt x="16506" y="15035"/>
                  </a:cubicBezTo>
                  <a:cubicBezTo>
                    <a:pt x="14478" y="17066"/>
                    <a:pt x="12443" y="19068"/>
                    <a:pt x="10249" y="20928"/>
                  </a:cubicBezTo>
                  <a:cubicBezTo>
                    <a:pt x="9866" y="21258"/>
                    <a:pt x="9490" y="21600"/>
                    <a:pt x="9118" y="21943"/>
                  </a:cubicBezTo>
                  <a:cubicBezTo>
                    <a:pt x="7244" y="23655"/>
                    <a:pt x="5309" y="25281"/>
                    <a:pt x="3331" y="26873"/>
                  </a:cubicBezTo>
                  <a:cubicBezTo>
                    <a:pt x="2975" y="27165"/>
                    <a:pt x="2623" y="27464"/>
                    <a:pt x="2273" y="27766"/>
                  </a:cubicBezTo>
                  <a:cubicBezTo>
                    <a:pt x="2179" y="27847"/>
                    <a:pt x="2089" y="27924"/>
                    <a:pt x="1991" y="28008"/>
                  </a:cubicBezTo>
                  <a:cubicBezTo>
                    <a:pt x="1756" y="28209"/>
                    <a:pt x="1524" y="28414"/>
                    <a:pt x="1292" y="28619"/>
                  </a:cubicBezTo>
                  <a:cubicBezTo>
                    <a:pt x="916" y="28881"/>
                    <a:pt x="916" y="28881"/>
                    <a:pt x="245" y="28881"/>
                  </a:cubicBezTo>
                  <a:cubicBezTo>
                    <a:pt x="-174" y="27514"/>
                    <a:pt x="-174" y="27514"/>
                    <a:pt x="0" y="26863"/>
                  </a:cubicBezTo>
                  <a:cubicBezTo>
                    <a:pt x="184" y="26517"/>
                    <a:pt x="389" y="26215"/>
                    <a:pt x="621" y="25899"/>
                  </a:cubicBezTo>
                  <a:cubicBezTo>
                    <a:pt x="711" y="25775"/>
                    <a:pt x="799" y="25650"/>
                    <a:pt x="890" y="25523"/>
                  </a:cubicBezTo>
                  <a:cubicBezTo>
                    <a:pt x="3472" y="21983"/>
                    <a:pt x="6579" y="18782"/>
                    <a:pt x="9568" y="15585"/>
                  </a:cubicBezTo>
                  <a:cubicBezTo>
                    <a:pt x="10172" y="14937"/>
                    <a:pt x="10773" y="14282"/>
                    <a:pt x="11374" y="13627"/>
                  </a:cubicBezTo>
                  <a:cubicBezTo>
                    <a:pt x="14031" y="10726"/>
                    <a:pt x="16714" y="7915"/>
                    <a:pt x="19723" y="5373"/>
                  </a:cubicBezTo>
                  <a:cubicBezTo>
                    <a:pt x="19801" y="5309"/>
                    <a:pt x="19801" y="5309"/>
                    <a:pt x="20190" y="4976"/>
                  </a:cubicBezTo>
                  <a:cubicBezTo>
                    <a:pt x="21214" y="4110"/>
                    <a:pt x="22245" y="3250"/>
                    <a:pt x="23280" y="2401"/>
                  </a:cubicBezTo>
                  <a:cubicBezTo>
                    <a:pt x="23579" y="2159"/>
                    <a:pt x="23874" y="1914"/>
                    <a:pt x="24170" y="1668"/>
                  </a:cubicBezTo>
                  <a:cubicBezTo>
                    <a:pt x="24522" y="1373"/>
                    <a:pt x="24882" y="1084"/>
                    <a:pt x="25244" y="799"/>
                  </a:cubicBezTo>
                  <a:cubicBezTo>
                    <a:pt x="25291" y="755"/>
                    <a:pt x="25291" y="755"/>
                    <a:pt x="25543" y="543"/>
                  </a:cubicBezTo>
                  <a:cubicBezTo>
                    <a:pt x="26366" y="-94"/>
                    <a:pt x="27102" y="-87"/>
                    <a:pt x="28119" y="0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47" name="New shape">
              <a:extLst>
                <a:ext uri="{FF2B5EF4-FFF2-40B4-BE49-F238E27FC236}">
                  <a16:creationId xmlns:a16="http://schemas.microsoft.com/office/drawing/2014/main" id="{338E8C26-7291-3535-EC56-A393A5B78337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3730065" y="3138452"/>
              <a:ext cx="19478" cy="24516"/>
            </a:xfrm>
            <a:custGeom>
              <a:avLst/>
              <a:gdLst/>
              <a:ahLst/>
              <a:cxnLst/>
              <a:rect l="l" t="t" r="r" b="b"/>
              <a:pathLst>
                <a:path w="19478" h="24515">
                  <a:moveTo>
                    <a:pt x="19478" y="0"/>
                  </a:moveTo>
                  <a:cubicBezTo>
                    <a:pt x="19377" y="1719"/>
                    <a:pt x="18749" y="2726"/>
                    <a:pt x="17671" y="4029"/>
                  </a:cubicBezTo>
                  <a:cubicBezTo>
                    <a:pt x="17523" y="4218"/>
                    <a:pt x="17372" y="4406"/>
                    <a:pt x="17221" y="4597"/>
                  </a:cubicBezTo>
                  <a:cubicBezTo>
                    <a:pt x="16905" y="4993"/>
                    <a:pt x="16586" y="5386"/>
                    <a:pt x="16267" y="5779"/>
                  </a:cubicBezTo>
                  <a:cubicBezTo>
                    <a:pt x="15559" y="6659"/>
                    <a:pt x="14864" y="7549"/>
                    <a:pt x="14168" y="8436"/>
                  </a:cubicBezTo>
                  <a:cubicBezTo>
                    <a:pt x="13937" y="8735"/>
                    <a:pt x="13701" y="9030"/>
                    <a:pt x="13470" y="9326"/>
                  </a:cubicBezTo>
                  <a:cubicBezTo>
                    <a:pt x="12509" y="10541"/>
                    <a:pt x="11559" y="11767"/>
                    <a:pt x="10615" y="12996"/>
                  </a:cubicBezTo>
                  <a:cubicBezTo>
                    <a:pt x="8778" y="15398"/>
                    <a:pt x="6924" y="17786"/>
                    <a:pt x="5037" y="20150"/>
                  </a:cubicBezTo>
                  <a:cubicBezTo>
                    <a:pt x="4960" y="20247"/>
                    <a:pt x="4883" y="20344"/>
                    <a:pt x="4802" y="20445"/>
                  </a:cubicBezTo>
                  <a:cubicBezTo>
                    <a:pt x="4338" y="21023"/>
                    <a:pt x="3875" y="21597"/>
                    <a:pt x="3408" y="22168"/>
                  </a:cubicBezTo>
                  <a:cubicBezTo>
                    <a:pt x="3197" y="22430"/>
                    <a:pt x="2985" y="22692"/>
                    <a:pt x="2773" y="22957"/>
                  </a:cubicBezTo>
                  <a:cubicBezTo>
                    <a:pt x="2710" y="23035"/>
                    <a:pt x="2710" y="23035"/>
                    <a:pt x="2381" y="23431"/>
                  </a:cubicBezTo>
                  <a:cubicBezTo>
                    <a:pt x="2270" y="23569"/>
                    <a:pt x="2159" y="23706"/>
                    <a:pt x="2041" y="23847"/>
                  </a:cubicBezTo>
                  <a:cubicBezTo>
                    <a:pt x="1605" y="24247"/>
                    <a:pt x="1246" y="24384"/>
                    <a:pt x="671" y="24515"/>
                  </a:cubicBezTo>
                  <a:cubicBezTo>
                    <a:pt x="272" y="24368"/>
                    <a:pt x="272" y="24368"/>
                    <a:pt x="0" y="24180"/>
                  </a:cubicBezTo>
                  <a:cubicBezTo>
                    <a:pt x="-292" y="17621"/>
                    <a:pt x="6444" y="10360"/>
                    <a:pt x="10410" y="5709"/>
                  </a:cubicBezTo>
                  <a:cubicBezTo>
                    <a:pt x="10491" y="5615"/>
                    <a:pt x="10572" y="5521"/>
                    <a:pt x="10652" y="5423"/>
                  </a:cubicBezTo>
                  <a:cubicBezTo>
                    <a:pt x="16445" y="-1393"/>
                    <a:pt x="16445" y="-1393"/>
                    <a:pt x="19478" y="0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48" name="New shape">
              <a:extLst>
                <a:ext uri="{FF2B5EF4-FFF2-40B4-BE49-F238E27FC236}">
                  <a16:creationId xmlns:a16="http://schemas.microsoft.com/office/drawing/2014/main" id="{64A159AE-6399-6A35-413F-D9399D786785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3674988" y="3141475"/>
              <a:ext cx="14273" cy="7053"/>
            </a:xfrm>
            <a:custGeom>
              <a:avLst/>
              <a:gdLst/>
              <a:ahLst/>
              <a:cxnLst/>
              <a:rect l="l" t="t" r="r" b="b"/>
              <a:pathLst>
                <a:path w="14272" h="7052">
                  <a:moveTo>
                    <a:pt x="13768" y="0"/>
                  </a:moveTo>
                  <a:cubicBezTo>
                    <a:pt x="14155" y="386"/>
                    <a:pt x="14202" y="537"/>
                    <a:pt x="14272" y="1071"/>
                  </a:cubicBezTo>
                  <a:cubicBezTo>
                    <a:pt x="14246" y="1823"/>
                    <a:pt x="14007" y="2223"/>
                    <a:pt x="13467" y="2750"/>
                  </a:cubicBezTo>
                  <a:cubicBezTo>
                    <a:pt x="9866" y="5893"/>
                    <a:pt x="5047" y="7334"/>
                    <a:pt x="335" y="7052"/>
                  </a:cubicBezTo>
                  <a:cubicBezTo>
                    <a:pt x="224" y="6609"/>
                    <a:pt x="113" y="6165"/>
                    <a:pt x="0" y="5709"/>
                  </a:cubicBezTo>
                  <a:cubicBezTo>
                    <a:pt x="1245" y="4627"/>
                    <a:pt x="2575" y="3804"/>
                    <a:pt x="4029" y="3042"/>
                  </a:cubicBezTo>
                  <a:cubicBezTo>
                    <a:pt x="4137" y="2985"/>
                    <a:pt x="4248" y="2928"/>
                    <a:pt x="4359" y="2868"/>
                  </a:cubicBezTo>
                  <a:cubicBezTo>
                    <a:pt x="10890" y="-564"/>
                    <a:pt x="10890" y="-564"/>
                    <a:pt x="13768" y="0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49" name="New shape">
              <a:extLst>
                <a:ext uri="{FF2B5EF4-FFF2-40B4-BE49-F238E27FC236}">
                  <a16:creationId xmlns:a16="http://schemas.microsoft.com/office/drawing/2014/main" id="{B3E9C279-FF0E-6FE1-1F92-7FE3DB75D125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3679354" y="3162633"/>
              <a:ext cx="21685" cy="21853"/>
            </a:xfrm>
            <a:custGeom>
              <a:avLst/>
              <a:gdLst/>
              <a:ahLst/>
              <a:cxnLst/>
              <a:rect l="l" t="t" r="r" b="b"/>
              <a:pathLst>
                <a:path w="21685" h="21852">
                  <a:moveTo>
                    <a:pt x="21493" y="0"/>
                  </a:moveTo>
                  <a:cubicBezTo>
                    <a:pt x="21926" y="1091"/>
                    <a:pt x="21926" y="1091"/>
                    <a:pt x="21685" y="1716"/>
                  </a:cubicBezTo>
                  <a:cubicBezTo>
                    <a:pt x="21433" y="2129"/>
                    <a:pt x="21157" y="2511"/>
                    <a:pt x="20862" y="2894"/>
                  </a:cubicBezTo>
                  <a:cubicBezTo>
                    <a:pt x="20758" y="3042"/>
                    <a:pt x="20650" y="3187"/>
                    <a:pt x="20543" y="3334"/>
                  </a:cubicBezTo>
                  <a:cubicBezTo>
                    <a:pt x="19398" y="4869"/>
                    <a:pt x="18111" y="6273"/>
                    <a:pt x="16808" y="7673"/>
                  </a:cubicBezTo>
                  <a:cubicBezTo>
                    <a:pt x="16395" y="8127"/>
                    <a:pt x="15992" y="8594"/>
                    <a:pt x="15596" y="9060"/>
                  </a:cubicBezTo>
                  <a:cubicBezTo>
                    <a:pt x="13413" y="11623"/>
                    <a:pt x="10988" y="14001"/>
                    <a:pt x="8429" y="16180"/>
                  </a:cubicBezTo>
                  <a:cubicBezTo>
                    <a:pt x="7714" y="16791"/>
                    <a:pt x="7029" y="17429"/>
                    <a:pt x="6340" y="18064"/>
                  </a:cubicBezTo>
                  <a:cubicBezTo>
                    <a:pt x="2290" y="21802"/>
                    <a:pt x="2290" y="21802"/>
                    <a:pt x="1161" y="21852"/>
                  </a:cubicBezTo>
                  <a:cubicBezTo>
                    <a:pt x="742" y="21775"/>
                    <a:pt x="389" y="21674"/>
                    <a:pt x="0" y="21493"/>
                  </a:cubicBezTo>
                  <a:cubicBezTo>
                    <a:pt x="913" y="19172"/>
                    <a:pt x="2434" y="17406"/>
                    <a:pt x="4047" y="15538"/>
                  </a:cubicBezTo>
                  <a:cubicBezTo>
                    <a:pt x="4517" y="14998"/>
                    <a:pt x="4970" y="14447"/>
                    <a:pt x="5413" y="13886"/>
                  </a:cubicBezTo>
                  <a:cubicBezTo>
                    <a:pt x="6955" y="11942"/>
                    <a:pt x="8590" y="10118"/>
                    <a:pt x="10283" y="8311"/>
                  </a:cubicBezTo>
                  <a:cubicBezTo>
                    <a:pt x="10390" y="8201"/>
                    <a:pt x="10495" y="8086"/>
                    <a:pt x="10605" y="7972"/>
                  </a:cubicBezTo>
                  <a:cubicBezTo>
                    <a:pt x="11317" y="7213"/>
                    <a:pt x="12039" y="6458"/>
                    <a:pt x="12762" y="5709"/>
                  </a:cubicBezTo>
                  <a:cubicBezTo>
                    <a:pt x="12812" y="5658"/>
                    <a:pt x="12812" y="5658"/>
                    <a:pt x="13060" y="5396"/>
                  </a:cubicBezTo>
                  <a:cubicBezTo>
                    <a:pt x="14336" y="4073"/>
                    <a:pt x="15646" y="2868"/>
                    <a:pt x="17117" y="1763"/>
                  </a:cubicBezTo>
                  <a:cubicBezTo>
                    <a:pt x="17406" y="1548"/>
                    <a:pt x="17695" y="1329"/>
                    <a:pt x="17980" y="1108"/>
                  </a:cubicBezTo>
                  <a:cubicBezTo>
                    <a:pt x="20022" y="-443"/>
                    <a:pt x="20022" y="-443"/>
                    <a:pt x="21493" y="0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50" name="New shape">
              <a:extLst>
                <a:ext uri="{FF2B5EF4-FFF2-40B4-BE49-F238E27FC236}">
                  <a16:creationId xmlns:a16="http://schemas.microsoft.com/office/drawing/2014/main" id="{460A86F7-C908-7E57-62D7-9EAB85C63430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3718982" y="3170693"/>
              <a:ext cx="7388" cy="14441"/>
            </a:xfrm>
            <a:custGeom>
              <a:avLst/>
              <a:gdLst/>
              <a:ahLst/>
              <a:cxnLst/>
              <a:rect l="l" t="t" r="r" b="b"/>
              <a:pathLst>
                <a:path w="7388" h="14440">
                  <a:moveTo>
                    <a:pt x="7388" y="0"/>
                  </a:moveTo>
                  <a:cubicBezTo>
                    <a:pt x="7835" y="1642"/>
                    <a:pt x="7620" y="2804"/>
                    <a:pt x="7052" y="4386"/>
                  </a:cubicBezTo>
                  <a:cubicBezTo>
                    <a:pt x="7015" y="4493"/>
                    <a:pt x="6978" y="4604"/>
                    <a:pt x="6938" y="4715"/>
                  </a:cubicBezTo>
                  <a:cubicBezTo>
                    <a:pt x="5679" y="8328"/>
                    <a:pt x="3821" y="11526"/>
                    <a:pt x="1343" y="14440"/>
                  </a:cubicBezTo>
                  <a:cubicBezTo>
                    <a:pt x="899" y="14219"/>
                    <a:pt x="456" y="13997"/>
                    <a:pt x="0" y="13769"/>
                  </a:cubicBezTo>
                  <a:cubicBezTo>
                    <a:pt x="17" y="9433"/>
                    <a:pt x="1471" y="4036"/>
                    <a:pt x="4366" y="671"/>
                  </a:cubicBezTo>
                  <a:cubicBezTo>
                    <a:pt x="5440" y="-355"/>
                    <a:pt x="5998" y="-426"/>
                    <a:pt x="7388" y="0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40B76737-4C33-5538-7E08-E7E79E5EBA74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3566164" y="2692587"/>
            <a:ext cx="2026319" cy="25409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400" b="1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European Short-Haul Flights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64BA1B2-7E42-08A1-C4E2-93CBE968078A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247160" y="3260340"/>
            <a:ext cx="2026319" cy="90786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2,508</a:t>
            </a: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short-haul trips via air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  <a:endParaRPr sz="1000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Viable rail alternatives: Berlin → Amsterdam, </a:t>
            </a:r>
            <a:r>
              <a:rPr lang="en-IN" sz="10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Berlin → </a:t>
            </a:r>
            <a:r>
              <a:rPr sz="1000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Paris</a:t>
            </a:r>
          </a:p>
          <a:p>
            <a:pPr marL="0">
              <a:spcBef>
                <a:spcPct val="21875"/>
              </a:spcBef>
              <a:spcAft>
                <a:spcPct val="21875"/>
              </a:spcAft>
            </a:pPr>
            <a:br>
              <a:rPr sz="1000" dirty="0"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endParaRPr sz="1000" i="1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0A35C92-DABA-2487-E595-D71CA1972C15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6091051" y="2726989"/>
            <a:ext cx="195449" cy="234462"/>
            <a:chOff x="7465690" y="2951089"/>
            <a:chExt cx="195449" cy="234462"/>
          </a:xfr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grpSpPr>
        <p:sp>
          <p:nvSpPr>
            <p:cNvPr id="55" name="New shape">
              <a:extLst>
                <a:ext uri="{FF2B5EF4-FFF2-40B4-BE49-F238E27FC236}">
                  <a16:creationId xmlns:a16="http://schemas.microsoft.com/office/drawing/2014/main" id="{B4773511-364A-1BF8-83C2-2EA948F945B5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465690" y="2951089"/>
              <a:ext cx="195449" cy="234462"/>
            </a:xfrm>
            <a:custGeom>
              <a:avLst/>
              <a:gdLst/>
              <a:ahLst/>
              <a:cxnLst/>
              <a:rect l="l" t="t" r="r" b="b"/>
              <a:pathLst>
                <a:path w="195449" h="234462">
                  <a:moveTo>
                    <a:pt x="101667" y="0"/>
                  </a:moveTo>
                  <a:cubicBezTo>
                    <a:pt x="101832" y="0"/>
                    <a:pt x="102002" y="0"/>
                    <a:pt x="102171" y="0"/>
                  </a:cubicBezTo>
                  <a:cubicBezTo>
                    <a:pt x="105826" y="4"/>
                    <a:pt x="109468" y="80"/>
                    <a:pt x="113114" y="296"/>
                  </a:cubicBezTo>
                  <a:cubicBezTo>
                    <a:pt x="113390" y="308"/>
                    <a:pt x="113669" y="325"/>
                    <a:pt x="113953" y="343"/>
                  </a:cubicBezTo>
                  <a:cubicBezTo>
                    <a:pt x="116248" y="491"/>
                    <a:pt x="118514" y="664"/>
                    <a:pt x="120174" y="2439"/>
                  </a:cubicBezTo>
                  <a:cubicBezTo>
                    <a:pt x="122928" y="5759"/>
                    <a:pt x="123232" y="10769"/>
                    <a:pt x="122923" y="14928"/>
                  </a:cubicBezTo>
                  <a:cubicBezTo>
                    <a:pt x="122660" y="17575"/>
                    <a:pt x="122330" y="20163"/>
                    <a:pt x="120382" y="22128"/>
                  </a:cubicBezTo>
                  <a:cubicBezTo>
                    <a:pt x="118316" y="23788"/>
                    <a:pt x="116054" y="23902"/>
                    <a:pt x="113500" y="24059"/>
                  </a:cubicBezTo>
                  <a:cubicBezTo>
                    <a:pt x="113360" y="24067"/>
                    <a:pt x="113360" y="24067"/>
                    <a:pt x="112665" y="24114"/>
                  </a:cubicBezTo>
                  <a:cubicBezTo>
                    <a:pt x="111993" y="24160"/>
                    <a:pt x="111314" y="24203"/>
                    <a:pt x="110642" y="24245"/>
                  </a:cubicBezTo>
                  <a:cubicBezTo>
                    <a:pt x="110654" y="24313"/>
                    <a:pt x="110654" y="24313"/>
                    <a:pt x="110730" y="24656"/>
                  </a:cubicBezTo>
                  <a:cubicBezTo>
                    <a:pt x="111145" y="26761"/>
                    <a:pt x="111111" y="28832"/>
                    <a:pt x="111090" y="30966"/>
                  </a:cubicBezTo>
                  <a:cubicBezTo>
                    <a:pt x="111086" y="31343"/>
                    <a:pt x="111086" y="31720"/>
                    <a:pt x="111086" y="32097"/>
                  </a:cubicBezTo>
                  <a:cubicBezTo>
                    <a:pt x="111082" y="33008"/>
                    <a:pt x="111073" y="33923"/>
                    <a:pt x="111065" y="34833"/>
                  </a:cubicBezTo>
                  <a:cubicBezTo>
                    <a:pt x="111336" y="34880"/>
                    <a:pt x="111607" y="34930"/>
                    <a:pt x="111886" y="34981"/>
                  </a:cubicBezTo>
                  <a:cubicBezTo>
                    <a:pt x="118256" y="36133"/>
                    <a:pt x="124389" y="37603"/>
                    <a:pt x="130495" y="39750"/>
                  </a:cubicBezTo>
                  <a:cubicBezTo>
                    <a:pt x="130927" y="39902"/>
                    <a:pt x="131360" y="40051"/>
                    <a:pt x="131795" y="40199"/>
                  </a:cubicBezTo>
                  <a:cubicBezTo>
                    <a:pt x="135785" y="41584"/>
                    <a:pt x="139524" y="43452"/>
                    <a:pt x="143251" y="45421"/>
                  </a:cubicBezTo>
                  <a:cubicBezTo>
                    <a:pt x="143392" y="45497"/>
                    <a:pt x="143531" y="45569"/>
                    <a:pt x="143679" y="45645"/>
                  </a:cubicBezTo>
                  <a:cubicBezTo>
                    <a:pt x="158608" y="53539"/>
                    <a:pt x="172749" y="65262"/>
                    <a:pt x="181368" y="80572"/>
                  </a:cubicBezTo>
                  <a:cubicBezTo>
                    <a:pt x="181461" y="80737"/>
                    <a:pt x="181554" y="80902"/>
                    <a:pt x="181647" y="81072"/>
                  </a:cubicBezTo>
                  <a:cubicBezTo>
                    <a:pt x="185162" y="87327"/>
                    <a:pt x="187966" y="93680"/>
                    <a:pt x="190261" y="100477"/>
                  </a:cubicBezTo>
                  <a:cubicBezTo>
                    <a:pt x="190295" y="100579"/>
                    <a:pt x="190295" y="100579"/>
                    <a:pt x="190469" y="101087"/>
                  </a:cubicBezTo>
                  <a:cubicBezTo>
                    <a:pt x="192717" y="107685"/>
                    <a:pt x="194259" y="114347"/>
                    <a:pt x="195343" y="121229"/>
                  </a:cubicBezTo>
                  <a:cubicBezTo>
                    <a:pt x="195360" y="121339"/>
                    <a:pt x="195360" y="121339"/>
                    <a:pt x="195449" y="121903"/>
                  </a:cubicBezTo>
                  <a:cubicBezTo>
                    <a:pt x="197529" y="135065"/>
                    <a:pt x="197164" y="148715"/>
                    <a:pt x="195343" y="161886"/>
                  </a:cubicBezTo>
                  <a:cubicBezTo>
                    <a:pt x="195326" y="161996"/>
                    <a:pt x="195326" y="161996"/>
                    <a:pt x="195250" y="162547"/>
                  </a:cubicBezTo>
                  <a:cubicBezTo>
                    <a:pt x="194314" y="169391"/>
                    <a:pt x="192646" y="176023"/>
                    <a:pt x="190685" y="182638"/>
                  </a:cubicBezTo>
                  <a:cubicBezTo>
                    <a:pt x="190625" y="182837"/>
                    <a:pt x="190566" y="183032"/>
                    <a:pt x="190506" y="183235"/>
                  </a:cubicBezTo>
                  <a:cubicBezTo>
                    <a:pt x="185564" y="199816"/>
                    <a:pt x="176349" y="222901"/>
                    <a:pt x="160908" y="232743"/>
                  </a:cubicBezTo>
                  <a:cubicBezTo>
                    <a:pt x="159256" y="233574"/>
                    <a:pt x="157519" y="233624"/>
                    <a:pt x="155707" y="233709"/>
                  </a:cubicBezTo>
                  <a:cubicBezTo>
                    <a:pt x="155389" y="233722"/>
                    <a:pt x="155071" y="233739"/>
                    <a:pt x="154754" y="233756"/>
                  </a:cubicBezTo>
                  <a:cubicBezTo>
                    <a:pt x="151201" y="233933"/>
                    <a:pt x="147643" y="233976"/>
                    <a:pt x="144086" y="234010"/>
                  </a:cubicBezTo>
                  <a:cubicBezTo>
                    <a:pt x="143306" y="234018"/>
                    <a:pt x="142527" y="234027"/>
                    <a:pt x="141744" y="234035"/>
                  </a:cubicBezTo>
                  <a:cubicBezTo>
                    <a:pt x="139182" y="234065"/>
                    <a:pt x="136615" y="234090"/>
                    <a:pt x="134049" y="234115"/>
                  </a:cubicBezTo>
                  <a:cubicBezTo>
                    <a:pt x="133151" y="234124"/>
                    <a:pt x="132249" y="234133"/>
                    <a:pt x="131351" y="234141"/>
                  </a:cubicBezTo>
                  <a:cubicBezTo>
                    <a:pt x="83773" y="234603"/>
                    <a:pt x="83773" y="234603"/>
                    <a:pt x="54420" y="233938"/>
                  </a:cubicBezTo>
                  <a:cubicBezTo>
                    <a:pt x="54188" y="233929"/>
                    <a:pt x="53959" y="233921"/>
                    <a:pt x="53717" y="233912"/>
                  </a:cubicBezTo>
                  <a:cubicBezTo>
                    <a:pt x="49686" y="233764"/>
                    <a:pt x="45649" y="233590"/>
                    <a:pt x="41635" y="233159"/>
                  </a:cubicBezTo>
                  <a:cubicBezTo>
                    <a:pt x="41228" y="233116"/>
                    <a:pt x="40817" y="233078"/>
                    <a:pt x="40411" y="233040"/>
                  </a:cubicBezTo>
                  <a:cubicBezTo>
                    <a:pt x="37874" y="232726"/>
                    <a:pt x="35722" y="231540"/>
                    <a:pt x="33910" y="229741"/>
                  </a:cubicBezTo>
                  <a:cubicBezTo>
                    <a:pt x="33804" y="229639"/>
                    <a:pt x="33698" y="229533"/>
                    <a:pt x="33588" y="229423"/>
                  </a:cubicBezTo>
                  <a:cubicBezTo>
                    <a:pt x="33249" y="229089"/>
                    <a:pt x="32915" y="228746"/>
                    <a:pt x="32584" y="228402"/>
                  </a:cubicBezTo>
                  <a:cubicBezTo>
                    <a:pt x="32466" y="228284"/>
                    <a:pt x="32347" y="228165"/>
                    <a:pt x="32224" y="228043"/>
                  </a:cubicBezTo>
                  <a:cubicBezTo>
                    <a:pt x="26295" y="221995"/>
                    <a:pt x="21746" y="214638"/>
                    <a:pt x="17715" y="207231"/>
                  </a:cubicBezTo>
                  <a:cubicBezTo>
                    <a:pt x="17448" y="206740"/>
                    <a:pt x="17177" y="206253"/>
                    <a:pt x="16906" y="205766"/>
                  </a:cubicBezTo>
                  <a:cubicBezTo>
                    <a:pt x="8732" y="191041"/>
                    <a:pt x="3536" y="174740"/>
                    <a:pt x="1033" y="158100"/>
                  </a:cubicBezTo>
                  <a:cubicBezTo>
                    <a:pt x="1007" y="157939"/>
                    <a:pt x="982" y="157778"/>
                    <a:pt x="957" y="157613"/>
                  </a:cubicBezTo>
                  <a:cubicBezTo>
                    <a:pt x="792" y="156499"/>
                    <a:pt x="651" y="155381"/>
                    <a:pt x="529" y="154263"/>
                  </a:cubicBezTo>
                  <a:cubicBezTo>
                    <a:pt x="516" y="154174"/>
                    <a:pt x="516" y="154174"/>
                    <a:pt x="469" y="153729"/>
                  </a:cubicBezTo>
                  <a:cubicBezTo>
                    <a:pt x="20" y="149600"/>
                    <a:pt x="0" y="145467"/>
                    <a:pt x="0" y="141320"/>
                  </a:cubicBezTo>
                  <a:cubicBezTo>
                    <a:pt x="0" y="141138"/>
                    <a:pt x="0" y="140956"/>
                    <a:pt x="0" y="140770"/>
                  </a:cubicBezTo>
                  <a:cubicBezTo>
                    <a:pt x="-8" y="130656"/>
                    <a:pt x="1092" y="120903"/>
                    <a:pt x="3493" y="111065"/>
                  </a:cubicBezTo>
                  <a:cubicBezTo>
                    <a:pt x="3540" y="110874"/>
                    <a:pt x="3582" y="110688"/>
                    <a:pt x="3633" y="110493"/>
                  </a:cubicBezTo>
                  <a:cubicBezTo>
                    <a:pt x="6458" y="98927"/>
                    <a:pt x="11222" y="87234"/>
                    <a:pt x="18316" y="77608"/>
                  </a:cubicBezTo>
                  <a:cubicBezTo>
                    <a:pt x="18392" y="77497"/>
                    <a:pt x="18392" y="77497"/>
                    <a:pt x="18794" y="76947"/>
                  </a:cubicBezTo>
                  <a:cubicBezTo>
                    <a:pt x="21225" y="73622"/>
                    <a:pt x="23886" y="70569"/>
                    <a:pt x="26702" y="67566"/>
                  </a:cubicBezTo>
                  <a:cubicBezTo>
                    <a:pt x="27375" y="66838"/>
                    <a:pt x="28023" y="66084"/>
                    <a:pt x="28663" y="65326"/>
                  </a:cubicBezTo>
                  <a:cubicBezTo>
                    <a:pt x="31551" y="61972"/>
                    <a:pt x="34790" y="58808"/>
                    <a:pt x="38187" y="55971"/>
                  </a:cubicBezTo>
                  <a:cubicBezTo>
                    <a:pt x="38699" y="55538"/>
                    <a:pt x="39208" y="55090"/>
                    <a:pt x="39712" y="54645"/>
                  </a:cubicBezTo>
                  <a:cubicBezTo>
                    <a:pt x="43341" y="51481"/>
                    <a:pt x="47276" y="48822"/>
                    <a:pt x="51350" y="46268"/>
                  </a:cubicBezTo>
                  <a:cubicBezTo>
                    <a:pt x="51494" y="46179"/>
                    <a:pt x="51638" y="46086"/>
                    <a:pt x="51782" y="45992"/>
                  </a:cubicBezTo>
                  <a:cubicBezTo>
                    <a:pt x="62543" y="39272"/>
                    <a:pt x="74490" y="36235"/>
                    <a:pt x="86924" y="34409"/>
                  </a:cubicBezTo>
                  <a:cubicBezTo>
                    <a:pt x="86908" y="34287"/>
                    <a:pt x="86908" y="34287"/>
                    <a:pt x="86831" y="33677"/>
                  </a:cubicBezTo>
                  <a:cubicBezTo>
                    <a:pt x="86594" y="31682"/>
                    <a:pt x="86434" y="29726"/>
                    <a:pt x="86446" y="27714"/>
                  </a:cubicBezTo>
                  <a:cubicBezTo>
                    <a:pt x="86446" y="27481"/>
                    <a:pt x="86442" y="27252"/>
                    <a:pt x="86442" y="27011"/>
                  </a:cubicBezTo>
                  <a:cubicBezTo>
                    <a:pt x="86446" y="25732"/>
                    <a:pt x="86548" y="24622"/>
                    <a:pt x="86924" y="23398"/>
                  </a:cubicBezTo>
                  <a:cubicBezTo>
                    <a:pt x="86793" y="23407"/>
                    <a:pt x="86662" y="23411"/>
                    <a:pt x="86522" y="23419"/>
                  </a:cubicBezTo>
                  <a:cubicBezTo>
                    <a:pt x="84108" y="23525"/>
                    <a:pt x="81817" y="23542"/>
                    <a:pt x="79484" y="22843"/>
                  </a:cubicBezTo>
                  <a:cubicBezTo>
                    <a:pt x="79399" y="22818"/>
                    <a:pt x="79399" y="22818"/>
                    <a:pt x="78967" y="22691"/>
                  </a:cubicBezTo>
                  <a:cubicBezTo>
                    <a:pt x="77798" y="22306"/>
                    <a:pt x="77117" y="21810"/>
                    <a:pt x="76337" y="20857"/>
                  </a:cubicBezTo>
                  <a:cubicBezTo>
                    <a:pt x="76163" y="20387"/>
                    <a:pt x="76163" y="20387"/>
                    <a:pt x="76125" y="19930"/>
                  </a:cubicBezTo>
                  <a:cubicBezTo>
                    <a:pt x="75989" y="18947"/>
                    <a:pt x="75668" y="18206"/>
                    <a:pt x="75248" y="17312"/>
                  </a:cubicBezTo>
                  <a:cubicBezTo>
                    <a:pt x="74038" y="14386"/>
                    <a:pt x="74007" y="10240"/>
                    <a:pt x="75168" y="7301"/>
                  </a:cubicBezTo>
                  <a:cubicBezTo>
                    <a:pt x="75507" y="6551"/>
                    <a:pt x="75875" y="5869"/>
                    <a:pt x="76337" y="5187"/>
                  </a:cubicBezTo>
                  <a:cubicBezTo>
                    <a:pt x="76392" y="5098"/>
                    <a:pt x="76392" y="5098"/>
                    <a:pt x="76672" y="4645"/>
                  </a:cubicBezTo>
                  <a:cubicBezTo>
                    <a:pt x="77815" y="2985"/>
                    <a:pt x="79052" y="2570"/>
                    <a:pt x="80966" y="2168"/>
                  </a:cubicBezTo>
                  <a:cubicBezTo>
                    <a:pt x="81271" y="2104"/>
                    <a:pt x="81571" y="2037"/>
                    <a:pt x="81872" y="1969"/>
                  </a:cubicBezTo>
                  <a:cubicBezTo>
                    <a:pt x="82685" y="1791"/>
                    <a:pt x="83498" y="1630"/>
                    <a:pt x="84316" y="1473"/>
                  </a:cubicBezTo>
                  <a:cubicBezTo>
                    <a:pt x="84790" y="1380"/>
                    <a:pt x="85265" y="1278"/>
                    <a:pt x="85739" y="1181"/>
                  </a:cubicBezTo>
                  <a:cubicBezTo>
                    <a:pt x="91020" y="84"/>
                    <a:pt x="96297" y="-8"/>
                    <a:pt x="101667" y="0"/>
                  </a:cubicBezTo>
                  <a:close/>
                  <a:moveTo>
                    <a:pt x="80572" y="4764"/>
                  </a:moveTo>
                  <a:cubicBezTo>
                    <a:pt x="80364" y="5081"/>
                    <a:pt x="80161" y="5399"/>
                    <a:pt x="79962" y="5717"/>
                  </a:cubicBezTo>
                  <a:cubicBezTo>
                    <a:pt x="79848" y="5894"/>
                    <a:pt x="79738" y="6072"/>
                    <a:pt x="79619" y="6255"/>
                  </a:cubicBezTo>
                  <a:cubicBezTo>
                    <a:pt x="78840" y="7788"/>
                    <a:pt x="78819" y="9278"/>
                    <a:pt x="78836" y="10964"/>
                  </a:cubicBezTo>
                  <a:cubicBezTo>
                    <a:pt x="78836" y="11188"/>
                    <a:pt x="78836" y="11409"/>
                    <a:pt x="78836" y="11642"/>
                  </a:cubicBezTo>
                  <a:cubicBezTo>
                    <a:pt x="78840" y="12349"/>
                    <a:pt x="78844" y="13056"/>
                    <a:pt x="78848" y="13763"/>
                  </a:cubicBezTo>
                  <a:cubicBezTo>
                    <a:pt x="78853" y="14246"/>
                    <a:pt x="78853" y="14729"/>
                    <a:pt x="78857" y="15207"/>
                  </a:cubicBezTo>
                  <a:cubicBezTo>
                    <a:pt x="78861" y="16385"/>
                    <a:pt x="78870" y="17562"/>
                    <a:pt x="78878" y="18740"/>
                  </a:cubicBezTo>
                  <a:cubicBezTo>
                    <a:pt x="87975" y="18837"/>
                    <a:pt x="97051" y="18782"/>
                    <a:pt x="106140" y="18371"/>
                  </a:cubicBezTo>
                  <a:cubicBezTo>
                    <a:pt x="106774" y="18341"/>
                    <a:pt x="107410" y="18316"/>
                    <a:pt x="108049" y="18286"/>
                  </a:cubicBezTo>
                  <a:cubicBezTo>
                    <a:pt x="109049" y="18244"/>
                    <a:pt x="110052" y="18198"/>
                    <a:pt x="111056" y="18147"/>
                  </a:cubicBezTo>
                  <a:cubicBezTo>
                    <a:pt x="111424" y="18130"/>
                    <a:pt x="111793" y="18113"/>
                    <a:pt x="112162" y="18096"/>
                  </a:cubicBezTo>
                  <a:cubicBezTo>
                    <a:pt x="112670" y="18070"/>
                    <a:pt x="113174" y="18045"/>
                    <a:pt x="113682" y="18020"/>
                  </a:cubicBezTo>
                  <a:cubicBezTo>
                    <a:pt x="113754" y="18015"/>
                    <a:pt x="113754" y="18015"/>
                    <a:pt x="114123" y="17998"/>
                  </a:cubicBezTo>
                  <a:cubicBezTo>
                    <a:pt x="115003" y="17948"/>
                    <a:pt x="115749" y="17783"/>
                    <a:pt x="116571" y="17469"/>
                  </a:cubicBezTo>
                  <a:cubicBezTo>
                    <a:pt x="117274" y="13675"/>
                    <a:pt x="117150" y="10176"/>
                    <a:pt x="116147" y="6458"/>
                  </a:cubicBezTo>
                  <a:cubicBezTo>
                    <a:pt x="106813" y="4912"/>
                    <a:pt x="97428" y="4607"/>
                    <a:pt x="88000" y="5009"/>
                  </a:cubicBezTo>
                  <a:cubicBezTo>
                    <a:pt x="87531" y="5031"/>
                    <a:pt x="87060" y="5048"/>
                    <a:pt x="86594" y="5069"/>
                  </a:cubicBezTo>
                  <a:cubicBezTo>
                    <a:pt x="86018" y="5094"/>
                    <a:pt x="85447" y="5120"/>
                    <a:pt x="84875" y="5149"/>
                  </a:cubicBezTo>
                  <a:cubicBezTo>
                    <a:pt x="83371" y="5213"/>
                    <a:pt x="82029" y="5153"/>
                    <a:pt x="80572" y="4764"/>
                  </a:cubicBezTo>
                  <a:close/>
                  <a:moveTo>
                    <a:pt x="90313" y="23822"/>
                  </a:moveTo>
                  <a:cubicBezTo>
                    <a:pt x="90313" y="26337"/>
                    <a:pt x="90313" y="28853"/>
                    <a:pt x="90313" y="31445"/>
                  </a:cubicBezTo>
                  <a:cubicBezTo>
                    <a:pt x="90241" y="31864"/>
                    <a:pt x="90241" y="31864"/>
                    <a:pt x="89889" y="33986"/>
                  </a:cubicBezTo>
                  <a:cubicBezTo>
                    <a:pt x="90847" y="34354"/>
                    <a:pt x="91638" y="34460"/>
                    <a:pt x="92664" y="34456"/>
                  </a:cubicBezTo>
                  <a:cubicBezTo>
                    <a:pt x="92735" y="34456"/>
                    <a:pt x="92735" y="34456"/>
                    <a:pt x="93104" y="34456"/>
                  </a:cubicBezTo>
                  <a:cubicBezTo>
                    <a:pt x="93578" y="34456"/>
                    <a:pt x="94053" y="34456"/>
                    <a:pt x="94527" y="34452"/>
                  </a:cubicBezTo>
                  <a:cubicBezTo>
                    <a:pt x="94857" y="34452"/>
                    <a:pt x="95187" y="34448"/>
                    <a:pt x="95518" y="34448"/>
                  </a:cubicBezTo>
                  <a:cubicBezTo>
                    <a:pt x="96382" y="34448"/>
                    <a:pt x="97250" y="34444"/>
                    <a:pt x="98118" y="34439"/>
                  </a:cubicBezTo>
                  <a:cubicBezTo>
                    <a:pt x="99160" y="34435"/>
                    <a:pt x="100202" y="34431"/>
                    <a:pt x="101244" y="34431"/>
                  </a:cubicBezTo>
                  <a:cubicBezTo>
                    <a:pt x="102823" y="34426"/>
                    <a:pt x="104403" y="34418"/>
                    <a:pt x="105983" y="34409"/>
                  </a:cubicBezTo>
                  <a:cubicBezTo>
                    <a:pt x="105911" y="32660"/>
                    <a:pt x="105911" y="32660"/>
                    <a:pt x="105559" y="23822"/>
                  </a:cubicBezTo>
                  <a:cubicBezTo>
                    <a:pt x="100528" y="23822"/>
                    <a:pt x="95497" y="23822"/>
                    <a:pt x="90313" y="23822"/>
                  </a:cubicBezTo>
                  <a:close/>
                  <a:moveTo>
                    <a:pt x="83537" y="40339"/>
                  </a:moveTo>
                  <a:cubicBezTo>
                    <a:pt x="83367" y="40364"/>
                    <a:pt x="83198" y="40389"/>
                    <a:pt x="83024" y="40415"/>
                  </a:cubicBezTo>
                  <a:cubicBezTo>
                    <a:pt x="64775" y="43151"/>
                    <a:pt x="49576" y="52248"/>
                    <a:pt x="36527" y="64902"/>
                  </a:cubicBezTo>
                  <a:cubicBezTo>
                    <a:pt x="36387" y="65034"/>
                    <a:pt x="36252" y="65169"/>
                    <a:pt x="36108" y="65304"/>
                  </a:cubicBezTo>
                  <a:cubicBezTo>
                    <a:pt x="32813" y="68490"/>
                    <a:pt x="29616" y="71687"/>
                    <a:pt x="26816" y="75325"/>
                  </a:cubicBezTo>
                  <a:cubicBezTo>
                    <a:pt x="26329" y="75956"/>
                    <a:pt x="25825" y="76579"/>
                    <a:pt x="25325" y="77201"/>
                  </a:cubicBezTo>
                  <a:cubicBezTo>
                    <a:pt x="22755" y="80403"/>
                    <a:pt x="20570" y="83753"/>
                    <a:pt x="18562" y="87331"/>
                  </a:cubicBezTo>
                  <a:cubicBezTo>
                    <a:pt x="18312" y="87780"/>
                    <a:pt x="18053" y="88229"/>
                    <a:pt x="17799" y="88674"/>
                  </a:cubicBezTo>
                  <a:cubicBezTo>
                    <a:pt x="11341" y="99998"/>
                    <a:pt x="8071" y="112255"/>
                    <a:pt x="6034" y="125041"/>
                  </a:cubicBezTo>
                  <a:cubicBezTo>
                    <a:pt x="6005" y="125227"/>
                    <a:pt x="5975" y="125417"/>
                    <a:pt x="5941" y="125608"/>
                  </a:cubicBezTo>
                  <a:cubicBezTo>
                    <a:pt x="2735" y="145915"/>
                    <a:pt x="6496" y="167227"/>
                    <a:pt x="29709" y="218391"/>
                  </a:cubicBezTo>
                  <a:cubicBezTo>
                    <a:pt x="30293" y="219229"/>
                    <a:pt x="30852" y="220085"/>
                    <a:pt x="31415" y="220936"/>
                  </a:cubicBezTo>
                  <a:cubicBezTo>
                    <a:pt x="33732" y="224468"/>
                    <a:pt x="36197" y="227898"/>
                    <a:pt x="38644" y="231342"/>
                  </a:cubicBezTo>
                  <a:cubicBezTo>
                    <a:pt x="38772" y="231312"/>
                    <a:pt x="38899" y="231282"/>
                    <a:pt x="39030" y="231252"/>
                  </a:cubicBezTo>
                  <a:cubicBezTo>
                    <a:pt x="40330" y="230977"/>
                    <a:pt x="41592" y="230829"/>
                    <a:pt x="42918" y="230761"/>
                  </a:cubicBezTo>
                  <a:cubicBezTo>
                    <a:pt x="43019" y="230753"/>
                    <a:pt x="43019" y="230753"/>
                    <a:pt x="43540" y="230723"/>
                  </a:cubicBezTo>
                  <a:cubicBezTo>
                    <a:pt x="44218" y="230685"/>
                    <a:pt x="44896" y="230651"/>
                    <a:pt x="45573" y="230613"/>
                  </a:cubicBezTo>
                  <a:cubicBezTo>
                    <a:pt x="46056" y="230588"/>
                    <a:pt x="46543" y="230558"/>
                    <a:pt x="47030" y="230533"/>
                  </a:cubicBezTo>
                  <a:cubicBezTo>
                    <a:pt x="48055" y="230478"/>
                    <a:pt x="49080" y="230423"/>
                    <a:pt x="50105" y="230368"/>
                  </a:cubicBezTo>
                  <a:cubicBezTo>
                    <a:pt x="51358" y="230300"/>
                    <a:pt x="52612" y="230232"/>
                    <a:pt x="53865" y="230160"/>
                  </a:cubicBezTo>
                  <a:cubicBezTo>
                    <a:pt x="59392" y="229851"/>
                    <a:pt x="64923" y="229597"/>
                    <a:pt x="70454" y="229432"/>
                  </a:cubicBezTo>
                  <a:cubicBezTo>
                    <a:pt x="70603" y="229427"/>
                    <a:pt x="70751" y="229423"/>
                    <a:pt x="70899" y="229419"/>
                  </a:cubicBezTo>
                  <a:cubicBezTo>
                    <a:pt x="78002" y="229203"/>
                    <a:pt x="85100" y="229101"/>
                    <a:pt x="92202" y="229017"/>
                  </a:cubicBezTo>
                  <a:cubicBezTo>
                    <a:pt x="94014" y="228995"/>
                    <a:pt x="95822" y="228974"/>
                    <a:pt x="97635" y="228949"/>
                  </a:cubicBezTo>
                  <a:cubicBezTo>
                    <a:pt x="100876" y="228911"/>
                    <a:pt x="104120" y="228868"/>
                    <a:pt x="107359" y="228830"/>
                  </a:cubicBezTo>
                  <a:cubicBezTo>
                    <a:pt x="110468" y="228792"/>
                    <a:pt x="113576" y="228754"/>
                    <a:pt x="116681" y="228716"/>
                  </a:cubicBezTo>
                  <a:cubicBezTo>
                    <a:pt x="120111" y="228674"/>
                    <a:pt x="123542" y="228631"/>
                    <a:pt x="126976" y="228589"/>
                  </a:cubicBezTo>
                  <a:cubicBezTo>
                    <a:pt x="127158" y="228584"/>
                    <a:pt x="127341" y="228584"/>
                    <a:pt x="127530" y="228580"/>
                  </a:cubicBezTo>
                  <a:cubicBezTo>
                    <a:pt x="127895" y="228576"/>
                    <a:pt x="128264" y="228572"/>
                    <a:pt x="128632" y="228568"/>
                  </a:cubicBezTo>
                  <a:cubicBezTo>
                    <a:pt x="130050" y="228551"/>
                    <a:pt x="131470" y="228534"/>
                    <a:pt x="132888" y="228513"/>
                  </a:cubicBezTo>
                  <a:cubicBezTo>
                    <a:pt x="134239" y="228496"/>
                    <a:pt x="135586" y="228483"/>
                    <a:pt x="136933" y="228466"/>
                  </a:cubicBezTo>
                  <a:cubicBezTo>
                    <a:pt x="137898" y="228453"/>
                    <a:pt x="138869" y="228441"/>
                    <a:pt x="139834" y="228428"/>
                  </a:cubicBezTo>
                  <a:cubicBezTo>
                    <a:pt x="142875" y="228386"/>
                    <a:pt x="145912" y="228369"/>
                    <a:pt x="148952" y="228428"/>
                  </a:cubicBezTo>
                  <a:cubicBezTo>
                    <a:pt x="149388" y="228436"/>
                    <a:pt x="149824" y="228445"/>
                    <a:pt x="150261" y="228453"/>
                  </a:cubicBezTo>
                  <a:cubicBezTo>
                    <a:pt x="150400" y="228453"/>
                    <a:pt x="150540" y="228458"/>
                    <a:pt x="150684" y="228458"/>
                  </a:cubicBezTo>
                  <a:cubicBezTo>
                    <a:pt x="150824" y="228462"/>
                    <a:pt x="150964" y="228462"/>
                    <a:pt x="151107" y="228466"/>
                  </a:cubicBezTo>
                  <a:cubicBezTo>
                    <a:pt x="152162" y="228483"/>
                    <a:pt x="153213" y="228508"/>
                    <a:pt x="154267" y="228546"/>
                  </a:cubicBezTo>
                  <a:cubicBezTo>
                    <a:pt x="156689" y="228606"/>
                    <a:pt x="158409" y="228601"/>
                    <a:pt x="160247" y="226907"/>
                  </a:cubicBezTo>
                  <a:cubicBezTo>
                    <a:pt x="160908" y="226116"/>
                    <a:pt x="161428" y="225281"/>
                    <a:pt x="161924" y="224375"/>
                  </a:cubicBezTo>
                  <a:cubicBezTo>
                    <a:pt x="162445" y="223481"/>
                    <a:pt x="163093" y="222740"/>
                    <a:pt x="163771" y="221961"/>
                  </a:cubicBezTo>
                  <a:cubicBezTo>
                    <a:pt x="164588" y="221021"/>
                    <a:pt x="165351" y="220038"/>
                    <a:pt x="166121" y="219060"/>
                  </a:cubicBezTo>
                  <a:cubicBezTo>
                    <a:pt x="166261" y="218882"/>
                    <a:pt x="166401" y="218704"/>
                    <a:pt x="166544" y="218518"/>
                  </a:cubicBezTo>
                  <a:cubicBezTo>
                    <a:pt x="169310" y="214969"/>
                    <a:pt x="171550" y="211119"/>
                    <a:pt x="173744" y="207202"/>
                  </a:cubicBezTo>
                  <a:cubicBezTo>
                    <a:pt x="173838" y="207032"/>
                    <a:pt x="173931" y="206867"/>
                    <a:pt x="174028" y="206693"/>
                  </a:cubicBezTo>
                  <a:cubicBezTo>
                    <a:pt x="183938" y="189050"/>
                    <a:pt x="189308" y="169192"/>
                    <a:pt x="190765" y="140922"/>
                  </a:cubicBezTo>
                  <a:cubicBezTo>
                    <a:pt x="190761" y="140774"/>
                    <a:pt x="190761" y="140630"/>
                    <a:pt x="190761" y="140477"/>
                  </a:cubicBezTo>
                  <a:cubicBezTo>
                    <a:pt x="190740" y="124596"/>
                    <a:pt x="187987" y="108773"/>
                    <a:pt x="181575" y="94179"/>
                  </a:cubicBezTo>
                  <a:cubicBezTo>
                    <a:pt x="181371" y="93709"/>
                    <a:pt x="181164" y="93235"/>
                    <a:pt x="180961" y="92761"/>
                  </a:cubicBezTo>
                  <a:cubicBezTo>
                    <a:pt x="176900" y="83380"/>
                    <a:pt x="171182" y="75388"/>
                    <a:pt x="164139" y="68028"/>
                  </a:cubicBezTo>
                  <a:cubicBezTo>
                    <a:pt x="163656" y="67528"/>
                    <a:pt x="163186" y="67020"/>
                    <a:pt x="162712" y="66512"/>
                  </a:cubicBezTo>
                  <a:cubicBezTo>
                    <a:pt x="160179" y="63818"/>
                    <a:pt x="157210" y="61612"/>
                    <a:pt x="154263" y="59397"/>
                  </a:cubicBezTo>
                  <a:cubicBezTo>
                    <a:pt x="154199" y="59350"/>
                    <a:pt x="154199" y="59350"/>
                    <a:pt x="153894" y="59121"/>
                  </a:cubicBezTo>
                  <a:cubicBezTo>
                    <a:pt x="138063" y="47199"/>
                    <a:pt x="119467" y="39936"/>
                    <a:pt x="83537" y="40339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56" name="New shape">
              <a:extLst>
                <a:ext uri="{FF2B5EF4-FFF2-40B4-BE49-F238E27FC236}">
                  <a16:creationId xmlns:a16="http://schemas.microsoft.com/office/drawing/2014/main" id="{5A76C969-DFCC-6DA5-AC49-ACBDBD626EA7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490240" y="3003596"/>
              <a:ext cx="149651" cy="147098"/>
            </a:xfrm>
            <a:custGeom>
              <a:avLst/>
              <a:gdLst/>
              <a:ahLst/>
              <a:cxnLst/>
              <a:rect l="l" t="t" r="r" b="b"/>
              <a:pathLst>
                <a:path w="149651" h="147097">
                  <a:moveTo>
                    <a:pt x="73000" y="12"/>
                  </a:moveTo>
                  <a:cubicBezTo>
                    <a:pt x="73173" y="8"/>
                    <a:pt x="73352" y="4"/>
                    <a:pt x="73534" y="0"/>
                  </a:cubicBezTo>
                  <a:cubicBezTo>
                    <a:pt x="85117" y="-215"/>
                    <a:pt x="96882" y="2083"/>
                    <a:pt x="107266" y="7313"/>
                  </a:cubicBezTo>
                  <a:cubicBezTo>
                    <a:pt x="107415" y="7390"/>
                    <a:pt x="107567" y="7466"/>
                    <a:pt x="107723" y="7542"/>
                  </a:cubicBezTo>
                  <a:cubicBezTo>
                    <a:pt x="112497" y="9948"/>
                    <a:pt x="116787" y="12696"/>
                    <a:pt x="120818" y="16207"/>
                  </a:cubicBezTo>
                  <a:cubicBezTo>
                    <a:pt x="120937" y="16309"/>
                    <a:pt x="121056" y="16415"/>
                    <a:pt x="121178" y="16521"/>
                  </a:cubicBezTo>
                  <a:cubicBezTo>
                    <a:pt x="126562" y="21217"/>
                    <a:pt x="130898" y="26372"/>
                    <a:pt x="134985" y="32212"/>
                  </a:cubicBezTo>
                  <a:cubicBezTo>
                    <a:pt x="135391" y="32792"/>
                    <a:pt x="135798" y="33368"/>
                    <a:pt x="136209" y="33944"/>
                  </a:cubicBezTo>
                  <a:cubicBezTo>
                    <a:pt x="144065" y="44849"/>
                    <a:pt x="149121" y="56928"/>
                    <a:pt x="149617" y="70417"/>
                  </a:cubicBezTo>
                  <a:cubicBezTo>
                    <a:pt x="149621" y="70535"/>
                    <a:pt x="149621" y="70535"/>
                    <a:pt x="149651" y="71128"/>
                  </a:cubicBezTo>
                  <a:cubicBezTo>
                    <a:pt x="150545" y="90554"/>
                    <a:pt x="142384" y="111772"/>
                    <a:pt x="129364" y="126083"/>
                  </a:cubicBezTo>
                  <a:cubicBezTo>
                    <a:pt x="129064" y="126409"/>
                    <a:pt x="128759" y="126735"/>
                    <a:pt x="128458" y="127057"/>
                  </a:cubicBezTo>
                  <a:cubicBezTo>
                    <a:pt x="127844" y="127722"/>
                    <a:pt x="127277" y="128403"/>
                    <a:pt x="126722" y="129111"/>
                  </a:cubicBezTo>
                  <a:cubicBezTo>
                    <a:pt x="126041" y="129975"/>
                    <a:pt x="125338" y="130716"/>
                    <a:pt x="124494" y="131428"/>
                  </a:cubicBezTo>
                  <a:cubicBezTo>
                    <a:pt x="124355" y="131546"/>
                    <a:pt x="124215" y="131664"/>
                    <a:pt x="124071" y="131787"/>
                  </a:cubicBezTo>
                  <a:cubicBezTo>
                    <a:pt x="123554" y="132228"/>
                    <a:pt x="123033" y="132660"/>
                    <a:pt x="122512" y="133096"/>
                  </a:cubicBezTo>
                  <a:cubicBezTo>
                    <a:pt x="122288" y="133287"/>
                    <a:pt x="122059" y="133473"/>
                    <a:pt x="121835" y="133663"/>
                  </a:cubicBezTo>
                  <a:cubicBezTo>
                    <a:pt x="118049" y="136852"/>
                    <a:pt x="114182" y="139660"/>
                    <a:pt x="109808" y="141990"/>
                  </a:cubicBezTo>
                  <a:cubicBezTo>
                    <a:pt x="109655" y="142070"/>
                    <a:pt x="109502" y="142151"/>
                    <a:pt x="109349" y="142231"/>
                  </a:cubicBezTo>
                  <a:cubicBezTo>
                    <a:pt x="92100" y="151349"/>
                    <a:pt x="71602" y="152717"/>
                    <a:pt x="52993" y="147097"/>
                  </a:cubicBezTo>
                  <a:cubicBezTo>
                    <a:pt x="44693" y="144510"/>
                    <a:pt x="36803" y="140757"/>
                    <a:pt x="29764" y="135637"/>
                  </a:cubicBezTo>
                  <a:cubicBezTo>
                    <a:pt x="29557" y="135493"/>
                    <a:pt x="29353" y="135345"/>
                    <a:pt x="29146" y="135197"/>
                  </a:cubicBezTo>
                  <a:cubicBezTo>
                    <a:pt x="25846" y="132855"/>
                    <a:pt x="22831" y="130267"/>
                    <a:pt x="19917" y="127472"/>
                  </a:cubicBezTo>
                  <a:cubicBezTo>
                    <a:pt x="19595" y="127163"/>
                    <a:pt x="19274" y="126858"/>
                    <a:pt x="18947" y="126553"/>
                  </a:cubicBezTo>
                  <a:cubicBezTo>
                    <a:pt x="9592" y="117685"/>
                    <a:pt x="3125" y="106245"/>
                    <a:pt x="118" y="93710"/>
                  </a:cubicBezTo>
                  <a:cubicBezTo>
                    <a:pt x="80" y="93553"/>
                    <a:pt x="37" y="93396"/>
                    <a:pt x="0" y="93235"/>
                  </a:cubicBezTo>
                  <a:cubicBezTo>
                    <a:pt x="-2540" y="82825"/>
                    <a:pt x="-2202" y="69858"/>
                    <a:pt x="406" y="59520"/>
                  </a:cubicBezTo>
                  <a:cubicBezTo>
                    <a:pt x="541" y="58969"/>
                    <a:pt x="677" y="58414"/>
                    <a:pt x="809" y="57864"/>
                  </a:cubicBezTo>
                  <a:cubicBezTo>
                    <a:pt x="3960" y="44832"/>
                    <a:pt x="10286" y="33287"/>
                    <a:pt x="19253" y="23381"/>
                  </a:cubicBezTo>
                  <a:cubicBezTo>
                    <a:pt x="19303" y="23326"/>
                    <a:pt x="19303" y="23326"/>
                    <a:pt x="19553" y="23047"/>
                  </a:cubicBezTo>
                  <a:cubicBezTo>
                    <a:pt x="19829" y="22746"/>
                    <a:pt x="20104" y="22445"/>
                    <a:pt x="20383" y="22149"/>
                  </a:cubicBezTo>
                  <a:cubicBezTo>
                    <a:pt x="20463" y="22064"/>
                    <a:pt x="20463" y="22064"/>
                    <a:pt x="20857" y="21641"/>
                  </a:cubicBezTo>
                  <a:cubicBezTo>
                    <a:pt x="21294" y="21289"/>
                    <a:pt x="21294" y="21289"/>
                    <a:pt x="22141" y="21289"/>
                  </a:cubicBezTo>
                  <a:cubicBezTo>
                    <a:pt x="22187" y="21099"/>
                    <a:pt x="22230" y="20913"/>
                    <a:pt x="22280" y="20718"/>
                  </a:cubicBezTo>
                  <a:cubicBezTo>
                    <a:pt x="22624" y="19871"/>
                    <a:pt x="22992" y="19566"/>
                    <a:pt x="23707" y="19011"/>
                  </a:cubicBezTo>
                  <a:cubicBezTo>
                    <a:pt x="23822" y="18918"/>
                    <a:pt x="23941" y="18825"/>
                    <a:pt x="24059" y="18731"/>
                  </a:cubicBezTo>
                  <a:cubicBezTo>
                    <a:pt x="24441" y="18435"/>
                    <a:pt x="24826" y="18143"/>
                    <a:pt x="25211" y="17846"/>
                  </a:cubicBezTo>
                  <a:cubicBezTo>
                    <a:pt x="25478" y="17639"/>
                    <a:pt x="25749" y="17431"/>
                    <a:pt x="26020" y="17224"/>
                  </a:cubicBezTo>
                  <a:cubicBezTo>
                    <a:pt x="26837" y="16597"/>
                    <a:pt x="27663" y="15979"/>
                    <a:pt x="28493" y="15360"/>
                  </a:cubicBezTo>
                  <a:cubicBezTo>
                    <a:pt x="28612" y="15271"/>
                    <a:pt x="28730" y="15182"/>
                    <a:pt x="28854" y="15089"/>
                  </a:cubicBezTo>
                  <a:cubicBezTo>
                    <a:pt x="36955" y="9012"/>
                    <a:pt x="46137" y="5158"/>
                    <a:pt x="56022" y="3078"/>
                  </a:cubicBezTo>
                  <a:cubicBezTo>
                    <a:pt x="56242" y="3028"/>
                    <a:pt x="56462" y="2977"/>
                    <a:pt x="56691" y="2926"/>
                  </a:cubicBezTo>
                  <a:cubicBezTo>
                    <a:pt x="59956" y="2210"/>
                    <a:pt x="63196" y="2155"/>
                    <a:pt x="66529" y="2151"/>
                  </a:cubicBezTo>
                  <a:cubicBezTo>
                    <a:pt x="66737" y="2151"/>
                    <a:pt x="66948" y="2151"/>
                    <a:pt x="67164" y="2151"/>
                  </a:cubicBezTo>
                  <a:cubicBezTo>
                    <a:pt x="69692" y="2151"/>
                    <a:pt x="72153" y="2261"/>
                    <a:pt x="74656" y="2655"/>
                  </a:cubicBezTo>
                  <a:cubicBezTo>
                    <a:pt x="74656" y="3074"/>
                    <a:pt x="74656" y="3493"/>
                    <a:pt x="74656" y="3926"/>
                  </a:cubicBezTo>
                  <a:cubicBezTo>
                    <a:pt x="74516" y="3934"/>
                    <a:pt x="74516" y="3934"/>
                    <a:pt x="73817" y="3976"/>
                  </a:cubicBezTo>
                  <a:cubicBezTo>
                    <a:pt x="61993" y="4713"/>
                    <a:pt x="51206" y="6827"/>
                    <a:pt x="40750" y="12599"/>
                  </a:cubicBezTo>
                  <a:cubicBezTo>
                    <a:pt x="40351" y="12819"/>
                    <a:pt x="39954" y="13035"/>
                    <a:pt x="39551" y="13251"/>
                  </a:cubicBezTo>
                  <a:cubicBezTo>
                    <a:pt x="23949" y="21764"/>
                    <a:pt x="12425" y="36853"/>
                    <a:pt x="7089" y="54319"/>
                  </a:cubicBezTo>
                  <a:cubicBezTo>
                    <a:pt x="5912" y="58359"/>
                    <a:pt x="4950" y="62438"/>
                    <a:pt x="4353" y="66605"/>
                  </a:cubicBezTo>
                  <a:cubicBezTo>
                    <a:pt x="4311" y="66876"/>
                    <a:pt x="4273" y="67147"/>
                    <a:pt x="4230" y="67431"/>
                  </a:cubicBezTo>
                  <a:cubicBezTo>
                    <a:pt x="3828" y="70434"/>
                    <a:pt x="3824" y="73453"/>
                    <a:pt x="3824" y="76477"/>
                  </a:cubicBezTo>
                  <a:cubicBezTo>
                    <a:pt x="3824" y="76549"/>
                    <a:pt x="3824" y="76549"/>
                    <a:pt x="3819" y="76901"/>
                  </a:cubicBezTo>
                  <a:cubicBezTo>
                    <a:pt x="3819" y="81885"/>
                    <a:pt x="4112" y="86713"/>
                    <a:pt x="5200" y="91592"/>
                  </a:cubicBezTo>
                  <a:cubicBezTo>
                    <a:pt x="5234" y="91753"/>
                    <a:pt x="5272" y="91914"/>
                    <a:pt x="5306" y="92083"/>
                  </a:cubicBezTo>
                  <a:cubicBezTo>
                    <a:pt x="6403" y="96949"/>
                    <a:pt x="8050" y="101527"/>
                    <a:pt x="10283" y="105991"/>
                  </a:cubicBezTo>
                  <a:cubicBezTo>
                    <a:pt x="10346" y="106118"/>
                    <a:pt x="10405" y="106245"/>
                    <a:pt x="10473" y="106372"/>
                  </a:cubicBezTo>
                  <a:cubicBezTo>
                    <a:pt x="14594" y="114542"/>
                    <a:pt x="20705" y="122017"/>
                    <a:pt x="27951" y="127586"/>
                  </a:cubicBezTo>
                  <a:cubicBezTo>
                    <a:pt x="28464" y="127993"/>
                    <a:pt x="28959" y="128408"/>
                    <a:pt x="29454" y="128835"/>
                  </a:cubicBezTo>
                  <a:cubicBezTo>
                    <a:pt x="39911" y="137767"/>
                    <a:pt x="53519" y="142845"/>
                    <a:pt x="67033" y="144531"/>
                  </a:cubicBezTo>
                  <a:cubicBezTo>
                    <a:pt x="67253" y="144560"/>
                    <a:pt x="67473" y="144590"/>
                    <a:pt x="67702" y="144620"/>
                  </a:cubicBezTo>
                  <a:cubicBezTo>
                    <a:pt x="69032" y="144789"/>
                    <a:pt x="70353" y="144899"/>
                    <a:pt x="71691" y="144954"/>
                  </a:cubicBezTo>
                  <a:cubicBezTo>
                    <a:pt x="71801" y="144958"/>
                    <a:pt x="71801" y="144958"/>
                    <a:pt x="72365" y="144980"/>
                  </a:cubicBezTo>
                  <a:cubicBezTo>
                    <a:pt x="89771" y="145581"/>
                    <a:pt x="106923" y="139631"/>
                    <a:pt x="119971" y="128014"/>
                  </a:cubicBezTo>
                  <a:cubicBezTo>
                    <a:pt x="120412" y="127561"/>
                    <a:pt x="120848" y="127103"/>
                    <a:pt x="121276" y="126633"/>
                  </a:cubicBezTo>
                  <a:cubicBezTo>
                    <a:pt x="121666" y="126320"/>
                    <a:pt x="121666" y="126320"/>
                    <a:pt x="122512" y="126320"/>
                  </a:cubicBezTo>
                  <a:cubicBezTo>
                    <a:pt x="122567" y="126193"/>
                    <a:pt x="122567" y="126193"/>
                    <a:pt x="122851" y="125553"/>
                  </a:cubicBezTo>
                  <a:cubicBezTo>
                    <a:pt x="123317" y="124626"/>
                    <a:pt x="123893" y="124041"/>
                    <a:pt x="124655" y="123355"/>
                  </a:cubicBezTo>
                  <a:cubicBezTo>
                    <a:pt x="128437" y="119726"/>
                    <a:pt x="131143" y="115143"/>
                    <a:pt x="133718" y="110625"/>
                  </a:cubicBezTo>
                  <a:cubicBezTo>
                    <a:pt x="133939" y="110235"/>
                    <a:pt x="134163" y="109854"/>
                    <a:pt x="134387" y="109468"/>
                  </a:cubicBezTo>
                  <a:cubicBezTo>
                    <a:pt x="143261" y="94209"/>
                    <a:pt x="146432" y="75715"/>
                    <a:pt x="141888" y="52917"/>
                  </a:cubicBezTo>
                  <a:cubicBezTo>
                    <a:pt x="140393" y="47466"/>
                    <a:pt x="137877" y="42346"/>
                    <a:pt x="135218" y="37383"/>
                  </a:cubicBezTo>
                  <a:cubicBezTo>
                    <a:pt x="135125" y="37205"/>
                    <a:pt x="135032" y="37027"/>
                    <a:pt x="134934" y="36845"/>
                  </a:cubicBezTo>
                  <a:cubicBezTo>
                    <a:pt x="133409" y="33944"/>
                    <a:pt x="131063" y="31632"/>
                    <a:pt x="128806" y="29290"/>
                  </a:cubicBezTo>
                  <a:cubicBezTo>
                    <a:pt x="128425" y="28896"/>
                    <a:pt x="128039" y="28493"/>
                    <a:pt x="127658" y="28095"/>
                  </a:cubicBezTo>
                  <a:cubicBezTo>
                    <a:pt x="124028" y="24313"/>
                    <a:pt x="120315" y="20819"/>
                    <a:pt x="116079" y="17727"/>
                  </a:cubicBezTo>
                  <a:cubicBezTo>
                    <a:pt x="115745" y="17486"/>
                    <a:pt x="115414" y="17236"/>
                    <a:pt x="115089" y="16986"/>
                  </a:cubicBezTo>
                  <a:cubicBezTo>
                    <a:pt x="101955" y="7064"/>
                    <a:pt x="86721" y="4116"/>
                    <a:pt x="70844" y="1808"/>
                  </a:cubicBezTo>
                  <a:cubicBezTo>
                    <a:pt x="70704" y="1389"/>
                    <a:pt x="70565" y="969"/>
                    <a:pt x="70421" y="537"/>
                  </a:cubicBezTo>
                  <a:cubicBezTo>
                    <a:pt x="71225" y="8"/>
                    <a:pt x="72068" y="29"/>
                    <a:pt x="73000" y="12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57" name="New shape">
              <a:extLst>
                <a:ext uri="{FF2B5EF4-FFF2-40B4-BE49-F238E27FC236}">
                  <a16:creationId xmlns:a16="http://schemas.microsoft.com/office/drawing/2014/main" id="{EB1B3816-F99B-831E-BE9D-4A76F9317E85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561786" y="3015991"/>
              <a:ext cx="4485" cy="16517"/>
            </a:xfrm>
            <a:custGeom>
              <a:avLst/>
              <a:gdLst/>
              <a:ahLst/>
              <a:cxnLst/>
              <a:rect l="l" t="t" r="r" b="b"/>
              <a:pathLst>
                <a:path w="4484" h="16516">
                  <a:moveTo>
                    <a:pt x="1414" y="0"/>
                  </a:moveTo>
                  <a:cubicBezTo>
                    <a:pt x="2499" y="34"/>
                    <a:pt x="2499" y="34"/>
                    <a:pt x="3109" y="423"/>
                  </a:cubicBezTo>
                  <a:cubicBezTo>
                    <a:pt x="4658" y="3100"/>
                    <a:pt x="4459" y="6860"/>
                    <a:pt x="4459" y="9859"/>
                  </a:cubicBezTo>
                  <a:cubicBezTo>
                    <a:pt x="4459" y="10460"/>
                    <a:pt x="4467" y="11057"/>
                    <a:pt x="4472" y="11659"/>
                  </a:cubicBezTo>
                  <a:cubicBezTo>
                    <a:pt x="4476" y="12044"/>
                    <a:pt x="4476" y="12430"/>
                    <a:pt x="4476" y="12815"/>
                  </a:cubicBezTo>
                  <a:cubicBezTo>
                    <a:pt x="4481" y="12993"/>
                    <a:pt x="4481" y="13171"/>
                    <a:pt x="4484" y="13349"/>
                  </a:cubicBezTo>
                  <a:cubicBezTo>
                    <a:pt x="4476" y="14619"/>
                    <a:pt x="4167" y="15419"/>
                    <a:pt x="3532" y="16516"/>
                  </a:cubicBezTo>
                  <a:cubicBezTo>
                    <a:pt x="2833" y="16516"/>
                    <a:pt x="2134" y="16516"/>
                    <a:pt x="1414" y="16516"/>
                  </a:cubicBezTo>
                  <a:cubicBezTo>
                    <a:pt x="-25" y="14428"/>
                    <a:pt x="-41" y="12493"/>
                    <a:pt x="0" y="10037"/>
                  </a:cubicBezTo>
                  <a:cubicBezTo>
                    <a:pt x="13" y="9431"/>
                    <a:pt x="8" y="8826"/>
                    <a:pt x="8" y="8220"/>
                  </a:cubicBezTo>
                  <a:cubicBezTo>
                    <a:pt x="29" y="1384"/>
                    <a:pt x="29" y="1384"/>
                    <a:pt x="1414" y="0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58" name="New shape">
              <a:extLst>
                <a:ext uri="{FF2B5EF4-FFF2-40B4-BE49-F238E27FC236}">
                  <a16:creationId xmlns:a16="http://schemas.microsoft.com/office/drawing/2014/main" id="{DE387387-E7DB-CA0B-65A1-35DE3446711A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554602" y="3043362"/>
              <a:ext cx="44596" cy="44879"/>
            </a:xfrm>
            <a:custGeom>
              <a:avLst/>
              <a:gdLst/>
              <a:ahLst/>
              <a:cxnLst/>
              <a:rect l="l" t="t" r="r" b="b"/>
              <a:pathLst>
                <a:path w="44595" h="44879">
                  <a:moveTo>
                    <a:pt x="43308" y="0"/>
                  </a:moveTo>
                  <a:cubicBezTo>
                    <a:pt x="43922" y="215"/>
                    <a:pt x="44193" y="495"/>
                    <a:pt x="44595" y="1003"/>
                  </a:cubicBezTo>
                  <a:cubicBezTo>
                    <a:pt x="44870" y="3527"/>
                    <a:pt x="43376" y="5458"/>
                    <a:pt x="42008" y="7402"/>
                  </a:cubicBezTo>
                  <a:cubicBezTo>
                    <a:pt x="41788" y="7728"/>
                    <a:pt x="41568" y="8054"/>
                    <a:pt x="41343" y="8377"/>
                  </a:cubicBezTo>
                  <a:cubicBezTo>
                    <a:pt x="40754" y="9240"/>
                    <a:pt x="40161" y="10100"/>
                    <a:pt x="39564" y="10955"/>
                  </a:cubicBezTo>
                  <a:cubicBezTo>
                    <a:pt x="38950" y="11845"/>
                    <a:pt x="38336" y="12739"/>
                    <a:pt x="37726" y="13628"/>
                  </a:cubicBezTo>
                  <a:cubicBezTo>
                    <a:pt x="36773" y="15021"/>
                    <a:pt x="35816" y="16411"/>
                    <a:pt x="34855" y="17800"/>
                  </a:cubicBezTo>
                  <a:cubicBezTo>
                    <a:pt x="33846" y="19261"/>
                    <a:pt x="32843" y="20722"/>
                    <a:pt x="31852" y="22191"/>
                  </a:cubicBezTo>
                  <a:cubicBezTo>
                    <a:pt x="29781" y="25253"/>
                    <a:pt x="27676" y="28286"/>
                    <a:pt x="25524" y="31288"/>
                  </a:cubicBezTo>
                  <a:cubicBezTo>
                    <a:pt x="25292" y="31610"/>
                    <a:pt x="25063" y="31936"/>
                    <a:pt x="24834" y="32258"/>
                  </a:cubicBezTo>
                  <a:cubicBezTo>
                    <a:pt x="23517" y="34105"/>
                    <a:pt x="22137" y="35837"/>
                    <a:pt x="20625" y="37527"/>
                  </a:cubicBezTo>
                  <a:cubicBezTo>
                    <a:pt x="19744" y="38518"/>
                    <a:pt x="19024" y="39530"/>
                    <a:pt x="18367" y="40682"/>
                  </a:cubicBezTo>
                  <a:cubicBezTo>
                    <a:pt x="17080" y="42753"/>
                    <a:pt x="15242" y="44218"/>
                    <a:pt x="12866" y="44879"/>
                  </a:cubicBezTo>
                  <a:cubicBezTo>
                    <a:pt x="9694" y="45573"/>
                    <a:pt x="6810" y="45209"/>
                    <a:pt x="4010" y="43566"/>
                  </a:cubicBezTo>
                  <a:cubicBezTo>
                    <a:pt x="2122" y="42333"/>
                    <a:pt x="559" y="40406"/>
                    <a:pt x="0" y="38191"/>
                  </a:cubicBezTo>
                  <a:cubicBezTo>
                    <a:pt x="-605" y="34714"/>
                    <a:pt x="-224" y="31369"/>
                    <a:pt x="1796" y="28400"/>
                  </a:cubicBezTo>
                  <a:cubicBezTo>
                    <a:pt x="2858" y="27240"/>
                    <a:pt x="4074" y="26820"/>
                    <a:pt x="5526" y="26282"/>
                  </a:cubicBezTo>
                  <a:cubicBezTo>
                    <a:pt x="7331" y="25609"/>
                    <a:pt x="8584" y="24940"/>
                    <a:pt x="9868" y="23504"/>
                  </a:cubicBezTo>
                  <a:cubicBezTo>
                    <a:pt x="11701" y="21471"/>
                    <a:pt x="13789" y="19883"/>
                    <a:pt x="15983" y="18261"/>
                  </a:cubicBezTo>
                  <a:cubicBezTo>
                    <a:pt x="16169" y="18126"/>
                    <a:pt x="16351" y="17990"/>
                    <a:pt x="16542" y="17846"/>
                  </a:cubicBezTo>
                  <a:cubicBezTo>
                    <a:pt x="17668" y="17016"/>
                    <a:pt x="18795" y="16190"/>
                    <a:pt x="19926" y="15369"/>
                  </a:cubicBezTo>
                  <a:cubicBezTo>
                    <a:pt x="20425" y="15004"/>
                    <a:pt x="20921" y="14636"/>
                    <a:pt x="21417" y="14271"/>
                  </a:cubicBezTo>
                  <a:cubicBezTo>
                    <a:pt x="25880" y="10981"/>
                    <a:pt x="30437" y="7843"/>
                    <a:pt x="35028" y="4738"/>
                  </a:cubicBezTo>
                  <a:cubicBezTo>
                    <a:pt x="35249" y="4595"/>
                    <a:pt x="35465" y="4446"/>
                    <a:pt x="35689" y="4294"/>
                  </a:cubicBezTo>
                  <a:cubicBezTo>
                    <a:pt x="36113" y="4010"/>
                    <a:pt x="36531" y="3726"/>
                    <a:pt x="36955" y="3442"/>
                  </a:cubicBezTo>
                  <a:cubicBezTo>
                    <a:pt x="37844" y="2841"/>
                    <a:pt x="38730" y="2235"/>
                    <a:pt x="39598" y="1600"/>
                  </a:cubicBezTo>
                  <a:cubicBezTo>
                    <a:pt x="39734" y="1499"/>
                    <a:pt x="39869" y="1397"/>
                    <a:pt x="40009" y="1295"/>
                  </a:cubicBezTo>
                  <a:cubicBezTo>
                    <a:pt x="40356" y="1041"/>
                    <a:pt x="40699" y="779"/>
                    <a:pt x="41042" y="520"/>
                  </a:cubicBezTo>
                  <a:cubicBezTo>
                    <a:pt x="41805" y="50"/>
                    <a:pt x="42427" y="-50"/>
                    <a:pt x="43308" y="0"/>
                  </a:cubicBezTo>
                  <a:close/>
                  <a:moveTo>
                    <a:pt x="33318" y="10252"/>
                  </a:moveTo>
                  <a:cubicBezTo>
                    <a:pt x="33084" y="10430"/>
                    <a:pt x="32852" y="10608"/>
                    <a:pt x="32615" y="10786"/>
                  </a:cubicBezTo>
                  <a:cubicBezTo>
                    <a:pt x="32491" y="10884"/>
                    <a:pt x="32364" y="10977"/>
                    <a:pt x="32233" y="11078"/>
                  </a:cubicBezTo>
                  <a:cubicBezTo>
                    <a:pt x="29230" y="13365"/>
                    <a:pt x="26117" y="15487"/>
                    <a:pt x="22971" y="17575"/>
                  </a:cubicBezTo>
                  <a:cubicBezTo>
                    <a:pt x="22751" y="17719"/>
                    <a:pt x="22531" y="17867"/>
                    <a:pt x="22302" y="18015"/>
                  </a:cubicBezTo>
                  <a:cubicBezTo>
                    <a:pt x="18457" y="20565"/>
                    <a:pt x="14598" y="23093"/>
                    <a:pt x="10685" y="25533"/>
                  </a:cubicBezTo>
                  <a:cubicBezTo>
                    <a:pt x="4209" y="29573"/>
                    <a:pt x="4209" y="29573"/>
                    <a:pt x="3515" y="32343"/>
                  </a:cubicBezTo>
                  <a:cubicBezTo>
                    <a:pt x="3219" y="34609"/>
                    <a:pt x="3138" y="37061"/>
                    <a:pt x="4374" y="39060"/>
                  </a:cubicBezTo>
                  <a:cubicBezTo>
                    <a:pt x="5598" y="40500"/>
                    <a:pt x="7183" y="41076"/>
                    <a:pt x="9042" y="41262"/>
                  </a:cubicBezTo>
                  <a:cubicBezTo>
                    <a:pt x="10016" y="41232"/>
                    <a:pt x="10867" y="41084"/>
                    <a:pt x="11803" y="40813"/>
                  </a:cubicBezTo>
                  <a:cubicBezTo>
                    <a:pt x="11951" y="40775"/>
                    <a:pt x="12100" y="40741"/>
                    <a:pt x="12252" y="40699"/>
                  </a:cubicBezTo>
                  <a:cubicBezTo>
                    <a:pt x="15081" y="39746"/>
                    <a:pt x="17126" y="35833"/>
                    <a:pt x="18791" y="33508"/>
                  </a:cubicBezTo>
                  <a:cubicBezTo>
                    <a:pt x="18905" y="33347"/>
                    <a:pt x="19024" y="33181"/>
                    <a:pt x="19146" y="33012"/>
                  </a:cubicBezTo>
                  <a:cubicBezTo>
                    <a:pt x="21163" y="30204"/>
                    <a:pt x="23128" y="27362"/>
                    <a:pt x="25067" y="24504"/>
                  </a:cubicBezTo>
                  <a:cubicBezTo>
                    <a:pt x="26380" y="22573"/>
                    <a:pt x="27706" y="20650"/>
                    <a:pt x="29040" y="18731"/>
                  </a:cubicBezTo>
                  <a:cubicBezTo>
                    <a:pt x="29192" y="18515"/>
                    <a:pt x="29349" y="18295"/>
                    <a:pt x="29505" y="18066"/>
                  </a:cubicBezTo>
                  <a:cubicBezTo>
                    <a:pt x="30260" y="16986"/>
                    <a:pt x="31013" y="15911"/>
                    <a:pt x="31767" y="14831"/>
                  </a:cubicBezTo>
                  <a:cubicBezTo>
                    <a:pt x="32043" y="14437"/>
                    <a:pt x="32322" y="14043"/>
                    <a:pt x="32598" y="13645"/>
                  </a:cubicBezTo>
                  <a:cubicBezTo>
                    <a:pt x="32720" y="13471"/>
                    <a:pt x="32843" y="13293"/>
                    <a:pt x="32974" y="13111"/>
                  </a:cubicBezTo>
                  <a:cubicBezTo>
                    <a:pt x="33796" y="11930"/>
                    <a:pt x="34554" y="10718"/>
                    <a:pt x="35278" y="9473"/>
                  </a:cubicBezTo>
                  <a:cubicBezTo>
                    <a:pt x="34274" y="9473"/>
                    <a:pt x="34092" y="9656"/>
                    <a:pt x="33318" y="10252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59" name="New shape">
              <a:extLst>
                <a:ext uri="{FF2B5EF4-FFF2-40B4-BE49-F238E27FC236}">
                  <a16:creationId xmlns:a16="http://schemas.microsoft.com/office/drawing/2014/main" id="{8613129B-F3D6-A588-47B2-75A9D32CFBCF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610211" y="3075997"/>
              <a:ext cx="16517" cy="5294"/>
            </a:xfrm>
            <a:custGeom>
              <a:avLst/>
              <a:gdLst/>
              <a:ahLst/>
              <a:cxnLst/>
              <a:rect l="l" t="t" r="r" b="b"/>
              <a:pathLst>
                <a:path w="16516" h="5293">
                  <a:moveTo>
                    <a:pt x="9558" y="97"/>
                  </a:moveTo>
                  <a:cubicBezTo>
                    <a:pt x="10290" y="63"/>
                    <a:pt x="11019" y="42"/>
                    <a:pt x="11751" y="25"/>
                  </a:cubicBezTo>
                  <a:cubicBezTo>
                    <a:pt x="11980" y="17"/>
                    <a:pt x="12213" y="8"/>
                    <a:pt x="12451" y="0"/>
                  </a:cubicBezTo>
                  <a:cubicBezTo>
                    <a:pt x="14026" y="-12"/>
                    <a:pt x="15347" y="271"/>
                    <a:pt x="16516" y="1401"/>
                  </a:cubicBezTo>
                  <a:cubicBezTo>
                    <a:pt x="16757" y="2176"/>
                    <a:pt x="16749" y="2744"/>
                    <a:pt x="16516" y="3519"/>
                  </a:cubicBezTo>
                  <a:cubicBezTo>
                    <a:pt x="16003" y="4412"/>
                    <a:pt x="15453" y="4726"/>
                    <a:pt x="14475" y="5031"/>
                  </a:cubicBezTo>
                  <a:cubicBezTo>
                    <a:pt x="13505" y="5251"/>
                    <a:pt x="12561" y="5293"/>
                    <a:pt x="11565" y="5293"/>
                  </a:cubicBezTo>
                  <a:cubicBezTo>
                    <a:pt x="11468" y="5293"/>
                    <a:pt x="11468" y="5293"/>
                    <a:pt x="10981" y="5293"/>
                  </a:cubicBezTo>
                  <a:cubicBezTo>
                    <a:pt x="9011" y="5260"/>
                    <a:pt x="7063" y="5060"/>
                    <a:pt x="5107" y="4845"/>
                  </a:cubicBezTo>
                  <a:cubicBezTo>
                    <a:pt x="4950" y="4828"/>
                    <a:pt x="4793" y="4811"/>
                    <a:pt x="4633" y="4794"/>
                  </a:cubicBezTo>
                  <a:cubicBezTo>
                    <a:pt x="2951" y="4612"/>
                    <a:pt x="1460" y="4429"/>
                    <a:pt x="0" y="3519"/>
                  </a:cubicBezTo>
                  <a:cubicBezTo>
                    <a:pt x="0" y="2960"/>
                    <a:pt x="0" y="2401"/>
                    <a:pt x="0" y="1825"/>
                  </a:cubicBezTo>
                  <a:cubicBezTo>
                    <a:pt x="3192" y="961"/>
                    <a:pt x="6254" y="271"/>
                    <a:pt x="9558" y="97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60" name="New shape">
              <a:extLst>
                <a:ext uri="{FF2B5EF4-FFF2-40B4-BE49-F238E27FC236}">
                  <a16:creationId xmlns:a16="http://schemas.microsoft.com/office/drawing/2014/main" id="{48AF5FC2-F13C-0BB5-478D-DAB0D40A2D03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7501369" y="3076541"/>
              <a:ext cx="16941" cy="4341"/>
            </a:xfrm>
            <a:custGeom>
              <a:avLst/>
              <a:gdLst/>
              <a:ahLst/>
              <a:cxnLst/>
              <a:rect l="l" t="t" r="r" b="b"/>
              <a:pathLst>
                <a:path w="16940" h="4340">
                  <a:moveTo>
                    <a:pt x="16093" y="436"/>
                  </a:moveTo>
                  <a:cubicBezTo>
                    <a:pt x="16533" y="1109"/>
                    <a:pt x="16767" y="1770"/>
                    <a:pt x="16940" y="2553"/>
                  </a:cubicBezTo>
                  <a:cubicBezTo>
                    <a:pt x="16017" y="3565"/>
                    <a:pt x="15369" y="4158"/>
                    <a:pt x="13937" y="4290"/>
                  </a:cubicBezTo>
                  <a:cubicBezTo>
                    <a:pt x="13391" y="4311"/>
                    <a:pt x="12841" y="4315"/>
                    <a:pt x="12294" y="4319"/>
                  </a:cubicBezTo>
                  <a:cubicBezTo>
                    <a:pt x="12087" y="4319"/>
                    <a:pt x="11883" y="4319"/>
                    <a:pt x="11676" y="4323"/>
                  </a:cubicBezTo>
                  <a:cubicBezTo>
                    <a:pt x="11240" y="4323"/>
                    <a:pt x="10807" y="4328"/>
                    <a:pt x="10376" y="4328"/>
                  </a:cubicBezTo>
                  <a:cubicBezTo>
                    <a:pt x="9728" y="4328"/>
                    <a:pt x="9080" y="4336"/>
                    <a:pt x="8432" y="4340"/>
                  </a:cubicBezTo>
                  <a:cubicBezTo>
                    <a:pt x="5662" y="4357"/>
                    <a:pt x="3112" y="4057"/>
                    <a:pt x="424" y="3400"/>
                  </a:cubicBezTo>
                  <a:cubicBezTo>
                    <a:pt x="283" y="2841"/>
                    <a:pt x="144" y="2282"/>
                    <a:pt x="0" y="1706"/>
                  </a:cubicBezTo>
                  <a:cubicBezTo>
                    <a:pt x="1072" y="859"/>
                    <a:pt x="1990" y="664"/>
                    <a:pt x="3329" y="499"/>
                  </a:cubicBezTo>
                  <a:cubicBezTo>
                    <a:pt x="3528" y="470"/>
                    <a:pt x="3723" y="444"/>
                    <a:pt x="3930" y="418"/>
                  </a:cubicBezTo>
                  <a:cubicBezTo>
                    <a:pt x="4345" y="359"/>
                    <a:pt x="4764" y="304"/>
                    <a:pt x="5184" y="253"/>
                  </a:cubicBezTo>
                  <a:cubicBezTo>
                    <a:pt x="5815" y="173"/>
                    <a:pt x="6446" y="84"/>
                    <a:pt x="7077" y="0"/>
                  </a:cubicBezTo>
                  <a:cubicBezTo>
                    <a:pt x="13954" y="-923"/>
                    <a:pt x="13954" y="-923"/>
                    <a:pt x="16093" y="436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  <p:sp>
          <p:nvSpPr>
            <p:cNvPr id="61" name="New shape">
              <a:extLst>
                <a:ext uri="{FF2B5EF4-FFF2-40B4-BE49-F238E27FC236}">
                  <a16:creationId xmlns:a16="http://schemas.microsoft.com/office/drawing/2014/main" id="{5F94C801-6AF5-BB03-30AE-F237E830FFFA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7561813" y="3124792"/>
              <a:ext cx="4460" cy="16983"/>
            </a:xfrm>
            <a:custGeom>
              <a:avLst/>
              <a:gdLst/>
              <a:ahLst/>
              <a:cxnLst/>
              <a:rect l="l" t="t" r="r" b="b"/>
              <a:pathLst>
                <a:path w="4460" h="16982">
                  <a:moveTo>
                    <a:pt x="1799" y="0"/>
                  </a:moveTo>
                  <a:cubicBezTo>
                    <a:pt x="2227" y="12"/>
                    <a:pt x="2655" y="29"/>
                    <a:pt x="3083" y="42"/>
                  </a:cubicBezTo>
                  <a:cubicBezTo>
                    <a:pt x="4658" y="4345"/>
                    <a:pt x="5103" y="8702"/>
                    <a:pt x="4460" y="13251"/>
                  </a:cubicBezTo>
                  <a:cubicBezTo>
                    <a:pt x="4426" y="13480"/>
                    <a:pt x="4396" y="13708"/>
                    <a:pt x="4362" y="13941"/>
                  </a:cubicBezTo>
                  <a:cubicBezTo>
                    <a:pt x="4121" y="15364"/>
                    <a:pt x="3790" y="16076"/>
                    <a:pt x="2660" y="16982"/>
                  </a:cubicBezTo>
                  <a:cubicBezTo>
                    <a:pt x="1144" y="16428"/>
                    <a:pt x="1144" y="16428"/>
                    <a:pt x="694" y="15695"/>
                  </a:cubicBezTo>
                  <a:cubicBezTo>
                    <a:pt x="173" y="14369"/>
                    <a:pt x="-7" y="13230"/>
                    <a:pt x="4" y="11811"/>
                  </a:cubicBezTo>
                  <a:cubicBezTo>
                    <a:pt x="4" y="11608"/>
                    <a:pt x="4" y="11405"/>
                    <a:pt x="4" y="11193"/>
                  </a:cubicBezTo>
                  <a:cubicBezTo>
                    <a:pt x="0" y="10765"/>
                    <a:pt x="4" y="10333"/>
                    <a:pt x="8" y="9905"/>
                  </a:cubicBezTo>
                  <a:cubicBezTo>
                    <a:pt x="13" y="9262"/>
                    <a:pt x="8" y="8614"/>
                    <a:pt x="0" y="7970"/>
                  </a:cubicBezTo>
                  <a:cubicBezTo>
                    <a:pt x="0" y="5391"/>
                    <a:pt x="178" y="2935"/>
                    <a:pt x="965" y="465"/>
                  </a:cubicBezTo>
                  <a:cubicBezTo>
                    <a:pt x="1389" y="42"/>
                    <a:pt x="1389" y="42"/>
                    <a:pt x="1799" y="0"/>
                  </a:cubicBezTo>
                  <a:close/>
                </a:path>
              </a:pathLst>
            </a:custGeom>
            <a:solidFill>
              <a:srgbClr val="084032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" panose="00000500000000000000" pitchFamily="2" charset="0"/>
              </a:endParaRP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8C172635-4517-4307-FA85-E2638EEE915A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425131" y="2692587"/>
            <a:ext cx="1941282" cy="34334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400" b="1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Reimbursement Delays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3092FFC-F640-BB57-C8BA-C8DB2D5C94C9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054243" y="3191854"/>
            <a:ext cx="2327757" cy="86386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 lvl="1">
              <a:spcAft>
                <a:spcPts val="500"/>
              </a:spcAft>
            </a:pP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85% </a:t>
            </a:r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of trips take </a:t>
            </a:r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~16 </a:t>
            </a:r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days to submit expense claims after receiving confirmation.</a:t>
            </a:r>
          </a:p>
          <a:p>
            <a:pPr>
              <a:spcBef>
                <a:spcPct val="21875"/>
              </a:spcBef>
              <a:spcAft>
                <a:spcPct val="21875"/>
              </a:spcAft>
            </a:pPr>
            <a:r>
              <a:rPr lang="en-IN" sz="1000" dirty="0">
                <a:latin typeface="Poppins" panose="00000500000000000000" pitchFamily="2" charset="0"/>
              </a:rPr>
              <a:t>• </a:t>
            </a:r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Delays reimbursement and financial visibility</a:t>
            </a:r>
            <a:endParaRPr sz="1000" i="1" dirty="0">
              <a:solidFill>
                <a:srgbClr val="000000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7919453-A114-4694-79AE-FDC0742D1B71}"/>
              </a:ext>
            </a:extLst>
          </p:cNvPr>
          <p:cNvSpPr/>
          <p:nvPr/>
        </p:nvSpPr>
        <p:spPr>
          <a:xfrm>
            <a:off x="319253" y="4366955"/>
            <a:ext cx="8069096" cy="60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7B31E2F-21CC-D9A1-702D-80217A112EE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65773" y="4452607"/>
            <a:ext cx="7785718" cy="609600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r>
              <a:rPr sz="1200" b="1" dirty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Critical Intervention Required:</a:t>
            </a:r>
            <a:r>
              <a:rPr sz="1200" dirty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IN" sz="1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Addressing policy violations, fossil-fuel vehicle usage, unnecessary transport changes, and short-haul flights presents the largest opportunity to reduce both emissions and travel costs.</a:t>
            </a:r>
            <a:endParaRPr sz="1000" dirty="0">
              <a:solidFill>
                <a:schemeClr val="bg1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919C33FB-266D-70F6-39CD-71043322E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9">
            <a:extLst>
              <a:ext uri="{FF2B5EF4-FFF2-40B4-BE49-F238E27FC236}">
                <a16:creationId xmlns:a16="http://schemas.microsoft.com/office/drawing/2014/main" id="{4D7E4FD6-D0C1-759D-6F2A-9DAE567D6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991" y="271243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Low Carbon Strategic Recommendations (Quantified)</a:t>
            </a:r>
            <a:endParaRPr dirty="0"/>
          </a:p>
        </p:txBody>
      </p:sp>
      <p:graphicFrame>
        <p:nvGraphicFramePr>
          <p:cNvPr id="139" name="New Table">
            <a:extLst>
              <a:ext uri="{FF2B5EF4-FFF2-40B4-BE49-F238E27FC236}">
                <a16:creationId xmlns:a16="http://schemas.microsoft.com/office/drawing/2014/main" id="{FA2347E5-B47F-E2A8-9EFF-6BA67B9F7095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1978952"/>
              </p:ext>
            </p:extLst>
          </p:nvPr>
        </p:nvGraphicFramePr>
        <p:xfrm>
          <a:off x="305991" y="662260"/>
          <a:ext cx="7841059" cy="35305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7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5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984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400" b="1" i="0" noProof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Recommendation</a:t>
                      </a:r>
                    </a:p>
                  </a:txBody>
                  <a:tcPr marL="85725" marR="0" marT="0" marB="0" anchor="ctr">
                    <a:lnL w="0"/>
                    <a:lnR w="0"/>
                    <a:lnT w="0"/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400" b="1" i="0" noProof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Data-backed opportunity</a:t>
                      </a:r>
                    </a:p>
                  </a:txBody>
                  <a:tcPr marL="85725" marR="0" marT="0" marB="0" anchor="ctr">
                    <a:lnL w="0"/>
                    <a:lnR w="0"/>
                    <a:lnT w="0"/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400" b="1" i="0" noProof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Expected impact</a:t>
                      </a:r>
                    </a:p>
                  </a:txBody>
                  <a:tcPr marL="85725" marR="0" marT="0" marB="0" anchor="ctr">
                    <a:lnL w="0"/>
                    <a:lnR w="0"/>
                    <a:lnT w="0"/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556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200" b="1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Advance Booking &amp; Policy Compliance</a:t>
                      </a:r>
                      <a:endParaRPr lang="en-IN" sz="1200" b="1" i="0" noProof="1"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200" b="1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18%</a:t>
                      </a:r>
                      <a:r>
                        <a:rPr lang="en-IN" sz="12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N" sz="10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of trips booked outside policy, reducing access to advance fares.</a:t>
                      </a:r>
                      <a:endParaRPr lang="en-IN" sz="1000" b="0" i="0" noProof="1"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200" b="1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43.5M tCO₂e</a:t>
                      </a:r>
                      <a:r>
                        <a:rPr lang="en-IN" sz="12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. </a:t>
                      </a:r>
                      <a:r>
                        <a:rPr lang="en-IN" sz="1200" b="1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€25.9M</a:t>
                      </a:r>
                      <a:r>
                        <a:rPr lang="en-IN" sz="12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. </a:t>
                      </a:r>
                      <a:r>
                        <a:rPr lang="en-IN" sz="10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Policy optimization</a:t>
                      </a:r>
                      <a:endParaRPr lang="en-IN" sz="1000" b="1" i="0" noProof="1"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357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200" b="1" i="0" noProof="1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Rail First</a:t>
                      </a: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0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Replace Berlin–Paris and Berlin–Amsterdam flights with rail where feasible (</a:t>
                      </a:r>
                      <a:r>
                        <a:rPr lang="en-IN" sz="1200" b="1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507</a:t>
                      </a:r>
                      <a:r>
                        <a:rPr lang="en-IN" sz="12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N" sz="10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eligible trips).</a:t>
                      </a:r>
                      <a:endParaRPr lang="en-IN" sz="1000" b="0" i="0" noProof="1"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200" b="1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211.6k tCO₂e · €1.06M</a:t>
                      </a:r>
                      <a:r>
                        <a:rPr lang="en-IN" sz="12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.</a:t>
                      </a:r>
                    </a:p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2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N" sz="10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Rail substitution</a:t>
                      </a:r>
                      <a:endParaRPr lang="en-IN" sz="1000" b="1" i="0" noProof="1"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357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200" b="1" i="0" noProof="1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EV Fleet</a:t>
                      </a: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0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Replace diesel and petrol rental vehicles with EVs in EV-ready cities (e.g., Hamburg, Fukuoka).</a:t>
                      </a:r>
                      <a:endParaRPr lang="en-IN" sz="1000" b="0" i="0" noProof="1"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200" b="1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24.2M tCO₂e · €35.9M</a:t>
                      </a:r>
                      <a:r>
                        <a:rPr lang="en-IN" sz="12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. </a:t>
                      </a:r>
                      <a:r>
                        <a:rPr lang="en-IN" sz="10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Fleet electrification</a:t>
                      </a:r>
                      <a:endParaRPr lang="en-IN" sz="1000" b="1" i="0" noProof="1"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357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200" b="1" i="0" noProof="1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Virtual Meetings</a:t>
                      </a: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0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Convert internal meetings, enablement travel and suitable conferences to virtual-first.</a:t>
                      </a:r>
                      <a:endParaRPr lang="en-IN" sz="1000" b="0" i="0" noProof="1"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2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N" sz="1200" b="1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96.1M tCO₂e</a:t>
                      </a:r>
                      <a:r>
                        <a:rPr lang="en-IN" sz="12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.</a:t>
                      </a:r>
                      <a:r>
                        <a:rPr lang="en-IN" sz="1200" b="1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€75.8M</a:t>
                      </a:r>
                      <a:r>
                        <a:rPr lang="en-IN" sz="12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N" sz="10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. Virtual collaboration</a:t>
                      </a:r>
                      <a:endParaRPr lang="en-IN" sz="1000" b="1" i="0" noProof="1"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7479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200" b="1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Carbon Approval Workflow</a:t>
                      </a:r>
                      <a:endParaRPr lang="en-IN" sz="1000" b="1" i="0" noProof="1"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000" b="0" i="0" u="none" strike="noStrike" cap="none" dirty="0">
                          <a:solidFill>
                            <a:schemeClr val="tx1"/>
                          </a:solidFill>
                          <a:latin typeface="Poppins "/>
                          <a:ea typeface="+mn-ea"/>
                          <a:cs typeface="Poppins bold" panose="00000800000000000000" pitchFamily="2" charset="0"/>
                          <a:sym typeface="Arial"/>
                        </a:rPr>
                        <a:t>Require secondary approval for trips exceeding route-specific CO₂ thresholds while recommending lower-carbon alternatives using AI tools.</a:t>
                      </a:r>
                      <a:endParaRPr lang="en-IN" sz="1000" b="0" i="0" noProof="1">
                        <a:latin typeface="Poppins "/>
                        <a:ea typeface="+mn-ea"/>
                        <a:cs typeface="Poppins bold" panose="000008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 sz="1200">
                          <a:latin typeface="Times New Roman"/>
                        </a:defRPr>
                      </a:pPr>
                      <a:r>
                        <a:rPr lang="en-IN" sz="1000" b="0" i="0" u="none" strike="noStrike" cap="none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Improved policy compliance and lower-carbon booking decisions.</a:t>
                      </a:r>
                    </a:p>
                    <a:p>
                      <a:pPr algn="l" rtl="0">
                        <a:defRPr sz="1200">
                          <a:latin typeface="Times New Roman"/>
                        </a:defRPr>
                      </a:pPr>
                      <a:endParaRPr lang="en-IN" sz="1000" b="1" i="0" noProof="1"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416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200" b="1" i="0" noProof="1"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Department Carbon Targets</a:t>
                      </a: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0"/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0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Reduce Sales &amp; Marketing travel by </a:t>
                      </a:r>
                      <a:r>
                        <a:rPr lang="en-IN" sz="1200" b="1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8%</a:t>
                      </a:r>
                      <a:r>
                        <a:rPr lang="en-IN" sz="12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N" sz="10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through trip consolidation and virtual collaboration.</a:t>
                      </a:r>
                      <a:endParaRPr lang="en-IN" sz="1000" b="0" i="0" noProof="1"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0"/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200" b="1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7.7M tCO₂e</a:t>
                      </a:r>
                      <a:r>
                        <a:rPr lang="en-IN" sz="12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.</a:t>
                      </a:r>
                      <a:r>
                        <a:rPr lang="en-IN" sz="1200" b="1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€6.28M . </a:t>
                      </a:r>
                      <a:r>
                        <a:rPr lang="en-IN" sz="1000" kern="1200" noProof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Department optimization</a:t>
                      </a:r>
                      <a:endParaRPr lang="en-IN" sz="1000" b="1" i="0" noProof="1"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85725" marR="0" marT="0" marB="0" anchor="ctr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0"/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2" name="Rectangle 151">
            <a:extLst>
              <a:ext uri="{FF2B5EF4-FFF2-40B4-BE49-F238E27FC236}">
                <a16:creationId xmlns:a16="http://schemas.microsoft.com/office/drawing/2014/main" id="{E37F29D0-FC8E-D58B-8D77-114D14A51582}"/>
              </a:ext>
            </a:extLst>
          </p:cNvPr>
          <p:cNvSpPr/>
          <p:nvPr/>
        </p:nvSpPr>
        <p:spPr>
          <a:xfrm>
            <a:off x="305991" y="4328362"/>
            <a:ext cx="8069096" cy="60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238EEA1-00CB-7513-2B83-68D9AF3522C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57898" y="4366955"/>
            <a:ext cx="7193594" cy="477176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r>
              <a:rPr lang="en-IN" sz="1200" b="1" noProof="1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Expected Outcomes</a:t>
            </a:r>
            <a:r>
              <a:rPr lang="en-IN" sz="1000" b="1" noProof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en-IN" sz="1000" noProof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Up to </a:t>
            </a:r>
            <a:r>
              <a:rPr lang="en-IN" sz="1000" b="1" noProof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171M+ tCO₂e</a:t>
            </a:r>
            <a:r>
              <a:rPr lang="en-IN" sz="1000" noProof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eligible for reduction, </a:t>
            </a:r>
            <a:r>
              <a:rPr lang="en-IN" sz="1000" b="1" noProof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€109M+</a:t>
            </a:r>
            <a:r>
              <a:rPr lang="en-IN" sz="1000" noProof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potential travel cost optimization, improved policy compliance, and accelerated progress toward Celonis' 2030 sustainability targets.</a:t>
            </a:r>
            <a:endParaRPr lang="en-IN" sz="1000" noProof="1">
              <a:solidFill>
                <a:schemeClr val="bg1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CBB72504-E091-08A1-7DA3-B2A824431568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07909" y="4366954"/>
            <a:ext cx="347742" cy="420946"/>
            <a:chOff x="-90318" y="5306841"/>
            <a:chExt cx="282239" cy="292717"/>
          </a:xfrm>
        </p:grpSpPr>
        <p:sp>
          <p:nvSpPr>
            <p:cNvPr id="141" name="New shape">
              <a:extLst>
                <a:ext uri="{FF2B5EF4-FFF2-40B4-BE49-F238E27FC236}">
                  <a16:creationId xmlns:a16="http://schemas.microsoft.com/office/drawing/2014/main" id="{27AAE92B-9450-F567-5DD8-15A00C7447EE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8064" y="5306841"/>
              <a:ext cx="5380" cy="49524"/>
            </a:xfrm>
            <a:custGeom>
              <a:avLst/>
              <a:gdLst/>
              <a:ahLst/>
              <a:cxnLst/>
              <a:rect l="l" t="t" r="r" b="b"/>
              <a:pathLst>
                <a:path w="5380" h="49524">
                  <a:moveTo>
                    <a:pt x="2014" y="0"/>
                  </a:moveTo>
                  <a:cubicBezTo>
                    <a:pt x="2481" y="57"/>
                    <a:pt x="2481" y="57"/>
                    <a:pt x="3005" y="211"/>
                  </a:cubicBezTo>
                  <a:cubicBezTo>
                    <a:pt x="3178" y="259"/>
                    <a:pt x="3356" y="307"/>
                    <a:pt x="3534" y="360"/>
                  </a:cubicBezTo>
                  <a:cubicBezTo>
                    <a:pt x="3668" y="399"/>
                    <a:pt x="3798" y="437"/>
                    <a:pt x="3937" y="480"/>
                  </a:cubicBezTo>
                  <a:cubicBezTo>
                    <a:pt x="5784" y="6942"/>
                    <a:pt x="5510" y="14015"/>
                    <a:pt x="5380" y="20675"/>
                  </a:cubicBezTo>
                  <a:cubicBezTo>
                    <a:pt x="5375" y="20944"/>
                    <a:pt x="5370" y="21208"/>
                    <a:pt x="5365" y="21487"/>
                  </a:cubicBezTo>
                  <a:cubicBezTo>
                    <a:pt x="5221" y="28464"/>
                    <a:pt x="5034" y="35441"/>
                    <a:pt x="4447" y="42403"/>
                  </a:cubicBezTo>
                  <a:cubicBezTo>
                    <a:pt x="4428" y="42629"/>
                    <a:pt x="4413" y="42855"/>
                    <a:pt x="4394" y="43090"/>
                  </a:cubicBezTo>
                  <a:cubicBezTo>
                    <a:pt x="4034" y="47548"/>
                    <a:pt x="4034" y="47548"/>
                    <a:pt x="2976" y="49524"/>
                  </a:cubicBezTo>
                  <a:cubicBezTo>
                    <a:pt x="2072" y="49168"/>
                    <a:pt x="2072" y="49168"/>
                    <a:pt x="1827" y="48629"/>
                  </a:cubicBezTo>
                  <a:cubicBezTo>
                    <a:pt x="1793" y="48461"/>
                    <a:pt x="1759" y="48293"/>
                    <a:pt x="1730" y="48120"/>
                  </a:cubicBezTo>
                  <a:cubicBezTo>
                    <a:pt x="1692" y="47923"/>
                    <a:pt x="1654" y="47730"/>
                    <a:pt x="1615" y="47528"/>
                  </a:cubicBezTo>
                  <a:cubicBezTo>
                    <a:pt x="1581" y="47312"/>
                    <a:pt x="1543" y="47091"/>
                    <a:pt x="1509" y="46870"/>
                  </a:cubicBezTo>
                  <a:cubicBezTo>
                    <a:pt x="1485" y="46749"/>
                    <a:pt x="1485" y="46749"/>
                    <a:pt x="1384" y="46163"/>
                  </a:cubicBezTo>
                  <a:cubicBezTo>
                    <a:pt x="870" y="42903"/>
                    <a:pt x="711" y="39609"/>
                    <a:pt x="538" y="36316"/>
                  </a:cubicBezTo>
                  <a:cubicBezTo>
                    <a:pt x="509" y="35753"/>
                    <a:pt x="480" y="35191"/>
                    <a:pt x="451" y="34628"/>
                  </a:cubicBezTo>
                  <a:cubicBezTo>
                    <a:pt x="158" y="29214"/>
                    <a:pt x="0" y="23800"/>
                    <a:pt x="0" y="18376"/>
                  </a:cubicBezTo>
                  <a:cubicBezTo>
                    <a:pt x="0" y="17891"/>
                    <a:pt x="0" y="17400"/>
                    <a:pt x="0" y="16915"/>
                  </a:cubicBezTo>
                  <a:cubicBezTo>
                    <a:pt x="0" y="13506"/>
                    <a:pt x="81" y="10102"/>
                    <a:pt x="278" y="6698"/>
                  </a:cubicBezTo>
                  <a:cubicBezTo>
                    <a:pt x="293" y="6404"/>
                    <a:pt x="307" y="6111"/>
                    <a:pt x="322" y="5813"/>
                  </a:cubicBezTo>
                  <a:cubicBezTo>
                    <a:pt x="610" y="1404"/>
                    <a:pt x="610" y="1404"/>
                    <a:pt x="2014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lang="en-IN" noProof="1">
                <a:latin typeface="Poppins "/>
              </a:endParaRPr>
            </a:p>
          </p:txBody>
        </p:sp>
        <p:sp>
          <p:nvSpPr>
            <p:cNvPr id="142" name="New shape">
              <a:extLst>
                <a:ext uri="{FF2B5EF4-FFF2-40B4-BE49-F238E27FC236}">
                  <a16:creationId xmlns:a16="http://schemas.microsoft.com/office/drawing/2014/main" id="{6318322B-9B86-5BCD-FD32-8F7B11B7A48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-50883" y="5348191"/>
              <a:ext cx="36052" cy="36061"/>
            </a:xfrm>
            <a:custGeom>
              <a:avLst/>
              <a:gdLst/>
              <a:ahLst/>
              <a:cxnLst/>
              <a:rect l="l" t="t" r="r" b="b"/>
              <a:pathLst>
                <a:path w="36051" h="36060">
                  <a:moveTo>
                    <a:pt x="471" y="0"/>
                  </a:moveTo>
                  <a:cubicBezTo>
                    <a:pt x="6750" y="62"/>
                    <a:pt x="14328" y="10443"/>
                    <a:pt x="18535" y="14640"/>
                  </a:cubicBezTo>
                  <a:cubicBezTo>
                    <a:pt x="18920" y="15020"/>
                    <a:pt x="19300" y="15400"/>
                    <a:pt x="19684" y="15780"/>
                  </a:cubicBezTo>
                  <a:cubicBezTo>
                    <a:pt x="22401" y="18487"/>
                    <a:pt x="25060" y="21213"/>
                    <a:pt x="27546" y="24136"/>
                  </a:cubicBezTo>
                  <a:cubicBezTo>
                    <a:pt x="28026" y="24694"/>
                    <a:pt x="28531" y="25237"/>
                    <a:pt x="29036" y="25781"/>
                  </a:cubicBezTo>
                  <a:cubicBezTo>
                    <a:pt x="30863" y="27747"/>
                    <a:pt x="32585" y="29743"/>
                    <a:pt x="34128" y="31945"/>
                  </a:cubicBezTo>
                  <a:cubicBezTo>
                    <a:pt x="34200" y="32041"/>
                    <a:pt x="34200" y="32041"/>
                    <a:pt x="34551" y="32546"/>
                  </a:cubicBezTo>
                  <a:cubicBezTo>
                    <a:pt x="35224" y="33532"/>
                    <a:pt x="35748" y="34411"/>
                    <a:pt x="36051" y="35580"/>
                  </a:cubicBezTo>
                  <a:cubicBezTo>
                    <a:pt x="35893" y="35657"/>
                    <a:pt x="35893" y="35657"/>
                    <a:pt x="35090" y="36060"/>
                  </a:cubicBezTo>
                  <a:cubicBezTo>
                    <a:pt x="31979" y="34147"/>
                    <a:pt x="29305" y="31955"/>
                    <a:pt x="26637" y="29473"/>
                  </a:cubicBezTo>
                  <a:cubicBezTo>
                    <a:pt x="25810" y="28714"/>
                    <a:pt x="24964" y="27983"/>
                    <a:pt x="24117" y="27247"/>
                  </a:cubicBezTo>
                  <a:cubicBezTo>
                    <a:pt x="22160" y="25545"/>
                    <a:pt x="20266" y="23781"/>
                    <a:pt x="18381" y="21997"/>
                  </a:cubicBezTo>
                  <a:cubicBezTo>
                    <a:pt x="17708" y="21362"/>
                    <a:pt x="17035" y="20727"/>
                    <a:pt x="16362" y="20093"/>
                  </a:cubicBezTo>
                  <a:cubicBezTo>
                    <a:pt x="16198" y="19939"/>
                    <a:pt x="16030" y="19780"/>
                    <a:pt x="15862" y="19622"/>
                  </a:cubicBezTo>
                  <a:cubicBezTo>
                    <a:pt x="14833" y="18660"/>
                    <a:pt x="13799" y="17703"/>
                    <a:pt x="12751" y="16760"/>
                  </a:cubicBezTo>
                  <a:cubicBezTo>
                    <a:pt x="10251" y="14506"/>
                    <a:pt x="7875" y="12236"/>
                    <a:pt x="5716" y="9645"/>
                  </a:cubicBezTo>
                  <a:cubicBezTo>
                    <a:pt x="5207" y="9053"/>
                    <a:pt x="4678" y="8476"/>
                    <a:pt x="4149" y="7899"/>
                  </a:cubicBezTo>
                  <a:cubicBezTo>
                    <a:pt x="3952" y="7683"/>
                    <a:pt x="3755" y="7471"/>
                    <a:pt x="3553" y="7250"/>
                  </a:cubicBezTo>
                  <a:cubicBezTo>
                    <a:pt x="3173" y="6837"/>
                    <a:pt x="2788" y="6423"/>
                    <a:pt x="2404" y="6010"/>
                  </a:cubicBezTo>
                  <a:cubicBezTo>
                    <a:pt x="-24" y="3355"/>
                    <a:pt x="-24" y="3355"/>
                    <a:pt x="0" y="1692"/>
                  </a:cubicBezTo>
                  <a:cubicBezTo>
                    <a:pt x="57" y="1490"/>
                    <a:pt x="115" y="1288"/>
                    <a:pt x="173" y="1081"/>
                  </a:cubicBezTo>
                  <a:cubicBezTo>
                    <a:pt x="226" y="874"/>
                    <a:pt x="278" y="668"/>
                    <a:pt x="331" y="456"/>
                  </a:cubicBezTo>
                  <a:cubicBezTo>
                    <a:pt x="379" y="307"/>
                    <a:pt x="423" y="153"/>
                    <a:pt x="471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lang="en-IN" noProof="1">
                <a:latin typeface="Poppins "/>
              </a:endParaRPr>
            </a:p>
          </p:txBody>
        </p:sp>
        <p:sp>
          <p:nvSpPr>
            <p:cNvPr id="143" name="New shape">
              <a:extLst>
                <a:ext uri="{FF2B5EF4-FFF2-40B4-BE49-F238E27FC236}">
                  <a16:creationId xmlns:a16="http://schemas.microsoft.com/office/drawing/2014/main" id="{C8B04AD0-BCF3-B5D7-B64F-7E738451733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16432" y="5348672"/>
              <a:ext cx="35581" cy="35100"/>
            </a:xfrm>
            <a:custGeom>
              <a:avLst/>
              <a:gdLst/>
              <a:ahLst/>
              <a:cxnLst/>
              <a:rect l="l" t="t" r="r" b="b"/>
              <a:pathLst>
                <a:path w="35580" h="35099">
                  <a:moveTo>
                    <a:pt x="35580" y="0"/>
                  </a:moveTo>
                  <a:cubicBezTo>
                    <a:pt x="35537" y="5721"/>
                    <a:pt x="27925" y="11568"/>
                    <a:pt x="24137" y="15347"/>
                  </a:cubicBezTo>
                  <a:cubicBezTo>
                    <a:pt x="22872" y="16588"/>
                    <a:pt x="21555" y="17761"/>
                    <a:pt x="20203" y="18915"/>
                  </a:cubicBezTo>
                  <a:cubicBezTo>
                    <a:pt x="18939" y="20001"/>
                    <a:pt x="17761" y="21165"/>
                    <a:pt x="16588" y="22357"/>
                  </a:cubicBezTo>
                  <a:cubicBezTo>
                    <a:pt x="14857" y="24112"/>
                    <a:pt x="13073" y="25762"/>
                    <a:pt x="11193" y="27358"/>
                  </a:cubicBezTo>
                  <a:cubicBezTo>
                    <a:pt x="10582" y="27882"/>
                    <a:pt x="9972" y="28411"/>
                    <a:pt x="9366" y="28945"/>
                  </a:cubicBezTo>
                  <a:cubicBezTo>
                    <a:pt x="8770" y="29464"/>
                    <a:pt x="8169" y="29983"/>
                    <a:pt x="7572" y="30503"/>
                  </a:cubicBezTo>
                  <a:cubicBezTo>
                    <a:pt x="7274" y="30757"/>
                    <a:pt x="6981" y="31017"/>
                    <a:pt x="6683" y="31277"/>
                  </a:cubicBezTo>
                  <a:cubicBezTo>
                    <a:pt x="2178" y="35215"/>
                    <a:pt x="2178" y="35215"/>
                    <a:pt x="0" y="35099"/>
                  </a:cubicBezTo>
                  <a:cubicBezTo>
                    <a:pt x="572" y="32941"/>
                    <a:pt x="1399" y="31436"/>
                    <a:pt x="2856" y="29753"/>
                  </a:cubicBezTo>
                  <a:cubicBezTo>
                    <a:pt x="3043" y="29526"/>
                    <a:pt x="3231" y="29305"/>
                    <a:pt x="3423" y="29074"/>
                  </a:cubicBezTo>
                  <a:cubicBezTo>
                    <a:pt x="6476" y="25488"/>
                    <a:pt x="9659" y="22007"/>
                    <a:pt x="13030" y="18713"/>
                  </a:cubicBezTo>
                  <a:cubicBezTo>
                    <a:pt x="14068" y="17689"/>
                    <a:pt x="15035" y="16626"/>
                    <a:pt x="15982" y="15516"/>
                  </a:cubicBezTo>
                  <a:cubicBezTo>
                    <a:pt x="17617" y="13621"/>
                    <a:pt x="19343" y="11832"/>
                    <a:pt x="21117" y="10073"/>
                  </a:cubicBezTo>
                  <a:cubicBezTo>
                    <a:pt x="21607" y="9587"/>
                    <a:pt x="22088" y="9101"/>
                    <a:pt x="22574" y="8611"/>
                  </a:cubicBezTo>
                  <a:cubicBezTo>
                    <a:pt x="25392" y="5793"/>
                    <a:pt x="28300" y="2957"/>
                    <a:pt x="31613" y="721"/>
                  </a:cubicBezTo>
                  <a:cubicBezTo>
                    <a:pt x="31786" y="596"/>
                    <a:pt x="31959" y="466"/>
                    <a:pt x="32137" y="336"/>
                  </a:cubicBezTo>
                  <a:cubicBezTo>
                    <a:pt x="33445" y="-548"/>
                    <a:pt x="34104" y="-557"/>
                    <a:pt x="3558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lang="en-IN" noProof="1">
                <a:latin typeface="Poppins "/>
              </a:endParaRPr>
            </a:p>
          </p:txBody>
        </p:sp>
        <p:sp>
          <p:nvSpPr>
            <p:cNvPr id="144" name="New shape">
              <a:extLst>
                <a:ext uri="{FF2B5EF4-FFF2-40B4-BE49-F238E27FC236}">
                  <a16:creationId xmlns:a16="http://schemas.microsoft.com/office/drawing/2014/main" id="{E17FFBA5-CC4A-7B42-04CA-57320FB16D4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27362" y="5370790"/>
              <a:ext cx="154852" cy="165440"/>
            </a:xfrm>
            <a:custGeom>
              <a:avLst/>
              <a:gdLst/>
              <a:ahLst/>
              <a:cxnLst/>
              <a:rect l="l" t="t" r="r" b="b"/>
              <a:pathLst>
                <a:path w="154852" h="165439">
                  <a:moveTo>
                    <a:pt x="95230" y="0"/>
                  </a:moveTo>
                  <a:cubicBezTo>
                    <a:pt x="95629" y="96"/>
                    <a:pt x="96028" y="187"/>
                    <a:pt x="96423" y="283"/>
                  </a:cubicBezTo>
                  <a:cubicBezTo>
                    <a:pt x="105904" y="2553"/>
                    <a:pt x="114646" y="6443"/>
                    <a:pt x="122637" y="12020"/>
                  </a:cubicBezTo>
                  <a:cubicBezTo>
                    <a:pt x="122776" y="12116"/>
                    <a:pt x="122916" y="12212"/>
                    <a:pt x="123060" y="12313"/>
                  </a:cubicBezTo>
                  <a:cubicBezTo>
                    <a:pt x="131455" y="18160"/>
                    <a:pt x="139004" y="25844"/>
                    <a:pt x="144274" y="34618"/>
                  </a:cubicBezTo>
                  <a:cubicBezTo>
                    <a:pt x="144331" y="34714"/>
                    <a:pt x="144331" y="34714"/>
                    <a:pt x="144615" y="35186"/>
                  </a:cubicBezTo>
                  <a:cubicBezTo>
                    <a:pt x="151616" y="46913"/>
                    <a:pt x="155323" y="59458"/>
                    <a:pt x="154852" y="73084"/>
                  </a:cubicBezTo>
                  <a:cubicBezTo>
                    <a:pt x="154395" y="72925"/>
                    <a:pt x="154395" y="72925"/>
                    <a:pt x="153890" y="72603"/>
                  </a:cubicBezTo>
                  <a:cubicBezTo>
                    <a:pt x="153650" y="72036"/>
                    <a:pt x="153650" y="72036"/>
                    <a:pt x="153472" y="71319"/>
                  </a:cubicBezTo>
                  <a:cubicBezTo>
                    <a:pt x="153404" y="71045"/>
                    <a:pt x="153337" y="70776"/>
                    <a:pt x="153270" y="70497"/>
                  </a:cubicBezTo>
                  <a:cubicBezTo>
                    <a:pt x="153198" y="70199"/>
                    <a:pt x="153130" y="69906"/>
                    <a:pt x="153058" y="69598"/>
                  </a:cubicBezTo>
                  <a:cubicBezTo>
                    <a:pt x="152938" y="69131"/>
                    <a:pt x="152823" y="68660"/>
                    <a:pt x="152707" y="68189"/>
                  </a:cubicBezTo>
                  <a:cubicBezTo>
                    <a:pt x="152582" y="67689"/>
                    <a:pt x="152462" y="67189"/>
                    <a:pt x="152337" y="66694"/>
                  </a:cubicBezTo>
                  <a:cubicBezTo>
                    <a:pt x="151919" y="64968"/>
                    <a:pt x="151481" y="63251"/>
                    <a:pt x="151039" y="61535"/>
                  </a:cubicBezTo>
                  <a:cubicBezTo>
                    <a:pt x="150996" y="61366"/>
                    <a:pt x="150952" y="61198"/>
                    <a:pt x="150909" y="61025"/>
                  </a:cubicBezTo>
                  <a:cubicBezTo>
                    <a:pt x="147687" y="48452"/>
                    <a:pt x="142259" y="36898"/>
                    <a:pt x="133205" y="27445"/>
                  </a:cubicBezTo>
                  <a:cubicBezTo>
                    <a:pt x="132691" y="26877"/>
                    <a:pt x="132224" y="26291"/>
                    <a:pt x="131753" y="25690"/>
                  </a:cubicBezTo>
                  <a:cubicBezTo>
                    <a:pt x="130965" y="24695"/>
                    <a:pt x="130152" y="23838"/>
                    <a:pt x="129186" y="23021"/>
                  </a:cubicBezTo>
                  <a:cubicBezTo>
                    <a:pt x="129027" y="22882"/>
                    <a:pt x="128863" y="22742"/>
                    <a:pt x="128700" y="22603"/>
                  </a:cubicBezTo>
                  <a:cubicBezTo>
                    <a:pt x="128330" y="22290"/>
                    <a:pt x="127960" y="21983"/>
                    <a:pt x="127589" y="21675"/>
                  </a:cubicBezTo>
                  <a:cubicBezTo>
                    <a:pt x="127152" y="21309"/>
                    <a:pt x="126714" y="20944"/>
                    <a:pt x="126277" y="20574"/>
                  </a:cubicBezTo>
                  <a:cubicBezTo>
                    <a:pt x="115968" y="11847"/>
                    <a:pt x="104130" y="6731"/>
                    <a:pt x="90903" y="4327"/>
                  </a:cubicBezTo>
                  <a:cubicBezTo>
                    <a:pt x="90725" y="4293"/>
                    <a:pt x="90547" y="4260"/>
                    <a:pt x="90364" y="4226"/>
                  </a:cubicBezTo>
                  <a:cubicBezTo>
                    <a:pt x="71915" y="865"/>
                    <a:pt x="52010" y="5293"/>
                    <a:pt x="36570" y="15866"/>
                  </a:cubicBezTo>
                  <a:cubicBezTo>
                    <a:pt x="33133" y="18270"/>
                    <a:pt x="29878" y="20944"/>
                    <a:pt x="26767" y="23757"/>
                  </a:cubicBezTo>
                  <a:cubicBezTo>
                    <a:pt x="26627" y="23882"/>
                    <a:pt x="26488" y="24007"/>
                    <a:pt x="26343" y="24136"/>
                  </a:cubicBezTo>
                  <a:cubicBezTo>
                    <a:pt x="25964" y="24555"/>
                    <a:pt x="25742" y="24963"/>
                    <a:pt x="25512" y="25483"/>
                  </a:cubicBezTo>
                  <a:cubicBezTo>
                    <a:pt x="25194" y="25483"/>
                    <a:pt x="24877" y="25483"/>
                    <a:pt x="24550" y="25483"/>
                  </a:cubicBezTo>
                  <a:cubicBezTo>
                    <a:pt x="24488" y="25622"/>
                    <a:pt x="24488" y="25622"/>
                    <a:pt x="24175" y="26329"/>
                  </a:cubicBezTo>
                  <a:cubicBezTo>
                    <a:pt x="23593" y="27488"/>
                    <a:pt x="22800" y="28310"/>
                    <a:pt x="21906" y="29238"/>
                  </a:cubicBezTo>
                  <a:cubicBezTo>
                    <a:pt x="14789" y="37042"/>
                    <a:pt x="9693" y="47447"/>
                    <a:pt x="7351" y="57707"/>
                  </a:cubicBezTo>
                  <a:cubicBezTo>
                    <a:pt x="7241" y="58179"/>
                    <a:pt x="7130" y="58650"/>
                    <a:pt x="7015" y="59126"/>
                  </a:cubicBezTo>
                  <a:cubicBezTo>
                    <a:pt x="2937" y="76555"/>
                    <a:pt x="6192" y="95812"/>
                    <a:pt x="15578" y="111049"/>
                  </a:cubicBezTo>
                  <a:cubicBezTo>
                    <a:pt x="18549" y="115728"/>
                    <a:pt x="22151" y="120065"/>
                    <a:pt x="25992" y="124050"/>
                  </a:cubicBezTo>
                  <a:cubicBezTo>
                    <a:pt x="26156" y="124219"/>
                    <a:pt x="26319" y="124392"/>
                    <a:pt x="26488" y="124570"/>
                  </a:cubicBezTo>
                  <a:cubicBezTo>
                    <a:pt x="28022" y="126161"/>
                    <a:pt x="29579" y="127700"/>
                    <a:pt x="31282" y="129113"/>
                  </a:cubicBezTo>
                  <a:cubicBezTo>
                    <a:pt x="39316" y="135859"/>
                    <a:pt x="42893" y="146019"/>
                    <a:pt x="44749" y="156059"/>
                  </a:cubicBezTo>
                  <a:cubicBezTo>
                    <a:pt x="45264" y="158746"/>
                    <a:pt x="45264" y="158746"/>
                    <a:pt x="46187" y="159631"/>
                  </a:cubicBezTo>
                  <a:cubicBezTo>
                    <a:pt x="48149" y="160314"/>
                    <a:pt x="50312" y="160194"/>
                    <a:pt x="52361" y="160213"/>
                  </a:cubicBezTo>
                  <a:cubicBezTo>
                    <a:pt x="52740" y="160213"/>
                    <a:pt x="53115" y="160218"/>
                    <a:pt x="53495" y="160227"/>
                  </a:cubicBezTo>
                  <a:cubicBezTo>
                    <a:pt x="54519" y="160237"/>
                    <a:pt x="55544" y="160246"/>
                    <a:pt x="56568" y="160256"/>
                  </a:cubicBezTo>
                  <a:cubicBezTo>
                    <a:pt x="57659" y="160270"/>
                    <a:pt x="58755" y="160280"/>
                    <a:pt x="59847" y="160294"/>
                  </a:cubicBezTo>
                  <a:cubicBezTo>
                    <a:pt x="61703" y="160314"/>
                    <a:pt x="63554" y="160333"/>
                    <a:pt x="65410" y="160352"/>
                  </a:cubicBezTo>
                  <a:cubicBezTo>
                    <a:pt x="67271" y="160372"/>
                    <a:pt x="69131" y="160391"/>
                    <a:pt x="70992" y="160415"/>
                  </a:cubicBezTo>
                  <a:cubicBezTo>
                    <a:pt x="76632" y="160477"/>
                    <a:pt x="82277" y="160535"/>
                    <a:pt x="87917" y="160578"/>
                  </a:cubicBezTo>
                  <a:cubicBezTo>
                    <a:pt x="89283" y="160588"/>
                    <a:pt x="90643" y="160597"/>
                    <a:pt x="92004" y="160612"/>
                  </a:cubicBezTo>
                  <a:cubicBezTo>
                    <a:pt x="94230" y="160631"/>
                    <a:pt x="96452" y="160646"/>
                    <a:pt x="98678" y="160655"/>
                  </a:cubicBezTo>
                  <a:cubicBezTo>
                    <a:pt x="99711" y="160660"/>
                    <a:pt x="100740" y="160665"/>
                    <a:pt x="101774" y="160679"/>
                  </a:cubicBezTo>
                  <a:cubicBezTo>
                    <a:pt x="102731" y="160689"/>
                    <a:pt x="103683" y="160689"/>
                    <a:pt x="104640" y="160694"/>
                  </a:cubicBezTo>
                  <a:cubicBezTo>
                    <a:pt x="104986" y="160694"/>
                    <a:pt x="105332" y="160699"/>
                    <a:pt x="105678" y="160699"/>
                  </a:cubicBezTo>
                  <a:cubicBezTo>
                    <a:pt x="107573" y="160723"/>
                    <a:pt x="109015" y="160718"/>
                    <a:pt x="110616" y="159631"/>
                  </a:cubicBezTo>
                  <a:cubicBezTo>
                    <a:pt x="110987" y="159020"/>
                    <a:pt x="111189" y="158607"/>
                    <a:pt x="111391" y="157948"/>
                  </a:cubicBezTo>
                  <a:cubicBezTo>
                    <a:pt x="111448" y="157780"/>
                    <a:pt x="111506" y="157612"/>
                    <a:pt x="111564" y="157438"/>
                  </a:cubicBezTo>
                  <a:cubicBezTo>
                    <a:pt x="112121" y="155746"/>
                    <a:pt x="112482" y="154010"/>
                    <a:pt x="112843" y="152270"/>
                  </a:cubicBezTo>
                  <a:cubicBezTo>
                    <a:pt x="114372" y="144942"/>
                    <a:pt x="116920" y="138206"/>
                    <a:pt x="122156" y="132705"/>
                  </a:cubicBezTo>
                  <a:cubicBezTo>
                    <a:pt x="122344" y="132503"/>
                    <a:pt x="122536" y="132302"/>
                    <a:pt x="122733" y="132095"/>
                  </a:cubicBezTo>
                  <a:cubicBezTo>
                    <a:pt x="124724" y="130003"/>
                    <a:pt x="126791" y="128013"/>
                    <a:pt x="128979" y="126123"/>
                  </a:cubicBezTo>
                  <a:cubicBezTo>
                    <a:pt x="134374" y="121464"/>
                    <a:pt x="138797" y="115910"/>
                    <a:pt x="142442" y="109785"/>
                  </a:cubicBezTo>
                  <a:cubicBezTo>
                    <a:pt x="142836" y="109141"/>
                    <a:pt x="143240" y="108506"/>
                    <a:pt x="143649" y="107876"/>
                  </a:cubicBezTo>
                  <a:cubicBezTo>
                    <a:pt x="149274" y="98966"/>
                    <a:pt x="152616" y="87821"/>
                    <a:pt x="153890" y="77411"/>
                  </a:cubicBezTo>
                  <a:cubicBezTo>
                    <a:pt x="154049" y="77411"/>
                    <a:pt x="154207" y="77411"/>
                    <a:pt x="154371" y="77411"/>
                  </a:cubicBezTo>
                  <a:cubicBezTo>
                    <a:pt x="155217" y="93985"/>
                    <a:pt x="148553" y="110607"/>
                    <a:pt x="137542" y="122906"/>
                  </a:cubicBezTo>
                  <a:cubicBezTo>
                    <a:pt x="136446" y="124113"/>
                    <a:pt x="135316" y="125286"/>
                    <a:pt x="134176" y="126455"/>
                  </a:cubicBezTo>
                  <a:cubicBezTo>
                    <a:pt x="134056" y="126580"/>
                    <a:pt x="133936" y="126700"/>
                    <a:pt x="133811" y="126830"/>
                  </a:cubicBezTo>
                  <a:cubicBezTo>
                    <a:pt x="131407" y="129311"/>
                    <a:pt x="129003" y="131768"/>
                    <a:pt x="126334" y="133965"/>
                  </a:cubicBezTo>
                  <a:cubicBezTo>
                    <a:pt x="120002" y="139307"/>
                    <a:pt x="117761" y="147759"/>
                    <a:pt x="116016" y="155501"/>
                  </a:cubicBezTo>
                  <a:cubicBezTo>
                    <a:pt x="114703" y="161251"/>
                    <a:pt x="114703" y="161251"/>
                    <a:pt x="112391" y="162987"/>
                  </a:cubicBezTo>
                  <a:cubicBezTo>
                    <a:pt x="109232" y="164805"/>
                    <a:pt x="105073" y="164521"/>
                    <a:pt x="101534" y="164583"/>
                  </a:cubicBezTo>
                  <a:cubicBezTo>
                    <a:pt x="101067" y="164593"/>
                    <a:pt x="100601" y="164603"/>
                    <a:pt x="100135" y="164612"/>
                  </a:cubicBezTo>
                  <a:cubicBezTo>
                    <a:pt x="98884" y="164636"/>
                    <a:pt x="97630" y="164660"/>
                    <a:pt x="96379" y="164684"/>
                  </a:cubicBezTo>
                  <a:cubicBezTo>
                    <a:pt x="95052" y="164708"/>
                    <a:pt x="93730" y="164732"/>
                    <a:pt x="92408" y="164762"/>
                  </a:cubicBezTo>
                  <a:cubicBezTo>
                    <a:pt x="90182" y="164805"/>
                    <a:pt x="87955" y="164843"/>
                    <a:pt x="85725" y="164886"/>
                  </a:cubicBezTo>
                  <a:cubicBezTo>
                    <a:pt x="83176" y="164934"/>
                    <a:pt x="80623" y="164982"/>
                    <a:pt x="78075" y="165036"/>
                  </a:cubicBezTo>
                  <a:cubicBezTo>
                    <a:pt x="75329" y="165088"/>
                    <a:pt x="72589" y="165141"/>
                    <a:pt x="69848" y="165194"/>
                  </a:cubicBezTo>
                  <a:cubicBezTo>
                    <a:pt x="69069" y="165208"/>
                    <a:pt x="68295" y="165223"/>
                    <a:pt x="67516" y="165237"/>
                  </a:cubicBezTo>
                  <a:cubicBezTo>
                    <a:pt x="62814" y="165329"/>
                    <a:pt x="58111" y="165415"/>
                    <a:pt x="53409" y="165434"/>
                  </a:cubicBezTo>
                  <a:cubicBezTo>
                    <a:pt x="53043" y="165434"/>
                    <a:pt x="52678" y="165434"/>
                    <a:pt x="52312" y="165439"/>
                  </a:cubicBezTo>
                  <a:cubicBezTo>
                    <a:pt x="48480" y="165463"/>
                    <a:pt x="44802" y="165281"/>
                    <a:pt x="41859" y="162516"/>
                  </a:cubicBezTo>
                  <a:cubicBezTo>
                    <a:pt x="40129" y="160208"/>
                    <a:pt x="39499" y="157770"/>
                    <a:pt x="38931" y="154991"/>
                  </a:cubicBezTo>
                  <a:cubicBezTo>
                    <a:pt x="36811" y="144769"/>
                    <a:pt x="32637" y="136888"/>
                    <a:pt x="24593" y="130061"/>
                  </a:cubicBezTo>
                  <a:cubicBezTo>
                    <a:pt x="10452" y="118040"/>
                    <a:pt x="1798" y="99519"/>
                    <a:pt x="149" y="81166"/>
                  </a:cubicBezTo>
                  <a:cubicBezTo>
                    <a:pt x="86" y="80238"/>
                    <a:pt x="52" y="79306"/>
                    <a:pt x="28" y="78373"/>
                  </a:cubicBezTo>
                  <a:cubicBezTo>
                    <a:pt x="19" y="78075"/>
                    <a:pt x="9" y="77777"/>
                    <a:pt x="0" y="77469"/>
                  </a:cubicBezTo>
                  <a:cubicBezTo>
                    <a:pt x="-596" y="58034"/>
                    <a:pt x="5923" y="39133"/>
                    <a:pt x="21362" y="22021"/>
                  </a:cubicBezTo>
                  <a:cubicBezTo>
                    <a:pt x="21473" y="21906"/>
                    <a:pt x="21583" y="21785"/>
                    <a:pt x="21699" y="21665"/>
                  </a:cubicBezTo>
                  <a:cubicBezTo>
                    <a:pt x="22314" y="21011"/>
                    <a:pt x="22920" y="20348"/>
                    <a:pt x="23516" y="19675"/>
                  </a:cubicBezTo>
                  <a:cubicBezTo>
                    <a:pt x="32104" y="10207"/>
                    <a:pt x="45951" y="3557"/>
                    <a:pt x="58207" y="480"/>
                  </a:cubicBezTo>
                  <a:cubicBezTo>
                    <a:pt x="58395" y="432"/>
                    <a:pt x="58578" y="384"/>
                    <a:pt x="58770" y="336"/>
                  </a:cubicBezTo>
                  <a:cubicBezTo>
                    <a:pt x="70189" y="-2509"/>
                    <a:pt x="83763" y="-2803"/>
                    <a:pt x="9523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lang="en-IN" noProof="1">
                <a:latin typeface="Poppins "/>
              </a:endParaRPr>
            </a:p>
          </p:txBody>
        </p:sp>
        <p:sp>
          <p:nvSpPr>
            <p:cNvPr id="145" name="New shape">
              <a:extLst>
                <a:ext uri="{FF2B5EF4-FFF2-40B4-BE49-F238E27FC236}">
                  <a16:creationId xmlns:a16="http://schemas.microsoft.com/office/drawing/2014/main" id="{86822EFA-B959-8BDA-7CFF-A16EE439853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90318" y="5445226"/>
              <a:ext cx="49524" cy="5227"/>
            </a:xfrm>
            <a:custGeom>
              <a:avLst/>
              <a:gdLst/>
              <a:ahLst/>
              <a:cxnLst/>
              <a:rect l="l" t="t" r="r" b="b"/>
              <a:pathLst>
                <a:path w="49524" h="5226">
                  <a:moveTo>
                    <a:pt x="16828" y="0"/>
                  </a:moveTo>
                  <a:cubicBezTo>
                    <a:pt x="17405" y="0"/>
                    <a:pt x="17982" y="0"/>
                    <a:pt x="18559" y="0"/>
                  </a:cubicBezTo>
                  <a:cubicBezTo>
                    <a:pt x="24074" y="5"/>
                    <a:pt x="29570" y="149"/>
                    <a:pt x="35075" y="480"/>
                  </a:cubicBezTo>
                  <a:cubicBezTo>
                    <a:pt x="35570" y="510"/>
                    <a:pt x="36061" y="538"/>
                    <a:pt x="36551" y="567"/>
                  </a:cubicBezTo>
                  <a:cubicBezTo>
                    <a:pt x="40758" y="822"/>
                    <a:pt x="44889" y="1293"/>
                    <a:pt x="49043" y="2014"/>
                  </a:cubicBezTo>
                  <a:cubicBezTo>
                    <a:pt x="49120" y="2250"/>
                    <a:pt x="49120" y="2250"/>
                    <a:pt x="49524" y="3457"/>
                  </a:cubicBezTo>
                  <a:cubicBezTo>
                    <a:pt x="46596" y="4014"/>
                    <a:pt x="43682" y="4471"/>
                    <a:pt x="40706" y="4673"/>
                  </a:cubicBezTo>
                  <a:cubicBezTo>
                    <a:pt x="40561" y="4683"/>
                    <a:pt x="40561" y="4683"/>
                    <a:pt x="39840" y="4731"/>
                  </a:cubicBezTo>
                  <a:cubicBezTo>
                    <a:pt x="36282" y="4967"/>
                    <a:pt x="32714" y="5063"/>
                    <a:pt x="29151" y="5154"/>
                  </a:cubicBezTo>
                  <a:cubicBezTo>
                    <a:pt x="28425" y="5173"/>
                    <a:pt x="27704" y="5197"/>
                    <a:pt x="26978" y="5217"/>
                  </a:cubicBezTo>
                  <a:cubicBezTo>
                    <a:pt x="21146" y="5385"/>
                    <a:pt x="15299" y="5553"/>
                    <a:pt x="9467" y="5226"/>
                  </a:cubicBezTo>
                  <a:cubicBezTo>
                    <a:pt x="8943" y="5197"/>
                    <a:pt x="8419" y="5178"/>
                    <a:pt x="7890" y="5154"/>
                  </a:cubicBezTo>
                  <a:cubicBezTo>
                    <a:pt x="5269" y="5024"/>
                    <a:pt x="2327" y="4765"/>
                    <a:pt x="0" y="3457"/>
                  </a:cubicBezTo>
                  <a:cubicBezTo>
                    <a:pt x="0" y="2822"/>
                    <a:pt x="0" y="2187"/>
                    <a:pt x="0" y="1534"/>
                  </a:cubicBezTo>
                  <a:cubicBezTo>
                    <a:pt x="1937" y="832"/>
                    <a:pt x="3812" y="471"/>
                    <a:pt x="5861" y="303"/>
                  </a:cubicBezTo>
                  <a:cubicBezTo>
                    <a:pt x="6106" y="283"/>
                    <a:pt x="6356" y="264"/>
                    <a:pt x="6611" y="245"/>
                  </a:cubicBezTo>
                  <a:cubicBezTo>
                    <a:pt x="10010" y="-4"/>
                    <a:pt x="13419" y="-4"/>
                    <a:pt x="16828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lang="en-IN" noProof="1">
                <a:latin typeface="Poppins "/>
              </a:endParaRPr>
            </a:p>
          </p:txBody>
        </p:sp>
        <p:sp>
          <p:nvSpPr>
            <p:cNvPr id="146" name="New shape">
              <a:extLst>
                <a:ext uri="{FF2B5EF4-FFF2-40B4-BE49-F238E27FC236}">
                  <a16:creationId xmlns:a16="http://schemas.microsoft.com/office/drawing/2014/main" id="{AF7D7DB2-D27D-13ED-7C23-5C21F8355BE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41916" y="5445189"/>
              <a:ext cx="50005" cy="4630"/>
            </a:xfrm>
            <a:custGeom>
              <a:avLst/>
              <a:gdLst/>
              <a:ahLst/>
              <a:cxnLst/>
              <a:rect l="l" t="t" r="r" b="b"/>
              <a:pathLst>
                <a:path w="50005" h="4630">
                  <a:moveTo>
                    <a:pt x="31368" y="9"/>
                  </a:moveTo>
                  <a:cubicBezTo>
                    <a:pt x="31964" y="9"/>
                    <a:pt x="32556" y="4"/>
                    <a:pt x="33152" y="0"/>
                  </a:cubicBezTo>
                  <a:cubicBezTo>
                    <a:pt x="37181" y="-24"/>
                    <a:pt x="41172" y="72"/>
                    <a:pt x="45182" y="523"/>
                  </a:cubicBezTo>
                  <a:cubicBezTo>
                    <a:pt x="45345" y="543"/>
                    <a:pt x="45509" y="557"/>
                    <a:pt x="45672" y="577"/>
                  </a:cubicBezTo>
                  <a:cubicBezTo>
                    <a:pt x="48514" y="875"/>
                    <a:pt x="48514" y="875"/>
                    <a:pt x="49495" y="1846"/>
                  </a:cubicBezTo>
                  <a:cubicBezTo>
                    <a:pt x="49663" y="2072"/>
                    <a:pt x="49831" y="2298"/>
                    <a:pt x="50005" y="2533"/>
                  </a:cubicBezTo>
                  <a:cubicBezTo>
                    <a:pt x="49529" y="3404"/>
                    <a:pt x="49226" y="3889"/>
                    <a:pt x="48307" y="4308"/>
                  </a:cubicBezTo>
                  <a:cubicBezTo>
                    <a:pt x="47995" y="4385"/>
                    <a:pt x="47677" y="4452"/>
                    <a:pt x="47360" y="4514"/>
                  </a:cubicBezTo>
                  <a:cubicBezTo>
                    <a:pt x="47177" y="4553"/>
                    <a:pt x="46995" y="4591"/>
                    <a:pt x="46802" y="4630"/>
                  </a:cubicBezTo>
                  <a:cubicBezTo>
                    <a:pt x="33839" y="6967"/>
                    <a:pt x="18929" y="5755"/>
                    <a:pt x="5889" y="4486"/>
                  </a:cubicBezTo>
                  <a:cubicBezTo>
                    <a:pt x="5793" y="4476"/>
                    <a:pt x="5793" y="4476"/>
                    <a:pt x="5298" y="4428"/>
                  </a:cubicBezTo>
                  <a:cubicBezTo>
                    <a:pt x="3370" y="4245"/>
                    <a:pt x="1668" y="4062"/>
                    <a:pt x="0" y="3014"/>
                  </a:cubicBezTo>
                  <a:cubicBezTo>
                    <a:pt x="745" y="1980"/>
                    <a:pt x="1557" y="1851"/>
                    <a:pt x="2745" y="1654"/>
                  </a:cubicBezTo>
                  <a:cubicBezTo>
                    <a:pt x="2865" y="1634"/>
                    <a:pt x="2865" y="1634"/>
                    <a:pt x="3476" y="1543"/>
                  </a:cubicBezTo>
                  <a:cubicBezTo>
                    <a:pt x="3601" y="1524"/>
                    <a:pt x="3601" y="1524"/>
                    <a:pt x="4250" y="1423"/>
                  </a:cubicBezTo>
                  <a:cubicBezTo>
                    <a:pt x="7356" y="961"/>
                    <a:pt x="10477" y="740"/>
                    <a:pt x="13611" y="548"/>
                  </a:cubicBezTo>
                  <a:cubicBezTo>
                    <a:pt x="13770" y="538"/>
                    <a:pt x="13934" y="529"/>
                    <a:pt x="14097" y="519"/>
                  </a:cubicBezTo>
                  <a:cubicBezTo>
                    <a:pt x="19852" y="158"/>
                    <a:pt x="25603" y="24"/>
                    <a:pt x="31368" y="9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lang="en-IN" noProof="1">
                <a:latin typeface="Poppins "/>
              </a:endParaRPr>
            </a:p>
          </p:txBody>
        </p:sp>
        <p:sp>
          <p:nvSpPr>
            <p:cNvPr id="147" name="New shape">
              <a:extLst>
                <a:ext uri="{FF2B5EF4-FFF2-40B4-BE49-F238E27FC236}">
                  <a16:creationId xmlns:a16="http://schemas.microsoft.com/office/drawing/2014/main" id="{7652BFDC-0884-C3F2-96E3-7B21ACA3381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9129" y="5455414"/>
              <a:ext cx="64155" cy="73084"/>
            </a:xfrm>
            <a:custGeom>
              <a:avLst/>
              <a:gdLst/>
              <a:ahLst/>
              <a:cxnLst/>
              <a:rect l="l" t="t" r="r" b="b"/>
              <a:pathLst>
                <a:path w="64154" h="73084">
                  <a:moveTo>
                    <a:pt x="60280" y="480"/>
                  </a:moveTo>
                  <a:cubicBezTo>
                    <a:pt x="62640" y="2851"/>
                    <a:pt x="64126" y="5515"/>
                    <a:pt x="64155" y="8909"/>
                  </a:cubicBezTo>
                  <a:cubicBezTo>
                    <a:pt x="64030" y="13607"/>
                    <a:pt x="62107" y="17304"/>
                    <a:pt x="58765" y="20550"/>
                  </a:cubicBezTo>
                  <a:cubicBezTo>
                    <a:pt x="55279" y="23714"/>
                    <a:pt x="51091" y="26012"/>
                    <a:pt x="46668" y="27584"/>
                  </a:cubicBezTo>
                  <a:cubicBezTo>
                    <a:pt x="46442" y="27666"/>
                    <a:pt x="46216" y="27747"/>
                    <a:pt x="45985" y="27834"/>
                  </a:cubicBezTo>
                  <a:cubicBezTo>
                    <a:pt x="45783" y="27906"/>
                    <a:pt x="45586" y="27973"/>
                    <a:pt x="45379" y="28045"/>
                  </a:cubicBezTo>
                  <a:cubicBezTo>
                    <a:pt x="44667" y="28517"/>
                    <a:pt x="44629" y="28993"/>
                    <a:pt x="44413" y="29810"/>
                  </a:cubicBezTo>
                  <a:cubicBezTo>
                    <a:pt x="44345" y="30450"/>
                    <a:pt x="44302" y="31075"/>
                    <a:pt x="44278" y="31714"/>
                  </a:cubicBezTo>
                  <a:cubicBezTo>
                    <a:pt x="44268" y="31906"/>
                    <a:pt x="44259" y="32094"/>
                    <a:pt x="44249" y="32291"/>
                  </a:cubicBezTo>
                  <a:cubicBezTo>
                    <a:pt x="44220" y="32931"/>
                    <a:pt x="44196" y="33570"/>
                    <a:pt x="44172" y="34210"/>
                  </a:cubicBezTo>
                  <a:cubicBezTo>
                    <a:pt x="44153" y="34676"/>
                    <a:pt x="44134" y="35143"/>
                    <a:pt x="44114" y="35609"/>
                  </a:cubicBezTo>
                  <a:cubicBezTo>
                    <a:pt x="43802" y="43114"/>
                    <a:pt x="43605" y="50625"/>
                    <a:pt x="43393" y="58135"/>
                  </a:cubicBezTo>
                  <a:cubicBezTo>
                    <a:pt x="43345" y="59669"/>
                    <a:pt x="43302" y="61203"/>
                    <a:pt x="43254" y="62737"/>
                  </a:cubicBezTo>
                  <a:cubicBezTo>
                    <a:pt x="43230" y="63535"/>
                    <a:pt x="43206" y="64338"/>
                    <a:pt x="43187" y="65141"/>
                  </a:cubicBezTo>
                  <a:cubicBezTo>
                    <a:pt x="43158" y="66025"/>
                    <a:pt x="43134" y="66910"/>
                    <a:pt x="43105" y="67795"/>
                  </a:cubicBezTo>
                  <a:cubicBezTo>
                    <a:pt x="43100" y="67925"/>
                    <a:pt x="43100" y="67925"/>
                    <a:pt x="43086" y="68574"/>
                  </a:cubicBezTo>
                  <a:cubicBezTo>
                    <a:pt x="43033" y="70122"/>
                    <a:pt x="42845" y="71579"/>
                    <a:pt x="42489" y="73084"/>
                  </a:cubicBezTo>
                  <a:cubicBezTo>
                    <a:pt x="42172" y="73084"/>
                    <a:pt x="41855" y="73084"/>
                    <a:pt x="41528" y="73084"/>
                  </a:cubicBezTo>
                  <a:cubicBezTo>
                    <a:pt x="40446" y="69242"/>
                    <a:pt x="39778" y="65525"/>
                    <a:pt x="39513" y="61544"/>
                  </a:cubicBezTo>
                  <a:cubicBezTo>
                    <a:pt x="39494" y="61275"/>
                    <a:pt x="39475" y="61011"/>
                    <a:pt x="39455" y="60731"/>
                  </a:cubicBezTo>
                  <a:cubicBezTo>
                    <a:pt x="39100" y="55596"/>
                    <a:pt x="39037" y="50466"/>
                    <a:pt x="39032" y="45317"/>
                  </a:cubicBezTo>
                  <a:cubicBezTo>
                    <a:pt x="39032" y="45225"/>
                    <a:pt x="39032" y="45225"/>
                    <a:pt x="39032" y="44768"/>
                  </a:cubicBezTo>
                  <a:cubicBezTo>
                    <a:pt x="39027" y="39763"/>
                    <a:pt x="39201" y="34801"/>
                    <a:pt x="39604" y="29810"/>
                  </a:cubicBezTo>
                  <a:cubicBezTo>
                    <a:pt x="39465" y="29844"/>
                    <a:pt x="39326" y="29873"/>
                    <a:pt x="39181" y="29907"/>
                  </a:cubicBezTo>
                  <a:cubicBezTo>
                    <a:pt x="33763" y="31113"/>
                    <a:pt x="28291" y="30863"/>
                    <a:pt x="22776" y="30772"/>
                  </a:cubicBezTo>
                  <a:cubicBezTo>
                    <a:pt x="22805" y="30974"/>
                    <a:pt x="22834" y="31176"/>
                    <a:pt x="22862" y="31382"/>
                  </a:cubicBezTo>
                  <a:cubicBezTo>
                    <a:pt x="23584" y="36628"/>
                    <a:pt x="23896" y="41773"/>
                    <a:pt x="23862" y="47067"/>
                  </a:cubicBezTo>
                  <a:cubicBezTo>
                    <a:pt x="23858" y="47639"/>
                    <a:pt x="23858" y="48216"/>
                    <a:pt x="23853" y="48793"/>
                  </a:cubicBezTo>
                  <a:cubicBezTo>
                    <a:pt x="23838" y="53644"/>
                    <a:pt x="23728" y="58482"/>
                    <a:pt x="23314" y="63319"/>
                  </a:cubicBezTo>
                  <a:cubicBezTo>
                    <a:pt x="23300" y="63539"/>
                    <a:pt x="23281" y="63766"/>
                    <a:pt x="23261" y="63996"/>
                  </a:cubicBezTo>
                  <a:cubicBezTo>
                    <a:pt x="22992" y="67074"/>
                    <a:pt x="22473" y="70069"/>
                    <a:pt x="21814" y="73084"/>
                  </a:cubicBezTo>
                  <a:cubicBezTo>
                    <a:pt x="21497" y="73084"/>
                    <a:pt x="21180" y="73084"/>
                    <a:pt x="20853" y="73084"/>
                  </a:cubicBezTo>
                  <a:cubicBezTo>
                    <a:pt x="20444" y="72368"/>
                    <a:pt x="20295" y="71800"/>
                    <a:pt x="20237" y="70978"/>
                  </a:cubicBezTo>
                  <a:cubicBezTo>
                    <a:pt x="20218" y="70747"/>
                    <a:pt x="20203" y="70516"/>
                    <a:pt x="20184" y="70281"/>
                  </a:cubicBezTo>
                  <a:cubicBezTo>
                    <a:pt x="20165" y="70026"/>
                    <a:pt x="20151" y="69776"/>
                    <a:pt x="20131" y="69516"/>
                  </a:cubicBezTo>
                  <a:cubicBezTo>
                    <a:pt x="20112" y="69247"/>
                    <a:pt x="20093" y="68978"/>
                    <a:pt x="20074" y="68699"/>
                  </a:cubicBezTo>
                  <a:cubicBezTo>
                    <a:pt x="20011" y="67800"/>
                    <a:pt x="19949" y="66896"/>
                    <a:pt x="19891" y="65992"/>
                  </a:cubicBezTo>
                  <a:cubicBezTo>
                    <a:pt x="19872" y="65679"/>
                    <a:pt x="19848" y="65367"/>
                    <a:pt x="19828" y="65045"/>
                  </a:cubicBezTo>
                  <a:cubicBezTo>
                    <a:pt x="19400" y="58659"/>
                    <a:pt x="19232" y="52274"/>
                    <a:pt x="19088" y="45874"/>
                  </a:cubicBezTo>
                  <a:cubicBezTo>
                    <a:pt x="19069" y="45115"/>
                    <a:pt x="19050" y="44355"/>
                    <a:pt x="19035" y="43595"/>
                  </a:cubicBezTo>
                  <a:cubicBezTo>
                    <a:pt x="19030" y="43413"/>
                    <a:pt x="19025" y="43225"/>
                    <a:pt x="19021" y="43038"/>
                  </a:cubicBezTo>
                  <a:cubicBezTo>
                    <a:pt x="18924" y="38782"/>
                    <a:pt x="18732" y="34537"/>
                    <a:pt x="18448" y="30291"/>
                  </a:cubicBezTo>
                  <a:cubicBezTo>
                    <a:pt x="18285" y="30262"/>
                    <a:pt x="18122" y="30229"/>
                    <a:pt x="17953" y="30195"/>
                  </a:cubicBezTo>
                  <a:cubicBezTo>
                    <a:pt x="11178" y="28878"/>
                    <a:pt x="5596" y="26363"/>
                    <a:pt x="1379" y="20646"/>
                  </a:cubicBezTo>
                  <a:cubicBezTo>
                    <a:pt x="-298" y="17742"/>
                    <a:pt x="-726" y="14443"/>
                    <a:pt x="0" y="11183"/>
                  </a:cubicBezTo>
                  <a:cubicBezTo>
                    <a:pt x="783" y="8529"/>
                    <a:pt x="2428" y="6471"/>
                    <a:pt x="4812" y="5096"/>
                  </a:cubicBezTo>
                  <a:cubicBezTo>
                    <a:pt x="7077" y="3942"/>
                    <a:pt x="9188" y="3245"/>
                    <a:pt x="11707" y="3986"/>
                  </a:cubicBezTo>
                  <a:cubicBezTo>
                    <a:pt x="14934" y="5072"/>
                    <a:pt x="16785" y="7289"/>
                    <a:pt x="18295" y="10255"/>
                  </a:cubicBezTo>
                  <a:cubicBezTo>
                    <a:pt x="19862" y="13592"/>
                    <a:pt x="20723" y="17088"/>
                    <a:pt x="21482" y="20675"/>
                  </a:cubicBezTo>
                  <a:cubicBezTo>
                    <a:pt x="21526" y="20872"/>
                    <a:pt x="21569" y="21069"/>
                    <a:pt x="21612" y="21271"/>
                  </a:cubicBezTo>
                  <a:cubicBezTo>
                    <a:pt x="22045" y="23338"/>
                    <a:pt x="22410" y="25286"/>
                    <a:pt x="22295" y="27406"/>
                  </a:cubicBezTo>
                  <a:cubicBezTo>
                    <a:pt x="28276" y="27757"/>
                    <a:pt x="34176" y="26781"/>
                    <a:pt x="40085" y="25964"/>
                  </a:cubicBezTo>
                  <a:cubicBezTo>
                    <a:pt x="40100" y="25762"/>
                    <a:pt x="40119" y="25565"/>
                    <a:pt x="40133" y="25358"/>
                  </a:cubicBezTo>
                  <a:cubicBezTo>
                    <a:pt x="40869" y="17025"/>
                    <a:pt x="42182" y="5971"/>
                    <a:pt x="48740" y="0"/>
                  </a:cubicBezTo>
                  <a:cubicBezTo>
                    <a:pt x="52255" y="-2697"/>
                    <a:pt x="56919" y="-2437"/>
                    <a:pt x="60280" y="480"/>
                  </a:cubicBezTo>
                  <a:close/>
                  <a:moveTo>
                    <a:pt x="49702" y="4808"/>
                  </a:moveTo>
                  <a:cubicBezTo>
                    <a:pt x="49601" y="4957"/>
                    <a:pt x="49504" y="5106"/>
                    <a:pt x="49404" y="5260"/>
                  </a:cubicBezTo>
                  <a:cubicBezTo>
                    <a:pt x="45975" y="10650"/>
                    <a:pt x="45086" y="17790"/>
                    <a:pt x="44893" y="24040"/>
                  </a:cubicBezTo>
                  <a:cubicBezTo>
                    <a:pt x="50774" y="22420"/>
                    <a:pt x="56231" y="19227"/>
                    <a:pt x="59342" y="13861"/>
                  </a:cubicBezTo>
                  <a:cubicBezTo>
                    <a:pt x="60457" y="11784"/>
                    <a:pt x="60659" y="9530"/>
                    <a:pt x="60280" y="7212"/>
                  </a:cubicBezTo>
                  <a:cubicBezTo>
                    <a:pt x="59876" y="5933"/>
                    <a:pt x="59174" y="4894"/>
                    <a:pt x="58356" y="3846"/>
                  </a:cubicBezTo>
                  <a:cubicBezTo>
                    <a:pt x="58289" y="3759"/>
                    <a:pt x="58289" y="3759"/>
                    <a:pt x="57952" y="3317"/>
                  </a:cubicBezTo>
                  <a:cubicBezTo>
                    <a:pt x="56938" y="2312"/>
                    <a:pt x="55669" y="2216"/>
                    <a:pt x="54298" y="2163"/>
                  </a:cubicBezTo>
                  <a:cubicBezTo>
                    <a:pt x="52077" y="2192"/>
                    <a:pt x="50904" y="2913"/>
                    <a:pt x="49702" y="4808"/>
                  </a:cubicBezTo>
                  <a:close/>
                  <a:moveTo>
                    <a:pt x="3601" y="10246"/>
                  </a:moveTo>
                  <a:cubicBezTo>
                    <a:pt x="2471" y="12573"/>
                    <a:pt x="2375" y="14698"/>
                    <a:pt x="3154" y="17126"/>
                  </a:cubicBezTo>
                  <a:cubicBezTo>
                    <a:pt x="3178" y="17213"/>
                    <a:pt x="3178" y="17213"/>
                    <a:pt x="3317" y="17655"/>
                  </a:cubicBezTo>
                  <a:cubicBezTo>
                    <a:pt x="4240" y="20208"/>
                    <a:pt x="6087" y="21944"/>
                    <a:pt x="8351" y="23348"/>
                  </a:cubicBezTo>
                  <a:cubicBezTo>
                    <a:pt x="8462" y="23420"/>
                    <a:pt x="8462" y="23420"/>
                    <a:pt x="9034" y="23781"/>
                  </a:cubicBezTo>
                  <a:cubicBezTo>
                    <a:pt x="11587" y="25319"/>
                    <a:pt x="14929" y="26925"/>
                    <a:pt x="17968" y="26925"/>
                  </a:cubicBezTo>
                  <a:cubicBezTo>
                    <a:pt x="18083" y="24112"/>
                    <a:pt x="17790" y="21555"/>
                    <a:pt x="17155" y="18809"/>
                  </a:cubicBezTo>
                  <a:cubicBezTo>
                    <a:pt x="17112" y="18622"/>
                    <a:pt x="17073" y="18434"/>
                    <a:pt x="17025" y="18242"/>
                  </a:cubicBezTo>
                  <a:cubicBezTo>
                    <a:pt x="16112" y="14251"/>
                    <a:pt x="14977" y="10087"/>
                    <a:pt x="11491" y="7587"/>
                  </a:cubicBezTo>
                  <a:cubicBezTo>
                    <a:pt x="8717" y="6178"/>
                    <a:pt x="5274" y="7784"/>
                    <a:pt x="3601" y="1024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lang="en-IN" noProof="1">
                <a:latin typeface="Poppins "/>
              </a:endParaRPr>
            </a:p>
          </p:txBody>
        </p:sp>
        <p:sp>
          <p:nvSpPr>
            <p:cNvPr id="148" name="New shape">
              <a:extLst>
                <a:ext uri="{FF2B5EF4-FFF2-40B4-BE49-F238E27FC236}">
                  <a16:creationId xmlns:a16="http://schemas.microsoft.com/office/drawing/2014/main" id="{A36C416E-C627-5858-1CDD-E92B7CA8337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4224" y="5537002"/>
              <a:ext cx="72397" cy="48904"/>
            </a:xfrm>
            <a:custGeom>
              <a:avLst/>
              <a:gdLst/>
              <a:ahLst/>
              <a:cxnLst/>
              <a:rect l="l" t="t" r="r" b="b"/>
              <a:pathLst>
                <a:path w="72396" h="48903">
                  <a:moveTo>
                    <a:pt x="10775" y="19"/>
                  </a:moveTo>
                  <a:cubicBezTo>
                    <a:pt x="11039" y="14"/>
                    <a:pt x="11308" y="14"/>
                    <a:pt x="11582" y="9"/>
                  </a:cubicBezTo>
                  <a:cubicBezTo>
                    <a:pt x="12462" y="5"/>
                    <a:pt x="13342" y="5"/>
                    <a:pt x="14222" y="5"/>
                  </a:cubicBezTo>
                  <a:cubicBezTo>
                    <a:pt x="14852" y="5"/>
                    <a:pt x="15482" y="0"/>
                    <a:pt x="16112" y="0"/>
                  </a:cubicBezTo>
                  <a:cubicBezTo>
                    <a:pt x="17804" y="-9"/>
                    <a:pt x="19497" y="-4"/>
                    <a:pt x="21189" y="0"/>
                  </a:cubicBezTo>
                  <a:cubicBezTo>
                    <a:pt x="22064" y="0"/>
                    <a:pt x="22944" y="0"/>
                    <a:pt x="23819" y="0"/>
                  </a:cubicBezTo>
                  <a:cubicBezTo>
                    <a:pt x="33638" y="5"/>
                    <a:pt x="43422" y="221"/>
                    <a:pt x="53226" y="812"/>
                  </a:cubicBezTo>
                  <a:cubicBezTo>
                    <a:pt x="53486" y="827"/>
                    <a:pt x="53745" y="841"/>
                    <a:pt x="54010" y="860"/>
                  </a:cubicBezTo>
                  <a:cubicBezTo>
                    <a:pt x="55500" y="947"/>
                    <a:pt x="56986" y="1038"/>
                    <a:pt x="58472" y="1139"/>
                  </a:cubicBezTo>
                  <a:cubicBezTo>
                    <a:pt x="58914" y="1168"/>
                    <a:pt x="59356" y="1197"/>
                    <a:pt x="59794" y="1226"/>
                  </a:cubicBezTo>
                  <a:cubicBezTo>
                    <a:pt x="62357" y="1389"/>
                    <a:pt x="64674" y="1726"/>
                    <a:pt x="67107" y="2553"/>
                  </a:cubicBezTo>
                  <a:cubicBezTo>
                    <a:pt x="66136" y="2918"/>
                    <a:pt x="65352" y="3091"/>
                    <a:pt x="64318" y="3067"/>
                  </a:cubicBezTo>
                  <a:cubicBezTo>
                    <a:pt x="64054" y="3062"/>
                    <a:pt x="63794" y="3057"/>
                    <a:pt x="63530" y="3053"/>
                  </a:cubicBezTo>
                  <a:cubicBezTo>
                    <a:pt x="63246" y="3048"/>
                    <a:pt x="62967" y="3043"/>
                    <a:pt x="62679" y="3038"/>
                  </a:cubicBezTo>
                  <a:cubicBezTo>
                    <a:pt x="60251" y="3014"/>
                    <a:pt x="57851" y="3067"/>
                    <a:pt x="55428" y="3231"/>
                  </a:cubicBezTo>
                  <a:cubicBezTo>
                    <a:pt x="55120" y="3250"/>
                    <a:pt x="54808" y="3269"/>
                    <a:pt x="54486" y="3288"/>
                  </a:cubicBezTo>
                  <a:cubicBezTo>
                    <a:pt x="53991" y="3322"/>
                    <a:pt x="53495" y="3356"/>
                    <a:pt x="53000" y="3385"/>
                  </a:cubicBezTo>
                  <a:cubicBezTo>
                    <a:pt x="46283" y="3817"/>
                    <a:pt x="39580" y="4038"/>
                    <a:pt x="32854" y="4096"/>
                  </a:cubicBezTo>
                  <a:cubicBezTo>
                    <a:pt x="32113" y="4101"/>
                    <a:pt x="31373" y="4110"/>
                    <a:pt x="30632" y="4116"/>
                  </a:cubicBezTo>
                  <a:cubicBezTo>
                    <a:pt x="27276" y="4149"/>
                    <a:pt x="23920" y="4178"/>
                    <a:pt x="20564" y="4183"/>
                  </a:cubicBezTo>
                  <a:cubicBezTo>
                    <a:pt x="19136" y="4188"/>
                    <a:pt x="17708" y="4192"/>
                    <a:pt x="16280" y="4207"/>
                  </a:cubicBezTo>
                  <a:cubicBezTo>
                    <a:pt x="15443" y="4216"/>
                    <a:pt x="14607" y="4221"/>
                    <a:pt x="13770" y="4216"/>
                  </a:cubicBezTo>
                  <a:cubicBezTo>
                    <a:pt x="7596" y="4192"/>
                    <a:pt x="7596" y="4192"/>
                    <a:pt x="5519" y="5894"/>
                  </a:cubicBezTo>
                  <a:cubicBezTo>
                    <a:pt x="4394" y="7192"/>
                    <a:pt x="4447" y="8592"/>
                    <a:pt x="4495" y="10231"/>
                  </a:cubicBezTo>
                  <a:cubicBezTo>
                    <a:pt x="4596" y="11578"/>
                    <a:pt x="5067" y="12674"/>
                    <a:pt x="6043" y="13611"/>
                  </a:cubicBezTo>
                  <a:cubicBezTo>
                    <a:pt x="7438" y="14525"/>
                    <a:pt x="8625" y="14708"/>
                    <a:pt x="10265" y="14670"/>
                  </a:cubicBezTo>
                  <a:cubicBezTo>
                    <a:pt x="10376" y="14670"/>
                    <a:pt x="10376" y="14670"/>
                    <a:pt x="10943" y="14664"/>
                  </a:cubicBezTo>
                  <a:cubicBezTo>
                    <a:pt x="11433" y="14660"/>
                    <a:pt x="11924" y="14655"/>
                    <a:pt x="12414" y="14650"/>
                  </a:cubicBezTo>
                  <a:cubicBezTo>
                    <a:pt x="13212" y="14636"/>
                    <a:pt x="14011" y="14631"/>
                    <a:pt x="14809" y="14621"/>
                  </a:cubicBezTo>
                  <a:cubicBezTo>
                    <a:pt x="15977" y="14616"/>
                    <a:pt x="17141" y="14607"/>
                    <a:pt x="18304" y="14592"/>
                  </a:cubicBezTo>
                  <a:cubicBezTo>
                    <a:pt x="21439" y="14564"/>
                    <a:pt x="24574" y="14544"/>
                    <a:pt x="27709" y="14540"/>
                  </a:cubicBezTo>
                  <a:cubicBezTo>
                    <a:pt x="27791" y="14540"/>
                    <a:pt x="27791" y="14540"/>
                    <a:pt x="28204" y="14540"/>
                  </a:cubicBezTo>
                  <a:cubicBezTo>
                    <a:pt x="33594" y="14530"/>
                    <a:pt x="38975" y="14640"/>
                    <a:pt x="44360" y="14838"/>
                  </a:cubicBezTo>
                  <a:cubicBezTo>
                    <a:pt x="44711" y="14847"/>
                    <a:pt x="45062" y="14862"/>
                    <a:pt x="45413" y="14876"/>
                  </a:cubicBezTo>
                  <a:cubicBezTo>
                    <a:pt x="48644" y="14992"/>
                    <a:pt x="51875" y="15112"/>
                    <a:pt x="55106" y="15256"/>
                  </a:cubicBezTo>
                  <a:cubicBezTo>
                    <a:pt x="56529" y="15318"/>
                    <a:pt x="57952" y="15376"/>
                    <a:pt x="59376" y="15429"/>
                  </a:cubicBezTo>
                  <a:cubicBezTo>
                    <a:pt x="59962" y="15453"/>
                    <a:pt x="60549" y="15482"/>
                    <a:pt x="61131" y="15511"/>
                  </a:cubicBezTo>
                  <a:cubicBezTo>
                    <a:pt x="61934" y="15554"/>
                    <a:pt x="62732" y="15583"/>
                    <a:pt x="63535" y="15612"/>
                  </a:cubicBezTo>
                  <a:cubicBezTo>
                    <a:pt x="63766" y="15626"/>
                    <a:pt x="63996" y="15641"/>
                    <a:pt x="64237" y="15655"/>
                  </a:cubicBezTo>
                  <a:cubicBezTo>
                    <a:pt x="66184" y="15708"/>
                    <a:pt x="67588" y="14996"/>
                    <a:pt x="69002" y="13669"/>
                  </a:cubicBezTo>
                  <a:cubicBezTo>
                    <a:pt x="70324" y="12241"/>
                    <a:pt x="70574" y="10169"/>
                    <a:pt x="70954" y="8323"/>
                  </a:cubicBezTo>
                  <a:cubicBezTo>
                    <a:pt x="71112" y="8323"/>
                    <a:pt x="71271" y="8323"/>
                    <a:pt x="71435" y="8323"/>
                  </a:cubicBezTo>
                  <a:cubicBezTo>
                    <a:pt x="71420" y="11881"/>
                    <a:pt x="70420" y="13861"/>
                    <a:pt x="68069" y="16497"/>
                  </a:cubicBezTo>
                  <a:cubicBezTo>
                    <a:pt x="68223" y="16588"/>
                    <a:pt x="68372" y="16674"/>
                    <a:pt x="68526" y="16766"/>
                  </a:cubicBezTo>
                  <a:cubicBezTo>
                    <a:pt x="70699" y="18237"/>
                    <a:pt x="71680" y="20271"/>
                    <a:pt x="72396" y="22747"/>
                  </a:cubicBezTo>
                  <a:cubicBezTo>
                    <a:pt x="72810" y="24963"/>
                    <a:pt x="72411" y="27127"/>
                    <a:pt x="71247" y="29075"/>
                  </a:cubicBezTo>
                  <a:cubicBezTo>
                    <a:pt x="69963" y="30854"/>
                    <a:pt x="67968" y="32147"/>
                    <a:pt x="66146" y="33325"/>
                  </a:cubicBezTo>
                  <a:cubicBezTo>
                    <a:pt x="66280" y="33518"/>
                    <a:pt x="66415" y="33710"/>
                    <a:pt x="66550" y="33907"/>
                  </a:cubicBezTo>
                  <a:cubicBezTo>
                    <a:pt x="66723" y="34162"/>
                    <a:pt x="66901" y="34416"/>
                    <a:pt x="67078" y="34681"/>
                  </a:cubicBezTo>
                  <a:cubicBezTo>
                    <a:pt x="67252" y="34931"/>
                    <a:pt x="67425" y="35181"/>
                    <a:pt x="67602" y="35441"/>
                  </a:cubicBezTo>
                  <a:cubicBezTo>
                    <a:pt x="68680" y="37220"/>
                    <a:pt x="68838" y="38980"/>
                    <a:pt x="68550" y="41018"/>
                  </a:cubicBezTo>
                  <a:cubicBezTo>
                    <a:pt x="67843" y="43470"/>
                    <a:pt x="66641" y="45158"/>
                    <a:pt x="64448" y="46456"/>
                  </a:cubicBezTo>
                  <a:cubicBezTo>
                    <a:pt x="62876" y="47197"/>
                    <a:pt x="61491" y="47375"/>
                    <a:pt x="59780" y="47456"/>
                  </a:cubicBezTo>
                  <a:cubicBezTo>
                    <a:pt x="59525" y="47471"/>
                    <a:pt x="59275" y="47485"/>
                    <a:pt x="59015" y="47500"/>
                  </a:cubicBezTo>
                  <a:cubicBezTo>
                    <a:pt x="58174" y="47548"/>
                    <a:pt x="57327" y="47591"/>
                    <a:pt x="56486" y="47634"/>
                  </a:cubicBezTo>
                  <a:cubicBezTo>
                    <a:pt x="55890" y="47663"/>
                    <a:pt x="55289" y="47697"/>
                    <a:pt x="54693" y="47730"/>
                  </a:cubicBezTo>
                  <a:cubicBezTo>
                    <a:pt x="52918" y="47822"/>
                    <a:pt x="51144" y="47913"/>
                    <a:pt x="49365" y="48000"/>
                  </a:cubicBezTo>
                  <a:cubicBezTo>
                    <a:pt x="48870" y="48024"/>
                    <a:pt x="48370" y="48048"/>
                    <a:pt x="47870" y="48072"/>
                  </a:cubicBezTo>
                  <a:cubicBezTo>
                    <a:pt x="39080" y="48505"/>
                    <a:pt x="30296" y="48870"/>
                    <a:pt x="21497" y="48889"/>
                  </a:cubicBezTo>
                  <a:cubicBezTo>
                    <a:pt x="20833" y="48894"/>
                    <a:pt x="20170" y="48899"/>
                    <a:pt x="19511" y="48903"/>
                  </a:cubicBezTo>
                  <a:cubicBezTo>
                    <a:pt x="9193" y="48985"/>
                    <a:pt x="9193" y="48985"/>
                    <a:pt x="6346" y="46341"/>
                  </a:cubicBezTo>
                  <a:cubicBezTo>
                    <a:pt x="6077" y="46019"/>
                    <a:pt x="5813" y="45687"/>
                    <a:pt x="5563" y="45346"/>
                  </a:cubicBezTo>
                  <a:cubicBezTo>
                    <a:pt x="5428" y="45182"/>
                    <a:pt x="5289" y="45018"/>
                    <a:pt x="5149" y="44850"/>
                  </a:cubicBezTo>
                  <a:cubicBezTo>
                    <a:pt x="3351" y="42614"/>
                    <a:pt x="3360" y="40119"/>
                    <a:pt x="3543" y="37350"/>
                  </a:cubicBezTo>
                  <a:cubicBezTo>
                    <a:pt x="3774" y="35797"/>
                    <a:pt x="4625" y="34551"/>
                    <a:pt x="5563" y="33325"/>
                  </a:cubicBezTo>
                  <a:cubicBezTo>
                    <a:pt x="5452" y="33258"/>
                    <a:pt x="5452" y="33258"/>
                    <a:pt x="4894" y="32921"/>
                  </a:cubicBezTo>
                  <a:cubicBezTo>
                    <a:pt x="2327" y="31277"/>
                    <a:pt x="875" y="29575"/>
                    <a:pt x="0" y="26637"/>
                  </a:cubicBezTo>
                  <a:cubicBezTo>
                    <a:pt x="-538" y="23771"/>
                    <a:pt x="230" y="21213"/>
                    <a:pt x="1620" y="18684"/>
                  </a:cubicBezTo>
                  <a:cubicBezTo>
                    <a:pt x="2235" y="17795"/>
                    <a:pt x="2235" y="17795"/>
                    <a:pt x="2678" y="17458"/>
                  </a:cubicBezTo>
                  <a:cubicBezTo>
                    <a:pt x="2995" y="17458"/>
                    <a:pt x="3312" y="17458"/>
                    <a:pt x="3639" y="17458"/>
                  </a:cubicBezTo>
                  <a:cubicBezTo>
                    <a:pt x="3553" y="17338"/>
                    <a:pt x="3471" y="17218"/>
                    <a:pt x="3384" y="17093"/>
                  </a:cubicBezTo>
                  <a:cubicBezTo>
                    <a:pt x="2995" y="16535"/>
                    <a:pt x="2610" y="15977"/>
                    <a:pt x="2226" y="15414"/>
                  </a:cubicBezTo>
                  <a:cubicBezTo>
                    <a:pt x="2096" y="15227"/>
                    <a:pt x="1961" y="15035"/>
                    <a:pt x="1822" y="14842"/>
                  </a:cubicBezTo>
                  <a:cubicBezTo>
                    <a:pt x="283" y="12578"/>
                    <a:pt x="-177" y="10078"/>
                    <a:pt x="274" y="7361"/>
                  </a:cubicBezTo>
                  <a:cubicBezTo>
                    <a:pt x="966" y="4904"/>
                    <a:pt x="2452" y="2740"/>
                    <a:pt x="4620" y="1351"/>
                  </a:cubicBezTo>
                  <a:cubicBezTo>
                    <a:pt x="6596" y="327"/>
                    <a:pt x="8572" y="9"/>
                    <a:pt x="10775" y="19"/>
                  </a:cubicBezTo>
                  <a:close/>
                  <a:moveTo>
                    <a:pt x="38619" y="18699"/>
                  </a:moveTo>
                  <a:cubicBezTo>
                    <a:pt x="34311" y="18862"/>
                    <a:pt x="30007" y="18915"/>
                    <a:pt x="25694" y="18877"/>
                  </a:cubicBezTo>
                  <a:cubicBezTo>
                    <a:pt x="24887" y="18867"/>
                    <a:pt x="24079" y="18862"/>
                    <a:pt x="23271" y="18857"/>
                  </a:cubicBezTo>
                  <a:cubicBezTo>
                    <a:pt x="20867" y="18838"/>
                    <a:pt x="18463" y="18814"/>
                    <a:pt x="16059" y="18771"/>
                  </a:cubicBezTo>
                  <a:cubicBezTo>
                    <a:pt x="15059" y="18756"/>
                    <a:pt x="14059" y="18747"/>
                    <a:pt x="13059" y="18737"/>
                  </a:cubicBezTo>
                  <a:cubicBezTo>
                    <a:pt x="12592" y="18732"/>
                    <a:pt x="12126" y="18727"/>
                    <a:pt x="11659" y="18713"/>
                  </a:cubicBezTo>
                  <a:cubicBezTo>
                    <a:pt x="9068" y="18651"/>
                    <a:pt x="7255" y="18689"/>
                    <a:pt x="5130" y="20304"/>
                  </a:cubicBezTo>
                  <a:cubicBezTo>
                    <a:pt x="3990" y="21435"/>
                    <a:pt x="3654" y="22463"/>
                    <a:pt x="3625" y="24045"/>
                  </a:cubicBezTo>
                  <a:cubicBezTo>
                    <a:pt x="3803" y="26113"/>
                    <a:pt x="4447" y="27647"/>
                    <a:pt x="6043" y="28998"/>
                  </a:cubicBezTo>
                  <a:cubicBezTo>
                    <a:pt x="7596" y="30051"/>
                    <a:pt x="9020" y="30094"/>
                    <a:pt x="10852" y="30065"/>
                  </a:cubicBezTo>
                  <a:cubicBezTo>
                    <a:pt x="11135" y="30060"/>
                    <a:pt x="11419" y="30060"/>
                    <a:pt x="11712" y="30060"/>
                  </a:cubicBezTo>
                  <a:cubicBezTo>
                    <a:pt x="12491" y="30060"/>
                    <a:pt x="13265" y="30051"/>
                    <a:pt x="14044" y="30041"/>
                  </a:cubicBezTo>
                  <a:cubicBezTo>
                    <a:pt x="14871" y="30036"/>
                    <a:pt x="15693" y="30031"/>
                    <a:pt x="16520" y="30031"/>
                  </a:cubicBezTo>
                  <a:cubicBezTo>
                    <a:pt x="18271" y="30027"/>
                    <a:pt x="20026" y="30012"/>
                    <a:pt x="21776" y="29998"/>
                  </a:cubicBezTo>
                  <a:cubicBezTo>
                    <a:pt x="24714" y="29979"/>
                    <a:pt x="27647" y="29959"/>
                    <a:pt x="30584" y="29950"/>
                  </a:cubicBezTo>
                  <a:cubicBezTo>
                    <a:pt x="30921" y="29950"/>
                    <a:pt x="31257" y="29950"/>
                    <a:pt x="31599" y="29945"/>
                  </a:cubicBezTo>
                  <a:cubicBezTo>
                    <a:pt x="36796" y="29926"/>
                    <a:pt x="41965" y="30060"/>
                    <a:pt x="47158" y="30353"/>
                  </a:cubicBezTo>
                  <a:cubicBezTo>
                    <a:pt x="50312" y="30531"/>
                    <a:pt x="53471" y="30565"/>
                    <a:pt x="56630" y="30584"/>
                  </a:cubicBezTo>
                  <a:cubicBezTo>
                    <a:pt x="57356" y="30589"/>
                    <a:pt x="58087" y="30599"/>
                    <a:pt x="58813" y="30613"/>
                  </a:cubicBezTo>
                  <a:cubicBezTo>
                    <a:pt x="59722" y="30633"/>
                    <a:pt x="60631" y="30642"/>
                    <a:pt x="61539" y="30642"/>
                  </a:cubicBezTo>
                  <a:cubicBezTo>
                    <a:pt x="61876" y="30647"/>
                    <a:pt x="62217" y="30652"/>
                    <a:pt x="62554" y="30661"/>
                  </a:cubicBezTo>
                  <a:cubicBezTo>
                    <a:pt x="65054" y="30724"/>
                    <a:pt x="66650" y="30176"/>
                    <a:pt x="68550" y="28517"/>
                  </a:cubicBezTo>
                  <a:cubicBezTo>
                    <a:pt x="69579" y="27349"/>
                    <a:pt x="69949" y="25796"/>
                    <a:pt x="70055" y="24271"/>
                  </a:cubicBezTo>
                  <a:cubicBezTo>
                    <a:pt x="69915" y="22305"/>
                    <a:pt x="69237" y="21209"/>
                    <a:pt x="67804" y="19886"/>
                  </a:cubicBezTo>
                  <a:cubicBezTo>
                    <a:pt x="65747" y="18405"/>
                    <a:pt x="64174" y="18285"/>
                    <a:pt x="61679" y="18309"/>
                  </a:cubicBezTo>
                  <a:cubicBezTo>
                    <a:pt x="61328" y="18314"/>
                    <a:pt x="60977" y="18314"/>
                    <a:pt x="60626" y="18309"/>
                  </a:cubicBezTo>
                  <a:cubicBezTo>
                    <a:pt x="59679" y="18314"/>
                    <a:pt x="58731" y="18319"/>
                    <a:pt x="57784" y="18328"/>
                  </a:cubicBezTo>
                  <a:cubicBezTo>
                    <a:pt x="56981" y="18333"/>
                    <a:pt x="56178" y="18338"/>
                    <a:pt x="55375" y="18338"/>
                  </a:cubicBezTo>
                  <a:cubicBezTo>
                    <a:pt x="49788" y="18362"/>
                    <a:pt x="44206" y="18487"/>
                    <a:pt x="38619" y="18699"/>
                  </a:cubicBezTo>
                  <a:close/>
                  <a:moveTo>
                    <a:pt x="48235" y="33056"/>
                  </a:moveTo>
                  <a:cubicBezTo>
                    <a:pt x="45134" y="33301"/>
                    <a:pt x="42028" y="33469"/>
                    <a:pt x="38922" y="33599"/>
                  </a:cubicBezTo>
                  <a:cubicBezTo>
                    <a:pt x="38657" y="33609"/>
                    <a:pt x="38398" y="33618"/>
                    <a:pt x="38128" y="33633"/>
                  </a:cubicBezTo>
                  <a:cubicBezTo>
                    <a:pt x="34349" y="33787"/>
                    <a:pt x="30584" y="33816"/>
                    <a:pt x="26800" y="33763"/>
                  </a:cubicBezTo>
                  <a:cubicBezTo>
                    <a:pt x="26084" y="33753"/>
                    <a:pt x="25363" y="33748"/>
                    <a:pt x="24646" y="33739"/>
                  </a:cubicBezTo>
                  <a:cubicBezTo>
                    <a:pt x="24165" y="33734"/>
                    <a:pt x="23685" y="33729"/>
                    <a:pt x="23204" y="33724"/>
                  </a:cubicBezTo>
                  <a:cubicBezTo>
                    <a:pt x="22963" y="33720"/>
                    <a:pt x="22728" y="33720"/>
                    <a:pt x="22483" y="33714"/>
                  </a:cubicBezTo>
                  <a:cubicBezTo>
                    <a:pt x="21050" y="33700"/>
                    <a:pt x="19617" y="33671"/>
                    <a:pt x="18184" y="33638"/>
                  </a:cubicBezTo>
                  <a:cubicBezTo>
                    <a:pt x="17280" y="33618"/>
                    <a:pt x="16376" y="33609"/>
                    <a:pt x="15467" y="33599"/>
                  </a:cubicBezTo>
                  <a:cubicBezTo>
                    <a:pt x="15044" y="33594"/>
                    <a:pt x="14621" y="33585"/>
                    <a:pt x="14198" y="33570"/>
                  </a:cubicBezTo>
                  <a:cubicBezTo>
                    <a:pt x="11554" y="33479"/>
                    <a:pt x="9991" y="33729"/>
                    <a:pt x="8010" y="35551"/>
                  </a:cubicBezTo>
                  <a:cubicBezTo>
                    <a:pt x="6779" y="37109"/>
                    <a:pt x="6736" y="39129"/>
                    <a:pt x="6914" y="41037"/>
                  </a:cubicBezTo>
                  <a:cubicBezTo>
                    <a:pt x="7154" y="42264"/>
                    <a:pt x="7981" y="43148"/>
                    <a:pt x="8928" y="43903"/>
                  </a:cubicBezTo>
                  <a:cubicBezTo>
                    <a:pt x="10462" y="44922"/>
                    <a:pt x="11847" y="45009"/>
                    <a:pt x="13650" y="45004"/>
                  </a:cubicBezTo>
                  <a:cubicBezTo>
                    <a:pt x="13789" y="45009"/>
                    <a:pt x="13789" y="45009"/>
                    <a:pt x="14487" y="45014"/>
                  </a:cubicBezTo>
                  <a:cubicBezTo>
                    <a:pt x="15400" y="45023"/>
                    <a:pt x="16318" y="45028"/>
                    <a:pt x="17232" y="45033"/>
                  </a:cubicBezTo>
                  <a:cubicBezTo>
                    <a:pt x="17876" y="45038"/>
                    <a:pt x="18521" y="45048"/>
                    <a:pt x="19170" y="45052"/>
                  </a:cubicBezTo>
                  <a:cubicBezTo>
                    <a:pt x="20535" y="45067"/>
                    <a:pt x="21906" y="45081"/>
                    <a:pt x="23271" y="45091"/>
                  </a:cubicBezTo>
                  <a:cubicBezTo>
                    <a:pt x="26795" y="45115"/>
                    <a:pt x="30315" y="45163"/>
                    <a:pt x="33839" y="45211"/>
                  </a:cubicBezTo>
                  <a:cubicBezTo>
                    <a:pt x="33926" y="45211"/>
                    <a:pt x="33926" y="45211"/>
                    <a:pt x="34359" y="45216"/>
                  </a:cubicBezTo>
                  <a:cubicBezTo>
                    <a:pt x="40754" y="45302"/>
                    <a:pt x="47115" y="45557"/>
                    <a:pt x="53486" y="46057"/>
                  </a:cubicBezTo>
                  <a:cubicBezTo>
                    <a:pt x="55548" y="46216"/>
                    <a:pt x="57597" y="46360"/>
                    <a:pt x="59664" y="46384"/>
                  </a:cubicBezTo>
                  <a:cubicBezTo>
                    <a:pt x="59756" y="46389"/>
                    <a:pt x="59756" y="46389"/>
                    <a:pt x="60236" y="46399"/>
                  </a:cubicBezTo>
                  <a:cubicBezTo>
                    <a:pt x="62265" y="46399"/>
                    <a:pt x="64117" y="45706"/>
                    <a:pt x="65665" y="44384"/>
                  </a:cubicBezTo>
                  <a:cubicBezTo>
                    <a:pt x="66997" y="42990"/>
                    <a:pt x="67689" y="41287"/>
                    <a:pt x="67857" y="39369"/>
                  </a:cubicBezTo>
                  <a:cubicBezTo>
                    <a:pt x="67742" y="37330"/>
                    <a:pt x="66569" y="35292"/>
                    <a:pt x="65184" y="33806"/>
                  </a:cubicBezTo>
                  <a:cubicBezTo>
                    <a:pt x="64112" y="33142"/>
                    <a:pt x="62958" y="33152"/>
                    <a:pt x="61727" y="33056"/>
                  </a:cubicBezTo>
                  <a:cubicBezTo>
                    <a:pt x="61477" y="33037"/>
                    <a:pt x="61222" y="33017"/>
                    <a:pt x="60962" y="32998"/>
                  </a:cubicBezTo>
                  <a:cubicBezTo>
                    <a:pt x="56722" y="32695"/>
                    <a:pt x="52471" y="32715"/>
                    <a:pt x="48235" y="3305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lang="en-IN" noProof="1">
                <a:latin typeface="Poppins "/>
              </a:endParaRPr>
            </a:p>
          </p:txBody>
        </p:sp>
        <p:sp>
          <p:nvSpPr>
            <p:cNvPr id="149" name="New shape">
              <a:extLst>
                <a:ext uri="{FF2B5EF4-FFF2-40B4-BE49-F238E27FC236}">
                  <a16:creationId xmlns:a16="http://schemas.microsoft.com/office/drawing/2014/main" id="{FD6F2D36-1695-7568-954A-677E9F7ECA2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34211" y="5586619"/>
              <a:ext cx="32215" cy="12939"/>
            </a:xfrm>
            <a:custGeom>
              <a:avLst/>
              <a:gdLst/>
              <a:ahLst/>
              <a:cxnLst/>
              <a:rect l="l" t="t" r="r" b="b"/>
              <a:pathLst>
                <a:path w="32214" h="12938">
                  <a:moveTo>
                    <a:pt x="2264" y="0"/>
                  </a:moveTo>
                  <a:cubicBezTo>
                    <a:pt x="2529" y="0"/>
                    <a:pt x="2793" y="0"/>
                    <a:pt x="3067" y="0"/>
                  </a:cubicBezTo>
                  <a:cubicBezTo>
                    <a:pt x="3356" y="0"/>
                    <a:pt x="3644" y="0"/>
                    <a:pt x="3942" y="4"/>
                  </a:cubicBezTo>
                  <a:cubicBezTo>
                    <a:pt x="4091" y="4"/>
                    <a:pt x="4091" y="4"/>
                    <a:pt x="4865" y="4"/>
                  </a:cubicBezTo>
                  <a:cubicBezTo>
                    <a:pt x="5702" y="4"/>
                    <a:pt x="6534" y="4"/>
                    <a:pt x="7370" y="9"/>
                  </a:cubicBezTo>
                  <a:cubicBezTo>
                    <a:pt x="8246" y="14"/>
                    <a:pt x="9116" y="14"/>
                    <a:pt x="9991" y="14"/>
                  </a:cubicBezTo>
                  <a:cubicBezTo>
                    <a:pt x="11645" y="14"/>
                    <a:pt x="13299" y="18"/>
                    <a:pt x="14953" y="24"/>
                  </a:cubicBezTo>
                  <a:cubicBezTo>
                    <a:pt x="16833" y="28"/>
                    <a:pt x="18718" y="28"/>
                    <a:pt x="20598" y="33"/>
                  </a:cubicBezTo>
                  <a:cubicBezTo>
                    <a:pt x="24473" y="38"/>
                    <a:pt x="28344" y="48"/>
                    <a:pt x="32214" y="57"/>
                  </a:cubicBezTo>
                  <a:cubicBezTo>
                    <a:pt x="32147" y="673"/>
                    <a:pt x="32080" y="1288"/>
                    <a:pt x="32008" y="1904"/>
                  </a:cubicBezTo>
                  <a:cubicBezTo>
                    <a:pt x="31998" y="1990"/>
                    <a:pt x="31998" y="1990"/>
                    <a:pt x="31950" y="2432"/>
                  </a:cubicBezTo>
                  <a:cubicBezTo>
                    <a:pt x="31782" y="3865"/>
                    <a:pt x="31387" y="4923"/>
                    <a:pt x="30531" y="6096"/>
                  </a:cubicBezTo>
                  <a:cubicBezTo>
                    <a:pt x="30406" y="6274"/>
                    <a:pt x="30281" y="6452"/>
                    <a:pt x="30152" y="6639"/>
                  </a:cubicBezTo>
                  <a:cubicBezTo>
                    <a:pt x="27945" y="9601"/>
                    <a:pt x="24641" y="12260"/>
                    <a:pt x="20934" y="12938"/>
                  </a:cubicBezTo>
                  <a:cubicBezTo>
                    <a:pt x="15434" y="13684"/>
                    <a:pt x="10395" y="13578"/>
                    <a:pt x="5769" y="10154"/>
                  </a:cubicBezTo>
                  <a:cubicBezTo>
                    <a:pt x="3053" y="8053"/>
                    <a:pt x="721" y="5231"/>
                    <a:pt x="120" y="1769"/>
                  </a:cubicBezTo>
                  <a:cubicBezTo>
                    <a:pt x="72" y="1360"/>
                    <a:pt x="28" y="951"/>
                    <a:pt x="0" y="538"/>
                  </a:cubicBezTo>
                  <a:cubicBezTo>
                    <a:pt x="783" y="76"/>
                    <a:pt x="1360" y="0"/>
                    <a:pt x="2264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lang="en-IN" noProof="1">
                <a:latin typeface="Poppins 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9691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0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Strategic Integration Roadmap</a:t>
            </a:r>
            <a:endParaRPr dirty="0"/>
          </a:p>
        </p:txBody>
      </p:sp>
      <p:pic>
        <p:nvPicPr>
          <p:cNvPr id="3" name="New picture">
            <a:extLst>
              <a:ext uri="{FF2B5EF4-FFF2-40B4-BE49-F238E27FC236}">
                <a16:creationId xmlns:a16="http://schemas.microsoft.com/office/drawing/2014/main" id="{8B1D754D-B7D2-6440-AFDE-B58DF153B7A8}"/>
              </a:ext>
            </a:extLst>
          </p:cNvPr>
          <p:cNvPicPr/>
          <p:nvPr>
            <p:custDataLst>
              <p:tags r:id="rId1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273082" y="1824114"/>
            <a:ext cx="8635046" cy="1326265"/>
          </a:xfrm>
          <a:prstGeom prst="rect">
            <a:avLst/>
          </a:prstGeom>
        </p:spPr>
      </p:pic>
      <p:sp>
        <p:nvSpPr>
          <p:cNvPr id="4" name="New shape">
            <a:extLst>
              <a:ext uri="{FF2B5EF4-FFF2-40B4-BE49-F238E27FC236}">
                <a16:creationId xmlns:a16="http://schemas.microsoft.com/office/drawing/2014/main" id="{262798FA-D122-5867-1C14-822B28CBFE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237827" y="2234288"/>
            <a:ext cx="45719" cy="1473792"/>
          </a:xfrm>
          <a:custGeom>
            <a:avLst/>
            <a:gdLst/>
            <a:ahLst/>
            <a:cxnLst/>
            <a:rect l="l" t="t" r="r" b="b"/>
            <a:pathLst>
              <a:path h="1204469">
                <a:moveTo>
                  <a:pt x="0" y="0"/>
                </a:moveTo>
                <a:lnTo>
                  <a:pt x="0" y="1204469"/>
                </a:lnTo>
              </a:path>
            </a:pathLst>
          </a:custGeom>
          <a:solidFill>
            <a:srgbClr val="000000">
              <a:alpha val="100000"/>
            </a:srgbClr>
          </a:solidFill>
          <a:ln w="9525" cmpd="sng">
            <a:solidFill>
              <a:srgbClr val="000000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 dirty="0">
              <a:latin typeface="Poppins 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384ED4-FB45-0FDE-2E92-A7217475B244}"/>
              </a:ext>
            </a:extLst>
          </p:cNvPr>
          <p:cNvGrpSpPr/>
          <p:nvPr/>
        </p:nvGrpSpPr>
        <p:grpSpPr>
          <a:xfrm>
            <a:off x="1107253" y="3708048"/>
            <a:ext cx="290734" cy="290734"/>
            <a:chOff x="1842976" y="3712202"/>
            <a:chExt cx="290734" cy="290734"/>
          </a:xfrm>
        </p:grpSpPr>
        <p:sp>
          <p:nvSpPr>
            <p:cNvPr id="5" name="New shape">
              <a:extLst>
                <a:ext uri="{FF2B5EF4-FFF2-40B4-BE49-F238E27FC236}">
                  <a16:creationId xmlns:a16="http://schemas.microsoft.com/office/drawing/2014/main" id="{81963D6F-5C26-028F-49A6-1BD9B5A0D16B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842976" y="3712202"/>
              <a:ext cx="290734" cy="290734"/>
            </a:xfrm>
            <a:custGeom>
              <a:avLst/>
              <a:gdLst/>
              <a:ahLst/>
              <a:cxnLst/>
              <a:rect l="l" t="t" r="r" b="b"/>
              <a:pathLst>
                <a:path w="290734" h="290733">
                  <a:moveTo>
                    <a:pt x="0" y="145366"/>
                  </a:moveTo>
                  <a:cubicBezTo>
                    <a:pt x="0" y="225650"/>
                    <a:pt x="65083" y="290733"/>
                    <a:pt x="145366" y="290733"/>
                  </a:cubicBezTo>
                  <a:cubicBezTo>
                    <a:pt x="225650" y="290733"/>
                    <a:pt x="290734" y="225650"/>
                    <a:pt x="290734" y="145366"/>
                  </a:cubicBezTo>
                  <a:cubicBezTo>
                    <a:pt x="290734" y="65082"/>
                    <a:pt x="225650" y="0"/>
                    <a:pt x="145366" y="0"/>
                  </a:cubicBezTo>
                  <a:cubicBezTo>
                    <a:pt x="65083" y="0"/>
                    <a:pt x="0" y="65082"/>
                    <a:pt x="0" y="145366"/>
                  </a:cubicBezTo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 "/>
              </a:endParaRPr>
            </a:p>
          </p:txBody>
        </p:sp>
        <p:sp>
          <p:nvSpPr>
            <p:cNvPr id="6" name="New shape">
              <a:extLst>
                <a:ext uri="{FF2B5EF4-FFF2-40B4-BE49-F238E27FC236}">
                  <a16:creationId xmlns:a16="http://schemas.microsoft.com/office/drawing/2014/main" id="{25749405-94E2-B8B2-45B9-0813DA720311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938503" y="3807729"/>
              <a:ext cx="99680" cy="99680"/>
            </a:xfrm>
            <a:custGeom>
              <a:avLst/>
              <a:gdLst/>
              <a:ahLst/>
              <a:cxnLst/>
              <a:rect l="l" t="t" r="r" b="b"/>
              <a:pathLst>
                <a:path w="99680" h="99680">
                  <a:moveTo>
                    <a:pt x="0" y="49839"/>
                  </a:moveTo>
                  <a:cubicBezTo>
                    <a:pt x="0" y="77366"/>
                    <a:pt x="22314" y="99680"/>
                    <a:pt x="49839" y="99680"/>
                  </a:cubicBezTo>
                  <a:cubicBezTo>
                    <a:pt x="77365" y="99680"/>
                    <a:pt x="99680" y="77366"/>
                    <a:pt x="99680" y="49839"/>
                  </a:cubicBezTo>
                  <a:cubicBezTo>
                    <a:pt x="99680" y="22314"/>
                    <a:pt x="77365" y="0"/>
                    <a:pt x="49839" y="0"/>
                  </a:cubicBezTo>
                  <a:cubicBezTo>
                    <a:pt x="22314" y="0"/>
                    <a:pt x="0" y="22314"/>
                    <a:pt x="0" y="49839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 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471E42-B605-99E1-E985-84F441CCDA56}"/>
              </a:ext>
            </a:extLst>
          </p:cNvPr>
          <p:cNvGrpSpPr/>
          <p:nvPr/>
        </p:nvGrpSpPr>
        <p:grpSpPr>
          <a:xfrm>
            <a:off x="26827" y="657881"/>
            <a:ext cx="2554342" cy="1288007"/>
            <a:chOff x="775566" y="885129"/>
            <a:chExt cx="2554342" cy="128800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5A3E37-0AD7-2D46-6144-A5B586E002D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775566" y="885129"/>
              <a:ext cx="2325871" cy="138002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/>
              <a:r>
                <a:rPr sz="1400" b="1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2026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7C9303-E768-D778-582F-6B94B7DF9003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775567" y="1115033"/>
              <a:ext cx="2325871" cy="178336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ts val="150"/>
                </a:spcBef>
              </a:pPr>
              <a:r>
                <a:rPr sz="1200" b="1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Foundation &amp; Policy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9205BA5-054E-6391-91E6-845BF3633144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004037" y="1327533"/>
              <a:ext cx="2325871" cy="845603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52400" lvl="1" indent="-152400" algn="l">
                <a:spcAft>
                  <a:spcPts val="500"/>
                </a:spcAft>
                <a:buChar char="•"/>
              </a:pPr>
              <a:r>
                <a:rPr sz="1000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Carbon-aware travel policy</a:t>
              </a:r>
            </a:p>
            <a:p>
              <a:pPr marL="152400" lvl="1" indent="-152400" algn="l">
                <a:spcAft>
                  <a:spcPts val="500"/>
                </a:spcAft>
                <a:buChar char="•"/>
              </a:pPr>
              <a:r>
                <a:rPr sz="1000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Advance booking enforcement</a:t>
              </a:r>
            </a:p>
            <a:p>
              <a:pPr marL="152400" lvl="1" indent="-152400">
                <a:spcAft>
                  <a:spcPts val="500"/>
                </a:spcAft>
                <a:buChar char="•"/>
              </a:pPr>
              <a:r>
                <a:rPr lang="en-IN" sz="1000" dirty="0">
                  <a:latin typeface="Poppins "/>
                </a:rPr>
                <a:t>Real-time travel emissions monitoring</a:t>
              </a:r>
              <a:endParaRPr sz="1000" dirty="0">
                <a:solidFill>
                  <a:srgbClr val="000000"/>
                </a:solidFill>
                <a:latin typeface="Poppins "/>
                <a:ea typeface="+mn-ea"/>
                <a:cs typeface="Poppins" panose="00000500000000000000" pitchFamily="2" charset="0"/>
              </a:endParaRPr>
            </a:p>
            <a:p>
              <a:pPr marL="152400" lvl="1" indent="-152400" algn="l">
                <a:spcAft>
                  <a:spcPts val="500"/>
                </a:spcAft>
                <a:buChar char="•"/>
              </a:pPr>
              <a:r>
                <a:rPr sz="1000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Department emission tracking</a:t>
              </a:r>
            </a:p>
          </p:txBody>
        </p:sp>
      </p:grpSp>
      <p:sp>
        <p:nvSpPr>
          <p:cNvPr id="11" name="New shape">
            <a:extLst>
              <a:ext uri="{FF2B5EF4-FFF2-40B4-BE49-F238E27FC236}">
                <a16:creationId xmlns:a16="http://schemas.microsoft.com/office/drawing/2014/main" id="{94DB912A-DDAC-4AEC-27B4-5E518590C7C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413958" y="1441192"/>
            <a:ext cx="45719" cy="1528003"/>
          </a:xfrm>
          <a:custGeom>
            <a:avLst/>
            <a:gdLst/>
            <a:ahLst/>
            <a:cxnLst/>
            <a:rect l="l" t="t" r="r" b="b"/>
            <a:pathLst>
              <a:path h="390414">
                <a:moveTo>
                  <a:pt x="0" y="0"/>
                </a:moveTo>
                <a:lnTo>
                  <a:pt x="0" y="390414"/>
                </a:lnTo>
              </a:path>
            </a:pathLst>
          </a:custGeom>
          <a:solidFill>
            <a:srgbClr val="000000">
              <a:alpha val="100000"/>
            </a:srgbClr>
          </a:solidFill>
          <a:ln w="9525" cmpd="sng">
            <a:solidFill>
              <a:srgbClr val="000000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 dirty="0">
              <a:latin typeface="Poppins 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6E31A68-8453-218B-2385-ED47D5A799F6}"/>
              </a:ext>
            </a:extLst>
          </p:cNvPr>
          <p:cNvGrpSpPr/>
          <p:nvPr/>
        </p:nvGrpSpPr>
        <p:grpSpPr>
          <a:xfrm>
            <a:off x="4278741" y="1162593"/>
            <a:ext cx="282427" cy="282427"/>
            <a:chOff x="5954785" y="3413161"/>
            <a:chExt cx="282427" cy="282427"/>
          </a:xfrm>
        </p:grpSpPr>
        <p:sp>
          <p:nvSpPr>
            <p:cNvPr id="12" name="New shape">
              <a:extLst>
                <a:ext uri="{FF2B5EF4-FFF2-40B4-BE49-F238E27FC236}">
                  <a16:creationId xmlns:a16="http://schemas.microsoft.com/office/drawing/2014/main" id="{15EAA0BF-9809-4DD4-F67C-585A04D43AF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954785" y="3413161"/>
              <a:ext cx="282427" cy="282427"/>
            </a:xfrm>
            <a:custGeom>
              <a:avLst/>
              <a:gdLst/>
              <a:ahLst/>
              <a:cxnLst/>
              <a:rect l="l" t="t" r="r" b="b"/>
              <a:pathLst>
                <a:path w="282427" h="282427">
                  <a:moveTo>
                    <a:pt x="0" y="141213"/>
                  </a:moveTo>
                  <a:cubicBezTo>
                    <a:pt x="0" y="219203"/>
                    <a:pt x="63223" y="282427"/>
                    <a:pt x="141213" y="282427"/>
                  </a:cubicBezTo>
                  <a:cubicBezTo>
                    <a:pt x="219203" y="282427"/>
                    <a:pt x="282427" y="219203"/>
                    <a:pt x="282427" y="141213"/>
                  </a:cubicBezTo>
                  <a:cubicBezTo>
                    <a:pt x="282427" y="63223"/>
                    <a:pt x="219203" y="0"/>
                    <a:pt x="141213" y="0"/>
                  </a:cubicBezTo>
                  <a:cubicBezTo>
                    <a:pt x="63223" y="0"/>
                    <a:pt x="0" y="63223"/>
                    <a:pt x="0" y="141213"/>
                  </a:cubicBezTo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 "/>
              </a:endParaRPr>
            </a:p>
          </p:txBody>
        </p:sp>
        <p:sp>
          <p:nvSpPr>
            <p:cNvPr id="13" name="New shape">
              <a:extLst>
                <a:ext uri="{FF2B5EF4-FFF2-40B4-BE49-F238E27FC236}">
                  <a16:creationId xmlns:a16="http://schemas.microsoft.com/office/drawing/2014/main" id="{AA89777A-0407-E879-95CF-3A974D650A1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046158" y="3504535"/>
              <a:ext cx="99680" cy="99680"/>
            </a:xfrm>
            <a:custGeom>
              <a:avLst/>
              <a:gdLst/>
              <a:ahLst/>
              <a:cxnLst/>
              <a:rect l="l" t="t" r="r" b="b"/>
              <a:pathLst>
                <a:path w="99680" h="99680">
                  <a:moveTo>
                    <a:pt x="0" y="49839"/>
                  </a:moveTo>
                  <a:cubicBezTo>
                    <a:pt x="0" y="77366"/>
                    <a:pt x="22314" y="99680"/>
                    <a:pt x="49840" y="99680"/>
                  </a:cubicBezTo>
                  <a:cubicBezTo>
                    <a:pt x="77366" y="99680"/>
                    <a:pt x="99680" y="77366"/>
                    <a:pt x="99680" y="49839"/>
                  </a:cubicBezTo>
                  <a:cubicBezTo>
                    <a:pt x="99680" y="22314"/>
                    <a:pt x="77366" y="0"/>
                    <a:pt x="49840" y="0"/>
                  </a:cubicBezTo>
                  <a:cubicBezTo>
                    <a:pt x="22314" y="0"/>
                    <a:pt x="0" y="22314"/>
                    <a:pt x="0" y="49839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 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D42A380-0801-5046-EEB0-67846CD6FAAD}"/>
              </a:ext>
            </a:extLst>
          </p:cNvPr>
          <p:cNvGrpSpPr/>
          <p:nvPr/>
        </p:nvGrpSpPr>
        <p:grpSpPr>
          <a:xfrm>
            <a:off x="3322363" y="2980651"/>
            <a:ext cx="2475627" cy="1109877"/>
            <a:chOff x="3272491" y="3846854"/>
            <a:chExt cx="2475627" cy="11098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75F7AD6-9C76-3383-6AFF-0B49825E9FD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3272491" y="3846854"/>
              <a:ext cx="2325870" cy="5881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/>
              <a:r>
                <a:rPr sz="1400" b="1" dirty="0">
                  <a:latin typeface="Poppins "/>
                  <a:ea typeface="+mn-ea"/>
                  <a:cs typeface="Poppins" panose="00000500000000000000" pitchFamily="2" charset="0"/>
                </a:rPr>
                <a:t>2027–2028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F35868-FD1B-A6F4-A1CE-6BC70F88279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3422248" y="4071981"/>
              <a:ext cx="2325870" cy="16991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ts val="150"/>
                </a:spcBef>
              </a:pPr>
              <a:r>
                <a:rPr sz="1200" b="1" dirty="0">
                  <a:latin typeface="Poppins "/>
                  <a:ea typeface="+mn-ea"/>
                  <a:cs typeface="Poppins" panose="00000500000000000000" pitchFamily="2" charset="0"/>
                </a:rPr>
                <a:t>Operational Transformation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675A47B-7281-5AFD-3DF0-909FED8CB35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3348361" y="4304303"/>
              <a:ext cx="2325870" cy="652428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52400" lvl="1" indent="-152400" algn="l">
                <a:spcAft>
                  <a:spcPts val="500"/>
                </a:spcAft>
                <a:buChar char="•"/>
              </a:pPr>
              <a:r>
                <a:rPr sz="1000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Rail-first for European routes</a:t>
              </a:r>
            </a:p>
            <a:p>
              <a:pPr marL="152400" lvl="1" indent="-152400" algn="l">
                <a:spcAft>
                  <a:spcPts val="500"/>
                </a:spcAft>
                <a:buChar char="•"/>
              </a:pPr>
              <a:r>
                <a:rPr sz="1000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EV rentals in EV-ready cities</a:t>
              </a:r>
            </a:p>
            <a:p>
              <a:pPr marL="152400" lvl="1" indent="-152400" algn="l">
                <a:spcAft>
                  <a:spcPts val="500"/>
                </a:spcAft>
                <a:buChar char="•"/>
              </a:pPr>
              <a:r>
                <a:rPr sz="1000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Virtual-first internal meetings</a:t>
              </a:r>
            </a:p>
            <a:p>
              <a:pPr marL="152400" lvl="1" indent="-152400" algn="l">
                <a:spcAft>
                  <a:spcPts val="500"/>
                </a:spcAft>
                <a:buChar char="•"/>
              </a:pPr>
              <a:r>
                <a:rPr sz="1000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Department carbon budgets</a:t>
              </a:r>
            </a:p>
          </p:txBody>
        </p:sp>
      </p:grpSp>
      <p:sp>
        <p:nvSpPr>
          <p:cNvPr id="18" name="New shape">
            <a:extLst>
              <a:ext uri="{FF2B5EF4-FFF2-40B4-BE49-F238E27FC236}">
                <a16:creationId xmlns:a16="http://schemas.microsoft.com/office/drawing/2014/main" id="{E643DEE0-F21D-F055-5DCC-2AC38B7C405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flipH="1">
            <a:off x="6915340" y="1935717"/>
            <a:ext cx="45719" cy="1315172"/>
          </a:xfrm>
          <a:custGeom>
            <a:avLst/>
            <a:gdLst/>
            <a:ahLst/>
            <a:cxnLst/>
            <a:rect l="l" t="t" r="r" b="b"/>
            <a:pathLst>
              <a:path h="1063255">
                <a:moveTo>
                  <a:pt x="0" y="0"/>
                </a:moveTo>
                <a:lnTo>
                  <a:pt x="0" y="1063255"/>
                </a:lnTo>
              </a:path>
            </a:pathLst>
          </a:custGeom>
          <a:solidFill>
            <a:srgbClr val="000000">
              <a:alpha val="100000"/>
            </a:srgbClr>
          </a:solidFill>
          <a:ln w="9525" cmpd="sng">
            <a:solidFill>
              <a:srgbClr val="000000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 dirty="0">
              <a:latin typeface="Poppins 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103F917-563A-5E1A-09F8-9D2D6274C5D4}"/>
              </a:ext>
            </a:extLst>
          </p:cNvPr>
          <p:cNvGrpSpPr/>
          <p:nvPr/>
        </p:nvGrpSpPr>
        <p:grpSpPr>
          <a:xfrm>
            <a:off x="6819845" y="3247046"/>
            <a:ext cx="282428" cy="282427"/>
            <a:chOff x="8799824" y="3570988"/>
            <a:chExt cx="282428" cy="282427"/>
          </a:xfrm>
        </p:grpSpPr>
        <p:sp>
          <p:nvSpPr>
            <p:cNvPr id="19" name="New shape">
              <a:extLst>
                <a:ext uri="{FF2B5EF4-FFF2-40B4-BE49-F238E27FC236}">
                  <a16:creationId xmlns:a16="http://schemas.microsoft.com/office/drawing/2014/main" id="{3EC2D229-6877-9199-6E2F-BDDAEEEC129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799824" y="3570988"/>
              <a:ext cx="282428" cy="282427"/>
            </a:xfrm>
            <a:custGeom>
              <a:avLst/>
              <a:gdLst/>
              <a:ahLst/>
              <a:cxnLst/>
              <a:rect l="l" t="t" r="r" b="b"/>
              <a:pathLst>
                <a:path w="282427" h="282427">
                  <a:moveTo>
                    <a:pt x="0" y="141213"/>
                  </a:moveTo>
                  <a:cubicBezTo>
                    <a:pt x="0" y="219204"/>
                    <a:pt x="63224" y="282427"/>
                    <a:pt x="141213" y="282427"/>
                  </a:cubicBezTo>
                  <a:cubicBezTo>
                    <a:pt x="219204" y="282427"/>
                    <a:pt x="282427" y="219204"/>
                    <a:pt x="282427" y="141213"/>
                  </a:cubicBezTo>
                  <a:cubicBezTo>
                    <a:pt x="282427" y="63223"/>
                    <a:pt x="219204" y="0"/>
                    <a:pt x="141213" y="0"/>
                  </a:cubicBezTo>
                  <a:cubicBezTo>
                    <a:pt x="63224" y="0"/>
                    <a:pt x="0" y="63223"/>
                    <a:pt x="0" y="141213"/>
                  </a:cubicBezTo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 "/>
              </a:endParaRPr>
            </a:p>
          </p:txBody>
        </p:sp>
        <p:sp>
          <p:nvSpPr>
            <p:cNvPr id="20" name="New shape">
              <a:extLst>
                <a:ext uri="{FF2B5EF4-FFF2-40B4-BE49-F238E27FC236}">
                  <a16:creationId xmlns:a16="http://schemas.microsoft.com/office/drawing/2014/main" id="{5AD31D49-9236-1827-AC66-14E149D1213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891198" y="3662362"/>
              <a:ext cx="99680" cy="99680"/>
            </a:xfrm>
            <a:custGeom>
              <a:avLst/>
              <a:gdLst/>
              <a:ahLst/>
              <a:cxnLst/>
              <a:rect l="l" t="t" r="r" b="b"/>
              <a:pathLst>
                <a:path w="99679" h="99680">
                  <a:moveTo>
                    <a:pt x="0" y="49840"/>
                  </a:moveTo>
                  <a:cubicBezTo>
                    <a:pt x="0" y="77366"/>
                    <a:pt x="22313" y="99680"/>
                    <a:pt x="49839" y="99680"/>
                  </a:cubicBezTo>
                  <a:cubicBezTo>
                    <a:pt x="77365" y="99680"/>
                    <a:pt x="99679" y="77366"/>
                    <a:pt x="99679" y="49840"/>
                  </a:cubicBezTo>
                  <a:cubicBezTo>
                    <a:pt x="99679" y="22314"/>
                    <a:pt x="77365" y="0"/>
                    <a:pt x="49839" y="0"/>
                  </a:cubicBezTo>
                  <a:cubicBezTo>
                    <a:pt x="22313" y="0"/>
                    <a:pt x="0" y="22314"/>
                    <a:pt x="0" y="4984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 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EA1C3E7-4C38-716A-04A5-C4FB65198CCE}"/>
              </a:ext>
            </a:extLst>
          </p:cNvPr>
          <p:cNvGrpSpPr/>
          <p:nvPr/>
        </p:nvGrpSpPr>
        <p:grpSpPr>
          <a:xfrm>
            <a:off x="5902295" y="519448"/>
            <a:ext cx="2443273" cy="1431355"/>
            <a:chOff x="7710540" y="903379"/>
            <a:chExt cx="2443273" cy="143135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EFE19D8-5ABC-F17C-E0D9-EAB77E287ED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733865" y="903379"/>
              <a:ext cx="2325871" cy="79532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/>
              <a:r>
                <a:rPr sz="1400" b="1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2029–2030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184B0E3-F8FF-251D-97F4-B54E0545B58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827942" y="1125077"/>
              <a:ext cx="2325871" cy="26510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 algn="ctr">
                <a:spcBef>
                  <a:spcPts val="150"/>
                </a:spcBef>
              </a:pPr>
              <a:r>
                <a:rPr sz="1200" b="1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Intelligent Sustainable Travel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F08F074-C9E0-FAB7-D0BE-60F2856FB01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710540" y="1353838"/>
              <a:ext cx="2325871" cy="980896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152400" lvl="1" indent="-152400" algn="l">
                <a:spcAft>
                  <a:spcPts val="500"/>
                </a:spcAft>
                <a:buChar char="•"/>
              </a:pPr>
              <a:r>
                <a:rPr sz="1000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Dynamic carbon approval rules</a:t>
              </a:r>
            </a:p>
            <a:p>
              <a:pPr marL="152400" lvl="1" indent="-152400">
                <a:spcAft>
                  <a:spcPts val="500"/>
                </a:spcAft>
                <a:buChar char="•"/>
              </a:pPr>
              <a:r>
                <a:rPr lang="en-IN" sz="1000" dirty="0">
                  <a:latin typeface="Poppins" panose="00000500000000000000" pitchFamily="2" charset="0"/>
                  <a:cs typeface="Poppins" panose="00000500000000000000" pitchFamily="2" charset="0"/>
                </a:rPr>
                <a:t>AI-powered low-carbon itinerary recommendations</a:t>
              </a:r>
            </a:p>
            <a:p>
              <a:pPr marL="152400" lvl="1" indent="-152400">
                <a:spcAft>
                  <a:spcPts val="500"/>
                </a:spcAft>
                <a:buChar char="•"/>
              </a:pPr>
              <a:r>
                <a:rPr sz="1000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Real-time carbon optimization</a:t>
              </a:r>
            </a:p>
            <a:p>
              <a:pPr marL="152400" lvl="1" indent="-152400" algn="l">
                <a:spcAft>
                  <a:spcPts val="500"/>
                </a:spcAft>
                <a:buChar char="•"/>
              </a:pPr>
              <a:r>
                <a:rPr sz="1000" dirty="0">
                  <a:solidFill>
                    <a:srgbClr val="000000"/>
                  </a:solidFill>
                  <a:latin typeface="Poppins "/>
                  <a:ea typeface="+mn-ea"/>
                  <a:cs typeface="Poppins" panose="00000500000000000000" pitchFamily="2" charset="0"/>
                </a:rPr>
                <a:t>ESG reporting automation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EA7EAF8-46A8-1D5B-EA72-368A656F2D85}"/>
              </a:ext>
            </a:extLst>
          </p:cNvPr>
          <p:cNvGrpSpPr/>
          <p:nvPr/>
        </p:nvGrpSpPr>
        <p:grpSpPr>
          <a:xfrm>
            <a:off x="305991" y="4350859"/>
            <a:ext cx="8272859" cy="614841"/>
            <a:chOff x="381000" y="5821680"/>
            <a:chExt cx="11430000" cy="533400"/>
          </a:xfrm>
        </p:grpSpPr>
        <p:sp>
          <p:nvSpPr>
            <p:cNvPr id="25" name="New shape">
              <a:extLst>
                <a:ext uri="{FF2B5EF4-FFF2-40B4-BE49-F238E27FC236}">
                  <a16:creationId xmlns:a16="http://schemas.microsoft.com/office/drawing/2014/main" id="{91B4EA30-FA4A-68E5-7AA1-58BECED5289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381000" y="5821680"/>
              <a:ext cx="11430000" cy="533400"/>
            </a:xfrm>
            <a:custGeom>
              <a:avLst/>
              <a:gdLst/>
              <a:ahLst/>
              <a:cxnLst/>
              <a:rect l="l" t="t" r="r" b="b"/>
              <a:pathLst>
                <a:path w="11430000" h="533400">
                  <a:moveTo>
                    <a:pt x="0" y="0"/>
                  </a:moveTo>
                  <a:lnTo>
                    <a:pt x="11430000" y="0"/>
                  </a:lnTo>
                  <a:lnTo>
                    <a:pt x="114300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 dirty="0">
                <a:latin typeface="Poppins 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B583F99-F593-C945-8C57-118281391AE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33400" y="5821680"/>
              <a:ext cx="11125200" cy="533400"/>
            </a:xfrm>
            <a:prstGeom prst="rect">
              <a:avLst/>
            </a:prstGeom>
          </p:spPr>
          <p:txBody>
            <a:bodyPr wrap="square" lIns="0" tIns="0" rIns="0" bIns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sz="1200" b="1" dirty="0">
                  <a:solidFill>
                    <a:srgbClr val="FFFFFF"/>
                  </a:solidFill>
                  <a:latin typeface="Poppins "/>
                  <a:ea typeface="+mn-ea"/>
                  <a:cs typeface="Poppins" panose="00000500000000000000" pitchFamily="2" charset="0"/>
                </a:rPr>
                <a:t>2030 VISION</a:t>
              </a:r>
              <a:r>
                <a:rPr lang="en-IN" sz="1200" b="1" dirty="0">
                  <a:solidFill>
                    <a:srgbClr val="FFFFFF"/>
                  </a:solidFill>
                  <a:latin typeface="Poppins "/>
                  <a:ea typeface="+mn-ea"/>
                  <a:cs typeface="Poppins" panose="00000500000000000000" pitchFamily="2" charset="0"/>
                </a:rPr>
                <a:t>: </a:t>
              </a:r>
              <a:r>
                <a:rPr sz="1200" dirty="0">
                  <a:solidFill>
                    <a:srgbClr val="FFFFFF"/>
                  </a:solidFill>
                  <a:latin typeface="Poppins "/>
                  <a:ea typeface="+mn-ea"/>
                  <a:cs typeface="Poppins" panose="00000500000000000000" pitchFamily="2" charset="0"/>
                </a:rPr>
                <a:t> </a:t>
              </a:r>
              <a:r>
                <a:rPr sz="1000" dirty="0">
                  <a:solidFill>
                    <a:srgbClr val="FFFFFF"/>
                  </a:solidFill>
                  <a:latin typeface="Poppins "/>
                  <a:ea typeface="+mn-ea"/>
                  <a:cs typeface="Poppins" panose="00000500000000000000" pitchFamily="2" charset="0"/>
                </a:rPr>
                <a:t>Every travel request is evaluated not only by cost and convenience, but also by its carbon impact — enabling intelligent, automated, and sustainable travel decisions across </a:t>
              </a:r>
              <a:r>
                <a:rPr lang="en-US" sz="1000" noProof="1">
                  <a:solidFill>
                    <a:srgbClr val="FFFFFF"/>
                  </a:solidFill>
                  <a:latin typeface="Poppins "/>
                  <a:ea typeface="+mn-ea"/>
                  <a:cs typeface="Poppins" panose="00000500000000000000" pitchFamily="2" charset="0"/>
                </a:rPr>
                <a:t>Celonis. </a:t>
              </a:r>
              <a:endParaRPr sz="1000" dirty="0">
                <a:solidFill>
                  <a:srgbClr val="FFFFFF"/>
                </a:solidFill>
                <a:latin typeface="Poppins "/>
                <a:ea typeface="+mn-ea"/>
                <a:cs typeface="Poppins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1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Dashboard Screenshots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677A73-F637-0257-EB7D-FABF18494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91" y="698500"/>
            <a:ext cx="2722959" cy="233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107AE4-287A-5805-D22F-14605A5B7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220" y="698500"/>
            <a:ext cx="2828832" cy="2381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6F52E6-B619-2E49-0B86-435A3E6E4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529" y="698500"/>
            <a:ext cx="2638621" cy="2381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5875C4-95D1-A2F0-9B59-CBCF540C1386}"/>
              </a:ext>
            </a:extLst>
          </p:cNvPr>
          <p:cNvSpPr txBox="1"/>
          <p:nvPr/>
        </p:nvSpPr>
        <p:spPr>
          <a:xfrm>
            <a:off x="305991" y="3146272"/>
            <a:ext cx="27229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Poppins "/>
                <a:cs typeface="Poppins" panose="00000500000000000000" pitchFamily="2" charset="0"/>
              </a:rPr>
              <a:t>65k+ trips analysed,</a:t>
            </a:r>
            <a:br>
              <a:rPr lang="en-IN" sz="1000" dirty="0">
                <a:latin typeface="Poppins "/>
                <a:cs typeface="Poppins" panose="00000500000000000000" pitchFamily="2" charset="0"/>
              </a:rPr>
            </a:br>
            <a:r>
              <a:rPr lang="en-IN" sz="1000" b="1" dirty="0">
                <a:latin typeface="Poppins "/>
                <a:cs typeface="Poppins" panose="00000500000000000000" pitchFamily="2" charset="0"/>
              </a:rPr>
              <a:t>178M </a:t>
            </a:r>
            <a:r>
              <a:rPr lang="en-IN" sz="1000" b="1" noProof="1">
                <a:latin typeface="Poppins "/>
                <a:cs typeface="Poppins" panose="00000500000000000000" pitchFamily="2" charset="0"/>
              </a:rPr>
              <a:t>tCO₂e</a:t>
            </a:r>
            <a:r>
              <a:rPr lang="en-IN" sz="1000" dirty="0">
                <a:latin typeface="Poppins "/>
                <a:cs typeface="Poppins" panose="00000500000000000000" pitchFamily="2" charset="0"/>
              </a:rPr>
              <a:t> and </a:t>
            </a:r>
            <a:r>
              <a:rPr lang="en-IN" sz="1000" b="1" dirty="0">
                <a:latin typeface="Poppins "/>
                <a:cs typeface="Poppins" panose="00000500000000000000" pitchFamily="2" charset="0"/>
              </a:rPr>
              <a:t>€140.5M</a:t>
            </a:r>
            <a:r>
              <a:rPr lang="en-IN" sz="1000" dirty="0">
                <a:latin typeface="Poppins "/>
                <a:cs typeface="Poppins" panose="00000500000000000000" pitchFamily="2" charset="0"/>
              </a:rPr>
              <a:t> travel spend monitored.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Poppins "/>
                <a:cs typeface="Poppins" panose="00000500000000000000" pitchFamily="2" charset="0"/>
              </a:rPr>
              <a:t>Identified the dominant travel execution path</a:t>
            </a:r>
            <a:r>
              <a:rPr lang="en-IN" sz="1000" dirty="0">
                <a:latin typeface="Poppins "/>
                <a:cs typeface="Poppins" panose="00000500000000000000" pitchFamily="2" charset="0"/>
              </a:rPr>
              <a:t> and analysed emissions at every process stage.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Poppins "/>
                <a:cs typeface="Poppins" panose="00000500000000000000" pitchFamily="2" charset="0"/>
              </a:rPr>
              <a:t>Expense claims take ~16 days after confirmation</a:t>
            </a:r>
            <a:r>
              <a:rPr lang="en-IN" sz="1000" dirty="0">
                <a:latin typeface="Poppins "/>
                <a:cs typeface="Poppins" panose="00000500000000000000" pitchFamily="2" charset="0"/>
              </a:rPr>
              <a:t>, highlighting a major reimbursement bottleneck.</a:t>
            </a:r>
          </a:p>
          <a:p>
            <a:endParaRPr lang="en-IN" sz="1000" dirty="0">
              <a:latin typeface="Poppins 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98579-700A-F4B4-C5E8-416E8C839E0C}"/>
              </a:ext>
            </a:extLst>
          </p:cNvPr>
          <p:cNvSpPr txBox="1"/>
          <p:nvPr/>
        </p:nvSpPr>
        <p:spPr>
          <a:xfrm>
            <a:off x="3371850" y="3146272"/>
            <a:ext cx="2400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Poppins" panose="00000500000000000000" pitchFamily="2" charset="0"/>
                <a:cs typeface="Poppins" panose="00000500000000000000" pitchFamily="2" charset="0"/>
              </a:rPr>
              <a:t>Compared emissions across departure cities</a:t>
            </a:r>
            <a:r>
              <a:rPr lang="en-IN" sz="1000" dirty="0">
                <a:latin typeface="Poppins" panose="00000500000000000000" pitchFamily="2" charset="0"/>
                <a:cs typeface="Poppins" panose="00000500000000000000" pitchFamily="2" charset="0"/>
              </a:rPr>
              <a:t> to identify regional emission hotspots.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Poppins "/>
                <a:cs typeface="Poppins" panose="00000500000000000000" pitchFamily="2" charset="0"/>
              </a:rPr>
              <a:t>14.55% </a:t>
            </a:r>
            <a:r>
              <a:rPr lang="en-IN" sz="1000" dirty="0">
                <a:latin typeface="Poppins "/>
                <a:cs typeface="Poppins" panose="00000500000000000000" pitchFamily="2" charset="0"/>
              </a:rPr>
              <a:t>of trips are out of policy.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Poppins "/>
                <a:cs typeface="Poppins" panose="00000500000000000000" pitchFamily="2" charset="0"/>
              </a:rPr>
              <a:t>Measured cost impact and emission impact of transport changes.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Poppins "/>
                <a:cs typeface="Poppins" panose="00000500000000000000" pitchFamily="2" charset="0"/>
              </a:rPr>
              <a:t> Analysed expense </a:t>
            </a:r>
            <a:r>
              <a:rPr lang="en-IN" sz="1000" dirty="0">
                <a:latin typeface="Poppins "/>
                <a:cs typeface="Poppins" panose="00000500000000000000" pitchFamily="2" charset="0"/>
              </a:rPr>
              <a:t>rejection reasons and re-bookings.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14D98-32D6-ED2E-6119-2D4A9D6E54C3}"/>
              </a:ext>
            </a:extLst>
          </p:cNvPr>
          <p:cNvSpPr txBox="1"/>
          <p:nvPr/>
        </p:nvSpPr>
        <p:spPr>
          <a:xfrm>
            <a:off x="6199388" y="3146272"/>
            <a:ext cx="26386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Poppins "/>
                <a:cs typeface="Poppins" panose="00000500000000000000" pitchFamily="2" charset="0"/>
              </a:rPr>
              <a:t>Filtered emissions </a:t>
            </a:r>
            <a:r>
              <a:rPr lang="en-IN" sz="1000" dirty="0">
                <a:latin typeface="Poppins "/>
                <a:cs typeface="Poppins" panose="00000500000000000000" pitchFamily="2" charset="0"/>
              </a:rPr>
              <a:t>by business unit, travel purpose, departure location, and transport mode for targeted analysis.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Poppins "/>
                <a:cs typeface="Poppins" panose="00000500000000000000" pitchFamily="2" charset="0"/>
              </a:rPr>
              <a:t>Business unit breakdown</a:t>
            </a:r>
            <a:r>
              <a:rPr lang="en-IN" sz="1000" dirty="0">
                <a:latin typeface="Poppins "/>
                <a:cs typeface="Poppins" panose="00000500000000000000" pitchFamily="2" charset="0"/>
              </a:rPr>
              <a:t> highlights highest-emitting departments.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Poppins "/>
                <a:cs typeface="Poppins" panose="00000500000000000000" pitchFamily="2" charset="0"/>
              </a:rPr>
              <a:t>Transport mode comparison</a:t>
            </a:r>
            <a:r>
              <a:rPr lang="en-IN" sz="1000" dirty="0">
                <a:latin typeface="Poppins "/>
                <a:cs typeface="Poppins" panose="00000500000000000000" pitchFamily="2" charset="0"/>
              </a:rPr>
              <a:t> reveals EV, rail and flight emission opportunities.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Poppins "/>
                <a:cs typeface="Poppins" panose="00000500000000000000" pitchFamily="2" charset="0"/>
              </a:rPr>
              <a:t>Route-level table</a:t>
            </a:r>
            <a:r>
              <a:rPr lang="en-IN" sz="1000" dirty="0">
                <a:latin typeface="Poppins "/>
                <a:cs typeface="Poppins" panose="00000500000000000000" pitchFamily="2" charset="0"/>
              </a:rPr>
              <a:t> identifies city-specific emission hotspots.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4CFCAE5E-2D61-0201-7DDE-5B2C0E6BE131}"/>
              </a:ext>
            </a:extLst>
          </p:cNvPr>
          <p:cNvSpPr/>
          <p:nvPr/>
        </p:nvSpPr>
        <p:spPr>
          <a:xfrm>
            <a:off x="352446" y="3682968"/>
            <a:ext cx="1860295" cy="133950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1B687578-A2B6-1F60-9491-3F0DA808BF60}"/>
              </a:ext>
            </a:extLst>
          </p:cNvPr>
          <p:cNvSpPr/>
          <p:nvPr/>
        </p:nvSpPr>
        <p:spPr>
          <a:xfrm>
            <a:off x="2374026" y="3682968"/>
            <a:ext cx="1860295" cy="133950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6C214D33-8ECD-C019-5EC2-27E355ADE982}"/>
              </a:ext>
            </a:extLst>
          </p:cNvPr>
          <p:cNvSpPr/>
          <p:nvPr/>
        </p:nvSpPr>
        <p:spPr>
          <a:xfrm>
            <a:off x="4395606" y="3682969"/>
            <a:ext cx="1860295" cy="133950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C84465AB-2EFE-9D3A-8545-2FBF2C31CB82}"/>
              </a:ext>
            </a:extLst>
          </p:cNvPr>
          <p:cNvSpPr/>
          <p:nvPr/>
        </p:nvSpPr>
        <p:spPr>
          <a:xfrm>
            <a:off x="6417186" y="3682968"/>
            <a:ext cx="1860295" cy="133950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7B085A8-4AA1-9F9C-6EAA-3B10498A719A}"/>
              </a:ext>
            </a:extLst>
          </p:cNvPr>
          <p:cNvSpPr/>
          <p:nvPr/>
        </p:nvSpPr>
        <p:spPr>
          <a:xfrm>
            <a:off x="3060085" y="761726"/>
            <a:ext cx="1225015" cy="10394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CAA621F-3B58-F9D9-71A5-47F4AC36764F}"/>
              </a:ext>
            </a:extLst>
          </p:cNvPr>
          <p:cNvSpPr/>
          <p:nvPr/>
        </p:nvSpPr>
        <p:spPr>
          <a:xfrm>
            <a:off x="4420694" y="760215"/>
            <a:ext cx="1225015" cy="10394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886CD7D-DE83-DFBD-0820-85F1CA5E9D0D}"/>
              </a:ext>
            </a:extLst>
          </p:cNvPr>
          <p:cNvSpPr/>
          <p:nvPr/>
        </p:nvSpPr>
        <p:spPr>
          <a:xfrm>
            <a:off x="5781303" y="758704"/>
            <a:ext cx="1225015" cy="10394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9959AA4-3D32-55B8-289D-53ED6428CBD5}"/>
              </a:ext>
            </a:extLst>
          </p:cNvPr>
          <p:cNvSpPr/>
          <p:nvPr/>
        </p:nvSpPr>
        <p:spPr>
          <a:xfrm>
            <a:off x="7141912" y="757193"/>
            <a:ext cx="1225015" cy="10394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553627C-6CC6-D251-7661-071070C9224C}"/>
              </a:ext>
            </a:extLst>
          </p:cNvPr>
          <p:cNvSpPr/>
          <p:nvPr/>
        </p:nvSpPr>
        <p:spPr>
          <a:xfrm>
            <a:off x="1711327" y="764668"/>
            <a:ext cx="1225015" cy="10394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EBEF742-6119-1140-C1F5-622703089099}"/>
              </a:ext>
            </a:extLst>
          </p:cNvPr>
          <p:cNvSpPr/>
          <p:nvPr/>
        </p:nvSpPr>
        <p:spPr>
          <a:xfrm>
            <a:off x="356023" y="760216"/>
            <a:ext cx="1225015" cy="10394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Poppins" panose="000005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B5D75-AAC5-B92A-F797-7FB00169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at a glance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CD56A78-5796-B2E9-2794-52231BA2E63D}"/>
              </a:ext>
            </a:extLst>
          </p:cNvPr>
          <p:cNvGrpSpPr/>
          <p:nvPr/>
        </p:nvGrpSpPr>
        <p:grpSpPr>
          <a:xfrm>
            <a:off x="108232" y="978452"/>
            <a:ext cx="1747531" cy="700904"/>
            <a:chOff x="532843" y="1353134"/>
            <a:chExt cx="1747531" cy="70090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8E312B8-A6DD-75D4-5AD0-92C7168D515C}"/>
                </a:ext>
              </a:extLst>
            </p:cNvPr>
            <p:cNvGrpSpPr/>
            <p:nvPr>
              <p:custDataLst>
                <p:tags r:id="rId57"/>
              </p:custDataLst>
            </p:nvPr>
          </p:nvGrpSpPr>
          <p:grpSpPr>
            <a:xfrm>
              <a:off x="1305131" y="1353134"/>
              <a:ext cx="215815" cy="219790"/>
              <a:chOff x="670131" y="718134"/>
              <a:chExt cx="215815" cy="219790"/>
            </a:xfrm>
          </p:grpSpPr>
          <p:sp>
            <p:nvSpPr>
              <p:cNvPr id="7" name="New shape">
                <a:extLst>
                  <a:ext uri="{FF2B5EF4-FFF2-40B4-BE49-F238E27FC236}">
                    <a16:creationId xmlns:a16="http://schemas.microsoft.com/office/drawing/2014/main" id="{5CFF278F-2E4C-EAFA-9E5C-DE55426F7EC9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684205" y="718134"/>
                <a:ext cx="201742" cy="205958"/>
              </a:xfrm>
              <a:custGeom>
                <a:avLst/>
                <a:gdLst/>
                <a:ahLst/>
                <a:cxnLst/>
                <a:rect l="l" t="t" r="r" b="b"/>
                <a:pathLst>
                  <a:path w="201741" h="205958">
                    <a:moveTo>
                      <a:pt x="187654" y="3"/>
                    </a:moveTo>
                    <a:cubicBezTo>
                      <a:pt x="187786" y="3"/>
                      <a:pt x="187919" y="0"/>
                      <a:pt x="188055" y="0"/>
                    </a:cubicBezTo>
                    <a:cubicBezTo>
                      <a:pt x="191416" y="-3"/>
                      <a:pt x="195061" y="672"/>
                      <a:pt x="197646" y="2975"/>
                    </a:cubicBezTo>
                    <a:cubicBezTo>
                      <a:pt x="197696" y="3018"/>
                      <a:pt x="197696" y="3018"/>
                      <a:pt x="197950" y="3236"/>
                    </a:cubicBezTo>
                    <a:cubicBezTo>
                      <a:pt x="199642" y="4710"/>
                      <a:pt x="200811" y="6226"/>
                      <a:pt x="201580" y="8339"/>
                    </a:cubicBezTo>
                    <a:cubicBezTo>
                      <a:pt x="201634" y="8486"/>
                      <a:pt x="201687" y="8633"/>
                      <a:pt x="201741" y="8783"/>
                    </a:cubicBezTo>
                    <a:cubicBezTo>
                      <a:pt x="204731" y="17406"/>
                      <a:pt x="201294" y="27001"/>
                      <a:pt x="197550" y="34815"/>
                    </a:cubicBezTo>
                    <a:cubicBezTo>
                      <a:pt x="195851" y="38309"/>
                      <a:pt x="194013" y="41664"/>
                      <a:pt x="191792" y="44854"/>
                    </a:cubicBezTo>
                    <a:cubicBezTo>
                      <a:pt x="191549" y="45201"/>
                      <a:pt x="191313" y="45548"/>
                      <a:pt x="191073" y="45895"/>
                    </a:cubicBezTo>
                    <a:cubicBezTo>
                      <a:pt x="186234" y="52947"/>
                      <a:pt x="180809" y="59420"/>
                      <a:pt x="174972" y="65665"/>
                    </a:cubicBezTo>
                    <a:cubicBezTo>
                      <a:pt x="174457" y="66212"/>
                      <a:pt x="173949" y="66763"/>
                      <a:pt x="173438" y="67314"/>
                    </a:cubicBezTo>
                    <a:cubicBezTo>
                      <a:pt x="172994" y="67793"/>
                      <a:pt x="172551" y="68268"/>
                      <a:pt x="172108" y="68744"/>
                    </a:cubicBezTo>
                    <a:cubicBezTo>
                      <a:pt x="171897" y="68973"/>
                      <a:pt x="171686" y="69198"/>
                      <a:pt x="171475" y="69427"/>
                    </a:cubicBezTo>
                    <a:cubicBezTo>
                      <a:pt x="170387" y="70600"/>
                      <a:pt x="169286" y="71752"/>
                      <a:pt x="168149" y="72875"/>
                    </a:cubicBezTo>
                    <a:cubicBezTo>
                      <a:pt x="167297" y="73712"/>
                      <a:pt x="166507" y="74577"/>
                      <a:pt x="165738" y="75489"/>
                    </a:cubicBezTo>
                    <a:cubicBezTo>
                      <a:pt x="164780" y="76612"/>
                      <a:pt x="163750" y="77635"/>
                      <a:pt x="162670" y="78647"/>
                    </a:cubicBezTo>
                    <a:cubicBezTo>
                      <a:pt x="162408" y="78894"/>
                      <a:pt x="162144" y="79144"/>
                      <a:pt x="161883" y="79394"/>
                    </a:cubicBezTo>
                    <a:cubicBezTo>
                      <a:pt x="161793" y="79477"/>
                      <a:pt x="161708" y="79559"/>
                      <a:pt x="161618" y="79645"/>
                    </a:cubicBezTo>
                    <a:cubicBezTo>
                      <a:pt x="161439" y="79813"/>
                      <a:pt x="161260" y="79981"/>
                      <a:pt x="161085" y="80153"/>
                    </a:cubicBezTo>
                    <a:cubicBezTo>
                      <a:pt x="160631" y="80582"/>
                      <a:pt x="160177" y="81007"/>
                      <a:pt x="159716" y="81426"/>
                    </a:cubicBezTo>
                    <a:cubicBezTo>
                      <a:pt x="159347" y="81762"/>
                      <a:pt x="158986" y="82098"/>
                      <a:pt x="158628" y="82445"/>
                    </a:cubicBezTo>
                    <a:cubicBezTo>
                      <a:pt x="158296" y="82763"/>
                      <a:pt x="157960" y="83078"/>
                      <a:pt x="157613" y="83382"/>
                    </a:cubicBezTo>
                    <a:cubicBezTo>
                      <a:pt x="156933" y="84054"/>
                      <a:pt x="156550" y="84551"/>
                      <a:pt x="156450" y="85517"/>
                    </a:cubicBezTo>
                    <a:cubicBezTo>
                      <a:pt x="156490" y="86393"/>
                      <a:pt x="156679" y="87241"/>
                      <a:pt x="156876" y="88092"/>
                    </a:cubicBezTo>
                    <a:cubicBezTo>
                      <a:pt x="156919" y="88282"/>
                      <a:pt x="156962" y="88468"/>
                      <a:pt x="157005" y="88661"/>
                    </a:cubicBezTo>
                    <a:cubicBezTo>
                      <a:pt x="157355" y="90184"/>
                      <a:pt x="157749" y="91690"/>
                      <a:pt x="158145" y="93199"/>
                    </a:cubicBezTo>
                    <a:cubicBezTo>
                      <a:pt x="158328" y="93889"/>
                      <a:pt x="158507" y="94576"/>
                      <a:pt x="158686" y="95266"/>
                    </a:cubicBezTo>
                    <a:cubicBezTo>
                      <a:pt x="159036" y="96618"/>
                      <a:pt x="159390" y="97970"/>
                      <a:pt x="159744" y="99322"/>
                    </a:cubicBezTo>
                    <a:cubicBezTo>
                      <a:pt x="160034" y="100434"/>
                      <a:pt x="160327" y="101550"/>
                      <a:pt x="160617" y="102662"/>
                    </a:cubicBezTo>
                    <a:cubicBezTo>
                      <a:pt x="160656" y="102819"/>
                      <a:pt x="160699" y="102980"/>
                      <a:pt x="160742" y="103145"/>
                    </a:cubicBezTo>
                    <a:cubicBezTo>
                      <a:pt x="160828" y="103470"/>
                      <a:pt x="160914" y="103799"/>
                      <a:pt x="160996" y="104125"/>
                    </a:cubicBezTo>
                    <a:cubicBezTo>
                      <a:pt x="162076" y="108263"/>
                      <a:pt x="163160" y="112397"/>
                      <a:pt x="164247" y="116531"/>
                    </a:cubicBezTo>
                    <a:cubicBezTo>
                      <a:pt x="164386" y="117060"/>
                      <a:pt x="164522" y="117586"/>
                      <a:pt x="164662" y="118115"/>
                    </a:cubicBezTo>
                    <a:cubicBezTo>
                      <a:pt x="167998" y="130826"/>
                      <a:pt x="171346" y="143533"/>
                      <a:pt x="174733" y="156232"/>
                    </a:cubicBezTo>
                    <a:cubicBezTo>
                      <a:pt x="174750" y="156293"/>
                      <a:pt x="174750" y="156293"/>
                      <a:pt x="174836" y="156615"/>
                    </a:cubicBezTo>
                    <a:cubicBezTo>
                      <a:pt x="175598" y="159476"/>
                      <a:pt x="176363" y="162337"/>
                      <a:pt x="177132" y="165198"/>
                    </a:cubicBezTo>
                    <a:cubicBezTo>
                      <a:pt x="177526" y="166675"/>
                      <a:pt x="177919" y="168152"/>
                      <a:pt x="178309" y="169629"/>
                    </a:cubicBezTo>
                    <a:cubicBezTo>
                      <a:pt x="178548" y="170538"/>
                      <a:pt x="178792" y="171442"/>
                      <a:pt x="179042" y="172347"/>
                    </a:cubicBezTo>
                    <a:cubicBezTo>
                      <a:pt x="179825" y="175219"/>
                      <a:pt x="180369" y="177930"/>
                      <a:pt x="180301" y="180923"/>
                    </a:cubicBezTo>
                    <a:cubicBezTo>
                      <a:pt x="180297" y="181095"/>
                      <a:pt x="180297" y="181270"/>
                      <a:pt x="180294" y="181449"/>
                    </a:cubicBezTo>
                    <a:cubicBezTo>
                      <a:pt x="180247" y="184600"/>
                      <a:pt x="179872" y="187429"/>
                      <a:pt x="178692" y="190375"/>
                    </a:cubicBezTo>
                    <a:cubicBezTo>
                      <a:pt x="178645" y="190494"/>
                      <a:pt x="178599" y="190608"/>
                      <a:pt x="178552" y="190726"/>
                    </a:cubicBezTo>
                    <a:cubicBezTo>
                      <a:pt x="176642" y="195458"/>
                      <a:pt x="173745" y="199999"/>
                      <a:pt x="168925" y="202181"/>
                    </a:cubicBezTo>
                    <a:cubicBezTo>
                      <a:pt x="166614" y="203097"/>
                      <a:pt x="164526" y="203154"/>
                      <a:pt x="162233" y="202206"/>
                    </a:cubicBezTo>
                    <a:cubicBezTo>
                      <a:pt x="160431" y="201276"/>
                      <a:pt x="159018" y="200175"/>
                      <a:pt x="157791" y="198558"/>
                    </a:cubicBezTo>
                    <a:cubicBezTo>
                      <a:pt x="157720" y="198462"/>
                      <a:pt x="157645" y="198369"/>
                      <a:pt x="157573" y="198269"/>
                    </a:cubicBezTo>
                    <a:cubicBezTo>
                      <a:pt x="154866" y="194699"/>
                      <a:pt x="152792" y="190658"/>
                      <a:pt x="150610" y="186753"/>
                    </a:cubicBezTo>
                    <a:cubicBezTo>
                      <a:pt x="150328" y="186241"/>
                      <a:pt x="150038" y="185730"/>
                      <a:pt x="149752" y="185218"/>
                    </a:cubicBezTo>
                    <a:cubicBezTo>
                      <a:pt x="148518" y="183008"/>
                      <a:pt x="147291" y="180794"/>
                      <a:pt x="146065" y="178581"/>
                    </a:cubicBezTo>
                    <a:cubicBezTo>
                      <a:pt x="139835" y="167315"/>
                      <a:pt x="139835" y="167315"/>
                      <a:pt x="136752" y="162197"/>
                    </a:cubicBezTo>
                    <a:cubicBezTo>
                      <a:pt x="136469" y="161733"/>
                      <a:pt x="136187" y="161264"/>
                      <a:pt x="135908" y="160796"/>
                    </a:cubicBezTo>
                    <a:cubicBezTo>
                      <a:pt x="129338" y="149852"/>
                      <a:pt x="122311" y="139126"/>
                      <a:pt x="114189" y="129267"/>
                    </a:cubicBezTo>
                    <a:cubicBezTo>
                      <a:pt x="114110" y="129166"/>
                      <a:pt x="114028" y="129070"/>
                      <a:pt x="113945" y="128970"/>
                    </a:cubicBezTo>
                    <a:cubicBezTo>
                      <a:pt x="113388" y="128297"/>
                      <a:pt x="112794" y="127686"/>
                      <a:pt x="112172" y="127074"/>
                    </a:cubicBezTo>
                    <a:cubicBezTo>
                      <a:pt x="110008" y="128787"/>
                      <a:pt x="107926" y="130554"/>
                      <a:pt x="105913" y="132439"/>
                    </a:cubicBezTo>
                    <a:cubicBezTo>
                      <a:pt x="104343" y="133909"/>
                      <a:pt x="102744" y="135307"/>
                      <a:pt x="101063" y="136652"/>
                    </a:cubicBezTo>
                    <a:cubicBezTo>
                      <a:pt x="99983" y="137521"/>
                      <a:pt x="98953" y="138429"/>
                      <a:pt x="97931" y="139370"/>
                    </a:cubicBezTo>
                    <a:cubicBezTo>
                      <a:pt x="96461" y="140718"/>
                      <a:pt x="94919" y="141952"/>
                      <a:pt x="93342" y="143171"/>
                    </a:cubicBezTo>
                    <a:cubicBezTo>
                      <a:pt x="91708" y="144437"/>
                      <a:pt x="90127" y="145746"/>
                      <a:pt x="88568" y="147102"/>
                    </a:cubicBezTo>
                    <a:cubicBezTo>
                      <a:pt x="86747" y="148682"/>
                      <a:pt x="84891" y="150195"/>
                      <a:pt x="82989" y="151672"/>
                    </a:cubicBezTo>
                    <a:cubicBezTo>
                      <a:pt x="81844" y="152559"/>
                      <a:pt x="80714" y="153457"/>
                      <a:pt x="79595" y="154372"/>
                    </a:cubicBezTo>
                    <a:cubicBezTo>
                      <a:pt x="79473" y="154476"/>
                      <a:pt x="79348" y="154576"/>
                      <a:pt x="79223" y="154680"/>
                    </a:cubicBezTo>
                    <a:cubicBezTo>
                      <a:pt x="78972" y="154884"/>
                      <a:pt x="78726" y="155088"/>
                      <a:pt x="78475" y="155292"/>
                    </a:cubicBezTo>
                    <a:cubicBezTo>
                      <a:pt x="76301" y="157076"/>
                      <a:pt x="74109" y="158782"/>
                      <a:pt x="71759" y="160334"/>
                    </a:cubicBezTo>
                    <a:cubicBezTo>
                      <a:pt x="71991" y="163063"/>
                      <a:pt x="72492" y="165731"/>
                      <a:pt x="73007" y="168420"/>
                    </a:cubicBezTo>
                    <a:cubicBezTo>
                      <a:pt x="73125" y="169046"/>
                      <a:pt x="73243" y="169669"/>
                      <a:pt x="73361" y="170294"/>
                    </a:cubicBezTo>
                    <a:cubicBezTo>
                      <a:pt x="73583" y="171475"/>
                      <a:pt x="73808" y="172658"/>
                      <a:pt x="74033" y="173839"/>
                    </a:cubicBezTo>
                    <a:cubicBezTo>
                      <a:pt x="74434" y="175952"/>
                      <a:pt x="74834" y="178066"/>
                      <a:pt x="75235" y="180179"/>
                    </a:cubicBezTo>
                    <a:cubicBezTo>
                      <a:pt x="75375" y="180920"/>
                      <a:pt x="75514" y="181656"/>
                      <a:pt x="75654" y="182397"/>
                    </a:cubicBezTo>
                    <a:cubicBezTo>
                      <a:pt x="75761" y="182969"/>
                      <a:pt x="75872" y="183538"/>
                      <a:pt x="75979" y="184110"/>
                    </a:cubicBezTo>
                    <a:cubicBezTo>
                      <a:pt x="76018" y="184306"/>
                      <a:pt x="76054" y="184507"/>
                      <a:pt x="76093" y="184714"/>
                    </a:cubicBezTo>
                    <a:cubicBezTo>
                      <a:pt x="77156" y="190347"/>
                      <a:pt x="76848" y="195225"/>
                      <a:pt x="73594" y="200143"/>
                    </a:cubicBezTo>
                    <a:cubicBezTo>
                      <a:pt x="71684" y="202896"/>
                      <a:pt x="69391" y="205178"/>
                      <a:pt x="66037" y="205958"/>
                    </a:cubicBezTo>
                    <a:cubicBezTo>
                      <a:pt x="64817" y="206176"/>
                      <a:pt x="63755" y="206119"/>
                      <a:pt x="62571" y="205754"/>
                    </a:cubicBezTo>
                    <a:cubicBezTo>
                      <a:pt x="62510" y="205736"/>
                      <a:pt x="62510" y="205736"/>
                      <a:pt x="62210" y="205647"/>
                    </a:cubicBezTo>
                    <a:cubicBezTo>
                      <a:pt x="59392" y="204566"/>
                      <a:pt x="57872" y="202056"/>
                      <a:pt x="56513" y="199542"/>
                    </a:cubicBezTo>
                    <a:cubicBezTo>
                      <a:pt x="56330" y="199209"/>
                      <a:pt x="56148" y="198880"/>
                      <a:pt x="55966" y="198551"/>
                    </a:cubicBezTo>
                    <a:cubicBezTo>
                      <a:pt x="55479" y="197678"/>
                      <a:pt x="55000" y="196799"/>
                      <a:pt x="54524" y="195919"/>
                    </a:cubicBezTo>
                    <a:cubicBezTo>
                      <a:pt x="54235" y="195386"/>
                      <a:pt x="53945" y="194853"/>
                      <a:pt x="53655" y="194320"/>
                    </a:cubicBezTo>
                    <a:cubicBezTo>
                      <a:pt x="52486" y="192182"/>
                      <a:pt x="51327" y="190036"/>
                      <a:pt x="50172" y="187886"/>
                    </a:cubicBezTo>
                    <a:cubicBezTo>
                      <a:pt x="49282" y="186238"/>
                      <a:pt x="48391" y="184585"/>
                      <a:pt x="47497" y="182937"/>
                    </a:cubicBezTo>
                    <a:cubicBezTo>
                      <a:pt x="47311" y="182597"/>
                      <a:pt x="47125" y="182254"/>
                      <a:pt x="46943" y="181910"/>
                    </a:cubicBezTo>
                    <a:cubicBezTo>
                      <a:pt x="46685" y="181438"/>
                      <a:pt x="46431" y="180963"/>
                      <a:pt x="46174" y="180491"/>
                    </a:cubicBezTo>
                    <a:cubicBezTo>
                      <a:pt x="46099" y="180355"/>
                      <a:pt x="46027" y="180215"/>
                      <a:pt x="45952" y="180076"/>
                    </a:cubicBezTo>
                    <a:cubicBezTo>
                      <a:pt x="45448" y="179153"/>
                      <a:pt x="44868" y="178323"/>
                      <a:pt x="44221" y="177501"/>
                    </a:cubicBezTo>
                    <a:cubicBezTo>
                      <a:pt x="44067" y="177544"/>
                      <a:pt x="43910" y="177587"/>
                      <a:pt x="43752" y="177633"/>
                    </a:cubicBezTo>
                    <a:cubicBezTo>
                      <a:pt x="39579" y="178785"/>
                      <a:pt x="35463" y="179904"/>
                      <a:pt x="31346" y="177858"/>
                    </a:cubicBezTo>
                    <a:cubicBezTo>
                      <a:pt x="29061" y="176503"/>
                      <a:pt x="27848" y="174625"/>
                      <a:pt x="27055" y="172136"/>
                    </a:cubicBezTo>
                    <a:cubicBezTo>
                      <a:pt x="27001" y="171972"/>
                      <a:pt x="26947" y="171807"/>
                      <a:pt x="26890" y="171635"/>
                    </a:cubicBezTo>
                    <a:cubicBezTo>
                      <a:pt x="26286" y="169239"/>
                      <a:pt x="26758" y="166850"/>
                      <a:pt x="27412" y="164536"/>
                    </a:cubicBezTo>
                    <a:cubicBezTo>
                      <a:pt x="27516" y="164164"/>
                      <a:pt x="27616" y="163789"/>
                      <a:pt x="27716" y="163413"/>
                    </a:cubicBezTo>
                    <a:cubicBezTo>
                      <a:pt x="27809" y="163077"/>
                      <a:pt x="27902" y="162745"/>
                      <a:pt x="27995" y="162408"/>
                    </a:cubicBezTo>
                    <a:cubicBezTo>
                      <a:pt x="28142" y="161690"/>
                      <a:pt x="28149" y="161067"/>
                      <a:pt x="28127" y="160334"/>
                    </a:cubicBezTo>
                    <a:cubicBezTo>
                      <a:pt x="27988" y="160266"/>
                      <a:pt x="27852" y="160198"/>
                      <a:pt x="27709" y="160127"/>
                    </a:cubicBezTo>
                    <a:cubicBezTo>
                      <a:pt x="14101" y="153360"/>
                      <a:pt x="14101" y="153360"/>
                      <a:pt x="9173" y="150678"/>
                    </a:cubicBezTo>
                    <a:cubicBezTo>
                      <a:pt x="9041" y="150607"/>
                      <a:pt x="8912" y="150539"/>
                      <a:pt x="8776" y="150463"/>
                    </a:cubicBezTo>
                    <a:cubicBezTo>
                      <a:pt x="7975" y="150027"/>
                      <a:pt x="7174" y="149587"/>
                      <a:pt x="6373" y="149144"/>
                    </a:cubicBezTo>
                    <a:cubicBezTo>
                      <a:pt x="6129" y="149008"/>
                      <a:pt x="5886" y="148872"/>
                      <a:pt x="5639" y="148740"/>
                    </a:cubicBezTo>
                    <a:cubicBezTo>
                      <a:pt x="1981" y="146719"/>
                      <a:pt x="1981" y="146719"/>
                      <a:pt x="858" y="144934"/>
                    </a:cubicBezTo>
                    <a:cubicBezTo>
                      <a:pt x="801" y="144849"/>
                      <a:pt x="801" y="144849"/>
                      <a:pt x="514" y="144409"/>
                    </a:cubicBezTo>
                    <a:cubicBezTo>
                      <a:pt x="-400" y="142724"/>
                      <a:pt x="-497" y="140611"/>
                      <a:pt x="0" y="138772"/>
                    </a:cubicBezTo>
                    <a:cubicBezTo>
                      <a:pt x="1394" y="134849"/>
                      <a:pt x="4813" y="132063"/>
                      <a:pt x="8458" y="130293"/>
                    </a:cubicBezTo>
                    <a:cubicBezTo>
                      <a:pt x="9391" y="129871"/>
                      <a:pt x="10335" y="129517"/>
                      <a:pt x="11319" y="129220"/>
                    </a:cubicBezTo>
                    <a:cubicBezTo>
                      <a:pt x="11419" y="129191"/>
                      <a:pt x="11419" y="129191"/>
                      <a:pt x="11919" y="129034"/>
                    </a:cubicBezTo>
                    <a:cubicBezTo>
                      <a:pt x="12996" y="128769"/>
                      <a:pt x="14083" y="128794"/>
                      <a:pt x="15185" y="128794"/>
                    </a:cubicBezTo>
                    <a:cubicBezTo>
                      <a:pt x="15242" y="128794"/>
                      <a:pt x="15242" y="128794"/>
                      <a:pt x="15539" y="128794"/>
                    </a:cubicBezTo>
                    <a:cubicBezTo>
                      <a:pt x="18225" y="128802"/>
                      <a:pt x="20832" y="129181"/>
                      <a:pt x="23482" y="129621"/>
                    </a:cubicBezTo>
                    <a:cubicBezTo>
                      <a:pt x="23975" y="129699"/>
                      <a:pt x="24469" y="129778"/>
                      <a:pt x="24962" y="129857"/>
                    </a:cubicBezTo>
                    <a:cubicBezTo>
                      <a:pt x="26121" y="130039"/>
                      <a:pt x="27276" y="130225"/>
                      <a:pt x="28431" y="130415"/>
                    </a:cubicBezTo>
                    <a:cubicBezTo>
                      <a:pt x="29730" y="130629"/>
                      <a:pt x="31031" y="130836"/>
                      <a:pt x="32333" y="131044"/>
                    </a:cubicBezTo>
                    <a:cubicBezTo>
                      <a:pt x="34154" y="131334"/>
                      <a:pt x="35978" y="131627"/>
                      <a:pt x="37798" y="131924"/>
                    </a:cubicBezTo>
                    <a:cubicBezTo>
                      <a:pt x="40412" y="132349"/>
                      <a:pt x="43030" y="132757"/>
                      <a:pt x="45652" y="133154"/>
                    </a:cubicBezTo>
                    <a:cubicBezTo>
                      <a:pt x="45748" y="133029"/>
                      <a:pt x="45845" y="132900"/>
                      <a:pt x="45945" y="132768"/>
                    </a:cubicBezTo>
                    <a:cubicBezTo>
                      <a:pt x="49650" y="127932"/>
                      <a:pt x="53416" y="123158"/>
                      <a:pt x="57303" y="118466"/>
                    </a:cubicBezTo>
                    <a:cubicBezTo>
                      <a:pt x="58154" y="117436"/>
                      <a:pt x="59002" y="116399"/>
                      <a:pt x="59842" y="115362"/>
                    </a:cubicBezTo>
                    <a:cubicBezTo>
                      <a:pt x="61080" y="113845"/>
                      <a:pt x="62339" y="112354"/>
                      <a:pt x="63605" y="110863"/>
                    </a:cubicBezTo>
                    <a:cubicBezTo>
                      <a:pt x="64746" y="109522"/>
                      <a:pt x="65869" y="108170"/>
                      <a:pt x="66974" y="106800"/>
                    </a:cubicBezTo>
                    <a:cubicBezTo>
                      <a:pt x="68125" y="105384"/>
                      <a:pt x="69320" y="104021"/>
                      <a:pt x="70550" y="102673"/>
                    </a:cubicBezTo>
                    <a:cubicBezTo>
                      <a:pt x="71669" y="101443"/>
                      <a:pt x="72717" y="100162"/>
                      <a:pt x="73762" y="98868"/>
                    </a:cubicBezTo>
                    <a:cubicBezTo>
                      <a:pt x="75174" y="97126"/>
                      <a:pt x="76676" y="95466"/>
                      <a:pt x="78196" y="93814"/>
                    </a:cubicBezTo>
                    <a:cubicBezTo>
                      <a:pt x="77631" y="92298"/>
                      <a:pt x="76498" y="91425"/>
                      <a:pt x="75289" y="90417"/>
                    </a:cubicBezTo>
                    <a:cubicBezTo>
                      <a:pt x="75235" y="90370"/>
                      <a:pt x="75235" y="90370"/>
                      <a:pt x="74956" y="90138"/>
                    </a:cubicBezTo>
                    <a:cubicBezTo>
                      <a:pt x="72671" y="88207"/>
                      <a:pt x="70296" y="86404"/>
                      <a:pt x="67882" y="84637"/>
                    </a:cubicBezTo>
                    <a:cubicBezTo>
                      <a:pt x="67127" y="84083"/>
                      <a:pt x="66380" y="83521"/>
                      <a:pt x="65633" y="82956"/>
                    </a:cubicBezTo>
                    <a:cubicBezTo>
                      <a:pt x="53734" y="73937"/>
                      <a:pt x="40856" y="66087"/>
                      <a:pt x="27966" y="58569"/>
                    </a:cubicBezTo>
                    <a:cubicBezTo>
                      <a:pt x="25449" y="57099"/>
                      <a:pt x="22952" y="55587"/>
                      <a:pt x="20456" y="54074"/>
                    </a:cubicBezTo>
                    <a:cubicBezTo>
                      <a:pt x="20131" y="53877"/>
                      <a:pt x="19805" y="53677"/>
                      <a:pt x="19480" y="53480"/>
                    </a:cubicBezTo>
                    <a:cubicBezTo>
                      <a:pt x="11383" y="48577"/>
                      <a:pt x="11383" y="48577"/>
                      <a:pt x="9416" y="46964"/>
                    </a:cubicBezTo>
                    <a:cubicBezTo>
                      <a:pt x="9273" y="46846"/>
                      <a:pt x="9126" y="46728"/>
                      <a:pt x="8976" y="46606"/>
                    </a:cubicBezTo>
                    <a:cubicBezTo>
                      <a:pt x="6437" y="44486"/>
                      <a:pt x="4674" y="42293"/>
                      <a:pt x="4341" y="38914"/>
                    </a:cubicBezTo>
                    <a:cubicBezTo>
                      <a:pt x="4212" y="36099"/>
                      <a:pt x="5579" y="33474"/>
                      <a:pt x="7420" y="31414"/>
                    </a:cubicBezTo>
                    <a:cubicBezTo>
                      <a:pt x="11855" y="26912"/>
                      <a:pt x="18797" y="24430"/>
                      <a:pt x="25041" y="24344"/>
                    </a:cubicBezTo>
                    <a:cubicBezTo>
                      <a:pt x="26665" y="24354"/>
                      <a:pt x="28238" y="24587"/>
                      <a:pt x="29833" y="24869"/>
                    </a:cubicBezTo>
                    <a:cubicBezTo>
                      <a:pt x="29898" y="24880"/>
                      <a:pt x="29898" y="24880"/>
                      <a:pt x="30234" y="24941"/>
                    </a:cubicBezTo>
                    <a:cubicBezTo>
                      <a:pt x="33020" y="25438"/>
                      <a:pt x="35724" y="26164"/>
                      <a:pt x="38442" y="26951"/>
                    </a:cubicBezTo>
                    <a:cubicBezTo>
                      <a:pt x="39915" y="27376"/>
                      <a:pt x="41392" y="27791"/>
                      <a:pt x="42866" y="28210"/>
                    </a:cubicBezTo>
                    <a:cubicBezTo>
                      <a:pt x="43245" y="28317"/>
                      <a:pt x="43624" y="28424"/>
                      <a:pt x="43999" y="28532"/>
                    </a:cubicBezTo>
                    <a:cubicBezTo>
                      <a:pt x="47697" y="29576"/>
                      <a:pt x="51399" y="30595"/>
                      <a:pt x="55104" y="31611"/>
                    </a:cubicBezTo>
                    <a:cubicBezTo>
                      <a:pt x="55179" y="31629"/>
                      <a:pt x="55179" y="31629"/>
                      <a:pt x="55551" y="31732"/>
                    </a:cubicBezTo>
                    <a:cubicBezTo>
                      <a:pt x="57246" y="32194"/>
                      <a:pt x="58941" y="32659"/>
                      <a:pt x="60636" y="33120"/>
                    </a:cubicBezTo>
                    <a:cubicBezTo>
                      <a:pt x="63880" y="34007"/>
                      <a:pt x="67127" y="34894"/>
                      <a:pt x="70375" y="35784"/>
                    </a:cubicBezTo>
                    <a:cubicBezTo>
                      <a:pt x="70539" y="35827"/>
                      <a:pt x="70704" y="35874"/>
                      <a:pt x="70876" y="35920"/>
                    </a:cubicBezTo>
                    <a:cubicBezTo>
                      <a:pt x="78726" y="38070"/>
                      <a:pt x="86572" y="40230"/>
                      <a:pt x="94419" y="42394"/>
                    </a:cubicBezTo>
                    <a:cubicBezTo>
                      <a:pt x="95577" y="42715"/>
                      <a:pt x="96740" y="43034"/>
                      <a:pt x="97898" y="43356"/>
                    </a:cubicBezTo>
                    <a:cubicBezTo>
                      <a:pt x="99161" y="43702"/>
                      <a:pt x="100423" y="44049"/>
                      <a:pt x="101682" y="44400"/>
                    </a:cubicBezTo>
                    <a:cubicBezTo>
                      <a:pt x="102580" y="44647"/>
                      <a:pt x="103477" y="44893"/>
                      <a:pt x="104372" y="45140"/>
                    </a:cubicBezTo>
                    <a:cubicBezTo>
                      <a:pt x="107079" y="45884"/>
                      <a:pt x="109779" y="46635"/>
                      <a:pt x="112476" y="47422"/>
                    </a:cubicBezTo>
                    <a:cubicBezTo>
                      <a:pt x="112898" y="47543"/>
                      <a:pt x="113320" y="47665"/>
                      <a:pt x="113742" y="47787"/>
                    </a:cubicBezTo>
                    <a:cubicBezTo>
                      <a:pt x="114496" y="48005"/>
                      <a:pt x="115247" y="48227"/>
                      <a:pt x="115998" y="48452"/>
                    </a:cubicBezTo>
                    <a:cubicBezTo>
                      <a:pt x="116324" y="48548"/>
                      <a:pt x="116653" y="48641"/>
                      <a:pt x="116978" y="48738"/>
                    </a:cubicBezTo>
                    <a:cubicBezTo>
                      <a:pt x="117118" y="48781"/>
                      <a:pt x="117261" y="48824"/>
                      <a:pt x="117407" y="48870"/>
                    </a:cubicBezTo>
                    <a:cubicBezTo>
                      <a:pt x="118466" y="49167"/>
                      <a:pt x="119353" y="49110"/>
                      <a:pt x="120397" y="48752"/>
                    </a:cubicBezTo>
                    <a:cubicBezTo>
                      <a:pt x="120880" y="48445"/>
                      <a:pt x="120880" y="48445"/>
                      <a:pt x="121252" y="48066"/>
                    </a:cubicBezTo>
                    <a:cubicBezTo>
                      <a:pt x="121320" y="47998"/>
                      <a:pt x="121320" y="47998"/>
                      <a:pt x="121681" y="47640"/>
                    </a:cubicBezTo>
                    <a:cubicBezTo>
                      <a:pt x="121828" y="47490"/>
                      <a:pt x="121971" y="47336"/>
                      <a:pt x="122125" y="47179"/>
                    </a:cubicBezTo>
                    <a:cubicBezTo>
                      <a:pt x="122278" y="47021"/>
                      <a:pt x="122432" y="46864"/>
                      <a:pt x="122593" y="46703"/>
                    </a:cubicBezTo>
                    <a:cubicBezTo>
                      <a:pt x="122918" y="46374"/>
                      <a:pt x="123244" y="46041"/>
                      <a:pt x="123566" y="45709"/>
                    </a:cubicBezTo>
                    <a:cubicBezTo>
                      <a:pt x="124063" y="45197"/>
                      <a:pt x="124560" y="44693"/>
                      <a:pt x="125061" y="44189"/>
                    </a:cubicBezTo>
                    <a:cubicBezTo>
                      <a:pt x="125379" y="43867"/>
                      <a:pt x="125697" y="43545"/>
                      <a:pt x="126012" y="43223"/>
                    </a:cubicBezTo>
                    <a:cubicBezTo>
                      <a:pt x="126087" y="43148"/>
                      <a:pt x="126087" y="43148"/>
                      <a:pt x="126463" y="42762"/>
                    </a:cubicBezTo>
                    <a:cubicBezTo>
                      <a:pt x="126534" y="42690"/>
                      <a:pt x="126534" y="42690"/>
                      <a:pt x="126881" y="42333"/>
                    </a:cubicBezTo>
                    <a:cubicBezTo>
                      <a:pt x="127003" y="42207"/>
                      <a:pt x="127121" y="42082"/>
                      <a:pt x="127246" y="41957"/>
                    </a:cubicBezTo>
                    <a:cubicBezTo>
                      <a:pt x="127539" y="41614"/>
                      <a:pt x="127725" y="41296"/>
                      <a:pt x="127907" y="40884"/>
                    </a:cubicBezTo>
                    <a:cubicBezTo>
                      <a:pt x="128144" y="40884"/>
                      <a:pt x="128380" y="40884"/>
                      <a:pt x="128623" y="40884"/>
                    </a:cubicBezTo>
                    <a:cubicBezTo>
                      <a:pt x="128716" y="40673"/>
                      <a:pt x="128812" y="40462"/>
                      <a:pt x="128912" y="40244"/>
                    </a:cubicBezTo>
                    <a:cubicBezTo>
                      <a:pt x="129306" y="39457"/>
                      <a:pt x="129799" y="38892"/>
                      <a:pt x="130425" y="38281"/>
                    </a:cubicBezTo>
                    <a:cubicBezTo>
                      <a:pt x="130529" y="38173"/>
                      <a:pt x="130636" y="38066"/>
                      <a:pt x="130747" y="37955"/>
                    </a:cubicBezTo>
                    <a:cubicBezTo>
                      <a:pt x="131101" y="37601"/>
                      <a:pt x="131455" y="37251"/>
                      <a:pt x="131809" y="36900"/>
                    </a:cubicBezTo>
                    <a:cubicBezTo>
                      <a:pt x="132060" y="36650"/>
                      <a:pt x="132306" y="36403"/>
                      <a:pt x="132557" y="36153"/>
                    </a:cubicBezTo>
                    <a:cubicBezTo>
                      <a:pt x="133079" y="35634"/>
                      <a:pt x="133601" y="35112"/>
                      <a:pt x="134123" y="34594"/>
                    </a:cubicBezTo>
                    <a:cubicBezTo>
                      <a:pt x="134785" y="33939"/>
                      <a:pt x="135446" y="33277"/>
                      <a:pt x="136108" y="32619"/>
                    </a:cubicBezTo>
                    <a:cubicBezTo>
                      <a:pt x="136619" y="32104"/>
                      <a:pt x="137138" y="31589"/>
                      <a:pt x="137653" y="31078"/>
                    </a:cubicBezTo>
                    <a:cubicBezTo>
                      <a:pt x="137896" y="30835"/>
                      <a:pt x="138139" y="30595"/>
                      <a:pt x="138383" y="30352"/>
                    </a:cubicBezTo>
                    <a:cubicBezTo>
                      <a:pt x="139763" y="28971"/>
                      <a:pt x="141172" y="27637"/>
                      <a:pt x="142656" y="26368"/>
                    </a:cubicBezTo>
                    <a:cubicBezTo>
                      <a:pt x="143758" y="25424"/>
                      <a:pt x="144766" y="24401"/>
                      <a:pt x="145775" y="23364"/>
                    </a:cubicBezTo>
                    <a:cubicBezTo>
                      <a:pt x="147653" y="21432"/>
                      <a:pt x="149577" y="19662"/>
                      <a:pt x="151694" y="17992"/>
                    </a:cubicBezTo>
                    <a:cubicBezTo>
                      <a:pt x="152384" y="17449"/>
                      <a:pt x="153031" y="16880"/>
                      <a:pt x="153672" y="16279"/>
                    </a:cubicBezTo>
                    <a:cubicBezTo>
                      <a:pt x="162315" y="8229"/>
                      <a:pt x="175494" y="85"/>
                      <a:pt x="187654" y="3"/>
                    </a:cubicBezTo>
                    <a:close/>
                    <a:moveTo>
                      <a:pt x="148379" y="29011"/>
                    </a:moveTo>
                    <a:cubicBezTo>
                      <a:pt x="147710" y="29697"/>
                      <a:pt x="147012" y="30338"/>
                      <a:pt x="146286" y="30960"/>
                    </a:cubicBezTo>
                    <a:cubicBezTo>
                      <a:pt x="144537" y="32466"/>
                      <a:pt x="142900" y="34064"/>
                      <a:pt x="141272" y="35699"/>
                    </a:cubicBezTo>
                    <a:cubicBezTo>
                      <a:pt x="140986" y="35985"/>
                      <a:pt x="140700" y="36271"/>
                      <a:pt x="140410" y="36557"/>
                    </a:cubicBezTo>
                    <a:cubicBezTo>
                      <a:pt x="139817" y="37151"/>
                      <a:pt x="139219" y="37748"/>
                      <a:pt x="138626" y="38345"/>
                    </a:cubicBezTo>
                    <a:cubicBezTo>
                      <a:pt x="137871" y="39100"/>
                      <a:pt x="137117" y="39858"/>
                      <a:pt x="136358" y="40613"/>
                    </a:cubicBezTo>
                    <a:cubicBezTo>
                      <a:pt x="135768" y="41199"/>
                      <a:pt x="135178" y="41789"/>
                      <a:pt x="134588" y="42383"/>
                    </a:cubicBezTo>
                    <a:cubicBezTo>
                      <a:pt x="134309" y="42658"/>
                      <a:pt x="134030" y="42937"/>
                      <a:pt x="133755" y="43216"/>
                    </a:cubicBezTo>
                    <a:cubicBezTo>
                      <a:pt x="132285" y="44679"/>
                      <a:pt x="130865" y="46163"/>
                      <a:pt x="129510" y="47737"/>
                    </a:cubicBezTo>
                    <a:cubicBezTo>
                      <a:pt x="128623" y="48767"/>
                      <a:pt x="127682" y="49736"/>
                      <a:pt x="126713" y="50691"/>
                    </a:cubicBezTo>
                    <a:cubicBezTo>
                      <a:pt x="126420" y="50980"/>
                      <a:pt x="126126" y="51270"/>
                      <a:pt x="125833" y="51560"/>
                    </a:cubicBezTo>
                    <a:cubicBezTo>
                      <a:pt x="125111" y="52278"/>
                      <a:pt x="124385" y="52994"/>
                      <a:pt x="123659" y="53713"/>
                    </a:cubicBezTo>
                    <a:cubicBezTo>
                      <a:pt x="122944" y="54421"/>
                      <a:pt x="122228" y="55129"/>
                      <a:pt x="121513" y="55837"/>
                    </a:cubicBezTo>
                    <a:cubicBezTo>
                      <a:pt x="121463" y="55887"/>
                      <a:pt x="121463" y="55887"/>
                      <a:pt x="121216" y="56137"/>
                    </a:cubicBezTo>
                    <a:cubicBezTo>
                      <a:pt x="120000" y="57346"/>
                      <a:pt x="118831" y="58576"/>
                      <a:pt x="117722" y="59882"/>
                    </a:cubicBezTo>
                    <a:cubicBezTo>
                      <a:pt x="116188" y="61677"/>
                      <a:pt x="114457" y="63297"/>
                      <a:pt x="112776" y="64950"/>
                    </a:cubicBezTo>
                    <a:cubicBezTo>
                      <a:pt x="111127" y="66577"/>
                      <a:pt x="109507" y="68204"/>
                      <a:pt x="107998" y="69964"/>
                    </a:cubicBezTo>
                    <a:cubicBezTo>
                      <a:pt x="107172" y="70929"/>
                      <a:pt x="106288" y="71830"/>
                      <a:pt x="105377" y="72714"/>
                    </a:cubicBezTo>
                    <a:cubicBezTo>
                      <a:pt x="104186" y="73887"/>
                      <a:pt x="103052" y="75081"/>
                      <a:pt x="101968" y="76351"/>
                    </a:cubicBezTo>
                    <a:cubicBezTo>
                      <a:pt x="101199" y="77249"/>
                      <a:pt x="100380" y="78078"/>
                      <a:pt x="99536" y="78904"/>
                    </a:cubicBezTo>
                    <a:cubicBezTo>
                      <a:pt x="98796" y="79638"/>
                      <a:pt x="98102" y="80399"/>
                      <a:pt x="97423" y="81193"/>
                    </a:cubicBezTo>
                    <a:cubicBezTo>
                      <a:pt x="96207" y="82595"/>
                      <a:pt x="94944" y="83951"/>
                      <a:pt x="93668" y="85299"/>
                    </a:cubicBezTo>
                    <a:cubicBezTo>
                      <a:pt x="93042" y="85957"/>
                      <a:pt x="92416" y="86619"/>
                      <a:pt x="91794" y="87280"/>
                    </a:cubicBezTo>
                    <a:cubicBezTo>
                      <a:pt x="91668" y="87413"/>
                      <a:pt x="91547" y="87545"/>
                      <a:pt x="91418" y="87677"/>
                    </a:cubicBezTo>
                    <a:cubicBezTo>
                      <a:pt x="88611" y="90656"/>
                      <a:pt x="85860" y="93678"/>
                      <a:pt x="83210" y="96793"/>
                    </a:cubicBezTo>
                    <a:cubicBezTo>
                      <a:pt x="82760" y="97323"/>
                      <a:pt x="82309" y="97848"/>
                      <a:pt x="81862" y="98374"/>
                    </a:cubicBezTo>
                    <a:cubicBezTo>
                      <a:pt x="81769" y="98481"/>
                      <a:pt x="81676" y="98592"/>
                      <a:pt x="81583" y="98703"/>
                    </a:cubicBezTo>
                    <a:cubicBezTo>
                      <a:pt x="80285" y="100223"/>
                      <a:pt x="78954" y="101714"/>
                      <a:pt x="77592" y="103181"/>
                    </a:cubicBezTo>
                    <a:cubicBezTo>
                      <a:pt x="76254" y="104622"/>
                      <a:pt x="74978" y="106103"/>
                      <a:pt x="73744" y="107637"/>
                    </a:cubicBezTo>
                    <a:cubicBezTo>
                      <a:pt x="72581" y="109078"/>
                      <a:pt x="71369" y="110480"/>
                      <a:pt x="70149" y="111875"/>
                    </a:cubicBezTo>
                    <a:cubicBezTo>
                      <a:pt x="68386" y="113899"/>
                      <a:pt x="66663" y="115945"/>
                      <a:pt x="64978" y="118030"/>
                    </a:cubicBezTo>
                    <a:cubicBezTo>
                      <a:pt x="64481" y="118648"/>
                      <a:pt x="63977" y="119260"/>
                      <a:pt x="63472" y="119871"/>
                    </a:cubicBezTo>
                    <a:cubicBezTo>
                      <a:pt x="62857" y="120626"/>
                      <a:pt x="62242" y="121377"/>
                      <a:pt x="61627" y="122132"/>
                    </a:cubicBezTo>
                    <a:cubicBezTo>
                      <a:pt x="61459" y="122336"/>
                      <a:pt x="61295" y="122539"/>
                      <a:pt x="61126" y="122743"/>
                    </a:cubicBezTo>
                    <a:cubicBezTo>
                      <a:pt x="58315" y="126184"/>
                      <a:pt x="55522" y="129642"/>
                      <a:pt x="52804" y="133154"/>
                    </a:cubicBezTo>
                    <a:cubicBezTo>
                      <a:pt x="52697" y="133294"/>
                      <a:pt x="52590" y="133429"/>
                      <a:pt x="52482" y="133572"/>
                    </a:cubicBezTo>
                    <a:cubicBezTo>
                      <a:pt x="49400" y="137546"/>
                      <a:pt x="46385" y="141544"/>
                      <a:pt x="43592" y="145725"/>
                    </a:cubicBezTo>
                    <a:cubicBezTo>
                      <a:pt x="43227" y="146272"/>
                      <a:pt x="42855" y="146812"/>
                      <a:pt x="42483" y="147349"/>
                    </a:cubicBezTo>
                    <a:cubicBezTo>
                      <a:pt x="32201" y="162208"/>
                      <a:pt x="32201" y="162208"/>
                      <a:pt x="32305" y="168785"/>
                    </a:cubicBezTo>
                    <a:cubicBezTo>
                      <a:pt x="32308" y="168921"/>
                      <a:pt x="32308" y="169057"/>
                      <a:pt x="32312" y="169196"/>
                    </a:cubicBezTo>
                    <a:cubicBezTo>
                      <a:pt x="32373" y="170616"/>
                      <a:pt x="32823" y="171510"/>
                      <a:pt x="33860" y="172483"/>
                    </a:cubicBezTo>
                    <a:cubicBezTo>
                      <a:pt x="35148" y="173427"/>
                      <a:pt x="36614" y="173338"/>
                      <a:pt x="38141" y="173209"/>
                    </a:cubicBezTo>
                    <a:cubicBezTo>
                      <a:pt x="39010" y="173073"/>
                      <a:pt x="39829" y="172851"/>
                      <a:pt x="40666" y="172583"/>
                    </a:cubicBezTo>
                    <a:cubicBezTo>
                      <a:pt x="40784" y="172547"/>
                      <a:pt x="40902" y="172508"/>
                      <a:pt x="41024" y="172472"/>
                    </a:cubicBezTo>
                    <a:cubicBezTo>
                      <a:pt x="48187" y="170155"/>
                      <a:pt x="54564" y="165684"/>
                      <a:pt x="60672" y="161407"/>
                    </a:cubicBezTo>
                    <a:cubicBezTo>
                      <a:pt x="60822" y="161303"/>
                      <a:pt x="60973" y="161196"/>
                      <a:pt x="61130" y="161089"/>
                    </a:cubicBezTo>
                    <a:cubicBezTo>
                      <a:pt x="65121" y="158299"/>
                      <a:pt x="68980" y="155349"/>
                      <a:pt x="72807" y="152334"/>
                    </a:cubicBezTo>
                    <a:cubicBezTo>
                      <a:pt x="73490" y="151798"/>
                      <a:pt x="74176" y="151261"/>
                      <a:pt x="74863" y="150725"/>
                    </a:cubicBezTo>
                    <a:cubicBezTo>
                      <a:pt x="77699" y="148511"/>
                      <a:pt x="80499" y="146251"/>
                      <a:pt x="83289" y="143976"/>
                    </a:cubicBezTo>
                    <a:cubicBezTo>
                      <a:pt x="83969" y="143418"/>
                      <a:pt x="84652" y="142864"/>
                      <a:pt x="85335" y="142309"/>
                    </a:cubicBezTo>
                    <a:cubicBezTo>
                      <a:pt x="87262" y="140747"/>
                      <a:pt x="89158" y="139148"/>
                      <a:pt x="91035" y="137524"/>
                    </a:cubicBezTo>
                    <a:cubicBezTo>
                      <a:pt x="92416" y="136337"/>
                      <a:pt x="93807" y="135168"/>
                      <a:pt x="95227" y="134027"/>
                    </a:cubicBezTo>
                    <a:cubicBezTo>
                      <a:pt x="96732" y="132814"/>
                      <a:pt x="98156" y="131534"/>
                      <a:pt x="99569" y="130218"/>
                    </a:cubicBezTo>
                    <a:cubicBezTo>
                      <a:pt x="100788" y="129084"/>
                      <a:pt x="102036" y="128001"/>
                      <a:pt x="103342" y="126963"/>
                    </a:cubicBezTo>
                    <a:cubicBezTo>
                      <a:pt x="105262" y="125429"/>
                      <a:pt x="107043" y="123759"/>
                      <a:pt x="108831" y="122075"/>
                    </a:cubicBezTo>
                    <a:cubicBezTo>
                      <a:pt x="109057" y="121860"/>
                      <a:pt x="109285" y="121645"/>
                      <a:pt x="109511" y="121431"/>
                    </a:cubicBezTo>
                    <a:cubicBezTo>
                      <a:pt x="109622" y="121327"/>
                      <a:pt x="109733" y="121223"/>
                      <a:pt x="109843" y="121120"/>
                    </a:cubicBezTo>
                    <a:cubicBezTo>
                      <a:pt x="110619" y="120390"/>
                      <a:pt x="111406" y="119678"/>
                      <a:pt x="112214" y="118984"/>
                    </a:cubicBezTo>
                    <a:cubicBezTo>
                      <a:pt x="113466" y="117912"/>
                      <a:pt x="114675" y="116796"/>
                      <a:pt x="115880" y="115676"/>
                    </a:cubicBezTo>
                    <a:cubicBezTo>
                      <a:pt x="117257" y="114400"/>
                      <a:pt x="118638" y="113126"/>
                      <a:pt x="120040" y="111875"/>
                    </a:cubicBezTo>
                    <a:cubicBezTo>
                      <a:pt x="122096" y="110033"/>
                      <a:pt x="124127" y="108155"/>
                      <a:pt x="126151" y="106274"/>
                    </a:cubicBezTo>
                    <a:cubicBezTo>
                      <a:pt x="126488" y="105963"/>
                      <a:pt x="126824" y="105652"/>
                      <a:pt x="127160" y="105341"/>
                    </a:cubicBezTo>
                    <a:cubicBezTo>
                      <a:pt x="131870" y="100978"/>
                      <a:pt x="131870" y="100978"/>
                      <a:pt x="133698" y="99107"/>
                    </a:cubicBezTo>
                    <a:cubicBezTo>
                      <a:pt x="134449" y="98342"/>
                      <a:pt x="135232" y="97634"/>
                      <a:pt x="136047" y="96936"/>
                    </a:cubicBezTo>
                    <a:cubicBezTo>
                      <a:pt x="137485" y="95692"/>
                      <a:pt x="138837" y="94379"/>
                      <a:pt x="140178" y="93035"/>
                    </a:cubicBezTo>
                    <a:cubicBezTo>
                      <a:pt x="140425" y="92788"/>
                      <a:pt x="140671" y="92541"/>
                      <a:pt x="140918" y="92294"/>
                    </a:cubicBezTo>
                    <a:cubicBezTo>
                      <a:pt x="141580" y="91636"/>
                      <a:pt x="142238" y="90978"/>
                      <a:pt x="142900" y="90317"/>
                    </a:cubicBezTo>
                    <a:cubicBezTo>
                      <a:pt x="143593" y="89619"/>
                      <a:pt x="144291" y="88925"/>
                      <a:pt x="144985" y="88228"/>
                    </a:cubicBezTo>
                    <a:cubicBezTo>
                      <a:pt x="146154" y="87062"/>
                      <a:pt x="147323" y="85893"/>
                      <a:pt x="148489" y="84723"/>
                    </a:cubicBezTo>
                    <a:cubicBezTo>
                      <a:pt x="149830" y="83378"/>
                      <a:pt x="151175" y="82034"/>
                      <a:pt x="152520" y="80693"/>
                    </a:cubicBezTo>
                    <a:cubicBezTo>
                      <a:pt x="153682" y="79534"/>
                      <a:pt x="154845" y="78372"/>
                      <a:pt x="156003" y="77209"/>
                    </a:cubicBezTo>
                    <a:cubicBezTo>
                      <a:pt x="156694" y="76519"/>
                      <a:pt x="157384" y="75829"/>
                      <a:pt x="158074" y="75139"/>
                    </a:cubicBezTo>
                    <a:cubicBezTo>
                      <a:pt x="158725" y="74491"/>
                      <a:pt x="159372" y="73840"/>
                      <a:pt x="160023" y="73189"/>
                    </a:cubicBezTo>
                    <a:cubicBezTo>
                      <a:pt x="160259" y="72953"/>
                      <a:pt x="160495" y="72717"/>
                      <a:pt x="160731" y="72485"/>
                    </a:cubicBezTo>
                    <a:cubicBezTo>
                      <a:pt x="162190" y="71026"/>
                      <a:pt x="163578" y="69527"/>
                      <a:pt x="164926" y="67964"/>
                    </a:cubicBezTo>
                    <a:cubicBezTo>
                      <a:pt x="165545" y="67245"/>
                      <a:pt x="166203" y="66577"/>
                      <a:pt x="166890" y="65919"/>
                    </a:cubicBezTo>
                    <a:cubicBezTo>
                      <a:pt x="167827" y="65000"/>
                      <a:pt x="168717" y="64055"/>
                      <a:pt x="169572" y="63058"/>
                    </a:cubicBezTo>
                    <a:cubicBezTo>
                      <a:pt x="170427" y="62060"/>
                      <a:pt x="171314" y="61119"/>
                      <a:pt x="172254" y="60197"/>
                    </a:cubicBezTo>
                    <a:cubicBezTo>
                      <a:pt x="173509" y="58959"/>
                      <a:pt x="174683" y="57675"/>
                      <a:pt x="175823" y="56331"/>
                    </a:cubicBezTo>
                    <a:cubicBezTo>
                      <a:pt x="176228" y="55862"/>
                      <a:pt x="176635" y="55397"/>
                      <a:pt x="177043" y="54932"/>
                    </a:cubicBezTo>
                    <a:cubicBezTo>
                      <a:pt x="186535" y="44024"/>
                      <a:pt x="197925" y="28818"/>
                      <a:pt x="196988" y="13611"/>
                    </a:cubicBezTo>
                    <a:cubicBezTo>
                      <a:pt x="196749" y="11050"/>
                      <a:pt x="195690" y="8940"/>
                      <a:pt x="193712" y="7267"/>
                    </a:cubicBezTo>
                    <a:cubicBezTo>
                      <a:pt x="182068" y="-729"/>
                      <a:pt x="161697" y="16683"/>
                      <a:pt x="148379" y="29011"/>
                    </a:cubicBezTo>
                    <a:close/>
                    <a:moveTo>
                      <a:pt x="12034" y="35209"/>
                    </a:moveTo>
                    <a:cubicBezTo>
                      <a:pt x="11934" y="35291"/>
                      <a:pt x="11834" y="35373"/>
                      <a:pt x="11730" y="35455"/>
                    </a:cubicBezTo>
                    <a:cubicBezTo>
                      <a:pt x="10857" y="36228"/>
                      <a:pt x="10321" y="37101"/>
                      <a:pt x="10163" y="38266"/>
                    </a:cubicBezTo>
                    <a:cubicBezTo>
                      <a:pt x="10303" y="39675"/>
                      <a:pt x="10693" y="40419"/>
                      <a:pt x="11698" y="41385"/>
                    </a:cubicBezTo>
                    <a:cubicBezTo>
                      <a:pt x="11751" y="41439"/>
                      <a:pt x="11751" y="41439"/>
                      <a:pt x="12034" y="41714"/>
                    </a:cubicBezTo>
                    <a:cubicBezTo>
                      <a:pt x="13246" y="42858"/>
                      <a:pt x="14591" y="43731"/>
                      <a:pt x="16011" y="44596"/>
                    </a:cubicBezTo>
                    <a:cubicBezTo>
                      <a:pt x="16300" y="44775"/>
                      <a:pt x="16587" y="44954"/>
                      <a:pt x="16876" y="45133"/>
                    </a:cubicBezTo>
                    <a:cubicBezTo>
                      <a:pt x="20606" y="47440"/>
                      <a:pt x="24412" y="49628"/>
                      <a:pt x="28203" y="51839"/>
                    </a:cubicBezTo>
                    <a:cubicBezTo>
                      <a:pt x="30570" y="53216"/>
                      <a:pt x="32920" y="54614"/>
                      <a:pt x="35259" y="56034"/>
                    </a:cubicBezTo>
                    <a:cubicBezTo>
                      <a:pt x="35688" y="56295"/>
                      <a:pt x="36117" y="56552"/>
                      <a:pt x="36543" y="56810"/>
                    </a:cubicBezTo>
                    <a:cubicBezTo>
                      <a:pt x="49267" y="64506"/>
                      <a:pt x="61806" y="72517"/>
                      <a:pt x="73547" y="81655"/>
                    </a:cubicBezTo>
                    <a:cubicBezTo>
                      <a:pt x="73776" y="81833"/>
                      <a:pt x="74005" y="82012"/>
                      <a:pt x="74234" y="82191"/>
                    </a:cubicBezTo>
                    <a:cubicBezTo>
                      <a:pt x="77020" y="84355"/>
                      <a:pt x="79770" y="86561"/>
                      <a:pt x="82488" y="88807"/>
                    </a:cubicBezTo>
                    <a:cubicBezTo>
                      <a:pt x="84823" y="87005"/>
                      <a:pt x="86747" y="84805"/>
                      <a:pt x="88722" y="82631"/>
                    </a:cubicBezTo>
                    <a:cubicBezTo>
                      <a:pt x="89594" y="81665"/>
                      <a:pt x="90477" y="80710"/>
                      <a:pt x="91361" y="79756"/>
                    </a:cubicBezTo>
                    <a:cubicBezTo>
                      <a:pt x="91447" y="79663"/>
                      <a:pt x="91536" y="79566"/>
                      <a:pt x="91626" y="79469"/>
                    </a:cubicBezTo>
                    <a:cubicBezTo>
                      <a:pt x="93371" y="77578"/>
                      <a:pt x="95130" y="75700"/>
                      <a:pt x="96893" y="73822"/>
                    </a:cubicBezTo>
                    <a:cubicBezTo>
                      <a:pt x="98024" y="72617"/>
                      <a:pt x="99154" y="71412"/>
                      <a:pt x="100280" y="70200"/>
                    </a:cubicBezTo>
                    <a:cubicBezTo>
                      <a:pt x="100713" y="69735"/>
                      <a:pt x="101142" y="69270"/>
                      <a:pt x="101575" y="68805"/>
                    </a:cubicBezTo>
                    <a:cubicBezTo>
                      <a:pt x="101682" y="68690"/>
                      <a:pt x="101786" y="68580"/>
                      <a:pt x="101893" y="68462"/>
                    </a:cubicBezTo>
                    <a:cubicBezTo>
                      <a:pt x="103266" y="66984"/>
                      <a:pt x="104665" y="65540"/>
                      <a:pt x="106103" y="64127"/>
                    </a:cubicBezTo>
                    <a:cubicBezTo>
                      <a:pt x="106972" y="63265"/>
                      <a:pt x="107773" y="62367"/>
                      <a:pt x="108559" y="61434"/>
                    </a:cubicBezTo>
                    <a:cubicBezTo>
                      <a:pt x="109336" y="60529"/>
                      <a:pt x="110169" y="59689"/>
                      <a:pt x="111016" y="58852"/>
                    </a:cubicBezTo>
                    <a:cubicBezTo>
                      <a:pt x="111138" y="58730"/>
                      <a:pt x="111260" y="58612"/>
                      <a:pt x="111385" y="58487"/>
                    </a:cubicBezTo>
                    <a:cubicBezTo>
                      <a:pt x="112004" y="57876"/>
                      <a:pt x="112626" y="57264"/>
                      <a:pt x="113252" y="56660"/>
                    </a:cubicBezTo>
                    <a:cubicBezTo>
                      <a:pt x="113484" y="56431"/>
                      <a:pt x="113713" y="56202"/>
                      <a:pt x="113945" y="55976"/>
                    </a:cubicBezTo>
                    <a:cubicBezTo>
                      <a:pt x="114056" y="55873"/>
                      <a:pt x="114164" y="55765"/>
                      <a:pt x="114278" y="55658"/>
                    </a:cubicBezTo>
                    <a:cubicBezTo>
                      <a:pt x="114543" y="55397"/>
                      <a:pt x="114789" y="55115"/>
                      <a:pt x="115033" y="54832"/>
                    </a:cubicBezTo>
                    <a:cubicBezTo>
                      <a:pt x="115033" y="54596"/>
                      <a:pt x="115033" y="54360"/>
                      <a:pt x="115033" y="54117"/>
                    </a:cubicBezTo>
                    <a:cubicBezTo>
                      <a:pt x="114933" y="54092"/>
                      <a:pt x="114836" y="54063"/>
                      <a:pt x="114732" y="54034"/>
                    </a:cubicBezTo>
                    <a:cubicBezTo>
                      <a:pt x="111488" y="53148"/>
                      <a:pt x="108241" y="52257"/>
                      <a:pt x="104997" y="51367"/>
                    </a:cubicBezTo>
                    <a:cubicBezTo>
                      <a:pt x="104869" y="51334"/>
                      <a:pt x="104743" y="51299"/>
                      <a:pt x="104611" y="51263"/>
                    </a:cubicBezTo>
                    <a:cubicBezTo>
                      <a:pt x="97813" y="49400"/>
                      <a:pt x="91010" y="47529"/>
                      <a:pt x="84215" y="45644"/>
                    </a:cubicBezTo>
                    <a:cubicBezTo>
                      <a:pt x="79441" y="44321"/>
                      <a:pt x="74663" y="43009"/>
                      <a:pt x="69885" y="41700"/>
                    </a:cubicBezTo>
                    <a:cubicBezTo>
                      <a:pt x="69817" y="41682"/>
                      <a:pt x="69817" y="41682"/>
                      <a:pt x="69474" y="41585"/>
                    </a:cubicBezTo>
                    <a:cubicBezTo>
                      <a:pt x="67085" y="40934"/>
                      <a:pt x="64696" y="40280"/>
                      <a:pt x="62307" y="39625"/>
                    </a:cubicBezTo>
                    <a:cubicBezTo>
                      <a:pt x="56212" y="37959"/>
                      <a:pt x="50122" y="36292"/>
                      <a:pt x="44039" y="34597"/>
                    </a:cubicBezTo>
                    <a:cubicBezTo>
                      <a:pt x="43806" y="34533"/>
                      <a:pt x="43574" y="34468"/>
                      <a:pt x="43345" y="34404"/>
                    </a:cubicBezTo>
                    <a:cubicBezTo>
                      <a:pt x="41203" y="33807"/>
                      <a:pt x="39060" y="33213"/>
                      <a:pt x="36918" y="32612"/>
                    </a:cubicBezTo>
                    <a:cubicBezTo>
                      <a:pt x="36160" y="32401"/>
                      <a:pt x="35402" y="32187"/>
                      <a:pt x="34640" y="31976"/>
                    </a:cubicBezTo>
                    <a:cubicBezTo>
                      <a:pt x="34129" y="31833"/>
                      <a:pt x="33621" y="31690"/>
                      <a:pt x="33109" y="31546"/>
                    </a:cubicBezTo>
                    <a:cubicBezTo>
                      <a:pt x="29258" y="30470"/>
                      <a:pt x="29258" y="30470"/>
                      <a:pt x="27266" y="30427"/>
                    </a:cubicBezTo>
                    <a:cubicBezTo>
                      <a:pt x="27122" y="30423"/>
                      <a:pt x="26979" y="30420"/>
                      <a:pt x="26829" y="30416"/>
                    </a:cubicBezTo>
                    <a:cubicBezTo>
                      <a:pt x="21093" y="30305"/>
                      <a:pt x="16540" y="31475"/>
                      <a:pt x="12034" y="35209"/>
                    </a:cubicBezTo>
                    <a:close/>
                    <a:moveTo>
                      <a:pt x="150056" y="90892"/>
                    </a:moveTo>
                    <a:cubicBezTo>
                      <a:pt x="149963" y="90989"/>
                      <a:pt x="149870" y="91085"/>
                      <a:pt x="149773" y="91186"/>
                    </a:cubicBezTo>
                    <a:cubicBezTo>
                      <a:pt x="149673" y="91286"/>
                      <a:pt x="149573" y="91386"/>
                      <a:pt x="149469" y="91490"/>
                    </a:cubicBezTo>
                    <a:cubicBezTo>
                      <a:pt x="149140" y="91822"/>
                      <a:pt x="148808" y="92162"/>
                      <a:pt x="148479" y="92498"/>
                    </a:cubicBezTo>
                    <a:cubicBezTo>
                      <a:pt x="148246" y="92734"/>
                      <a:pt x="148014" y="92967"/>
                      <a:pt x="147781" y="93203"/>
                    </a:cubicBezTo>
                    <a:cubicBezTo>
                      <a:pt x="147166" y="93821"/>
                      <a:pt x="146551" y="94444"/>
                      <a:pt x="145939" y="95066"/>
                    </a:cubicBezTo>
                    <a:cubicBezTo>
                      <a:pt x="144967" y="96053"/>
                      <a:pt x="143990" y="97040"/>
                      <a:pt x="143014" y="98024"/>
                    </a:cubicBezTo>
                    <a:cubicBezTo>
                      <a:pt x="142678" y="98363"/>
                      <a:pt x="142342" y="98707"/>
                      <a:pt x="142009" y="99050"/>
                    </a:cubicBezTo>
                    <a:cubicBezTo>
                      <a:pt x="140671" y="100402"/>
                      <a:pt x="139287" y="101679"/>
                      <a:pt x="137843" y="102916"/>
                    </a:cubicBezTo>
                    <a:cubicBezTo>
                      <a:pt x="136923" y="103706"/>
                      <a:pt x="136083" y="104568"/>
                      <a:pt x="135239" y="105437"/>
                    </a:cubicBezTo>
                    <a:cubicBezTo>
                      <a:pt x="134005" y="106696"/>
                      <a:pt x="132746" y="107901"/>
                      <a:pt x="131402" y="109042"/>
                    </a:cubicBezTo>
                    <a:cubicBezTo>
                      <a:pt x="130618" y="109715"/>
                      <a:pt x="129882" y="110423"/>
                      <a:pt x="129159" y="111159"/>
                    </a:cubicBezTo>
                    <a:cubicBezTo>
                      <a:pt x="128229" y="112107"/>
                      <a:pt x="127267" y="112987"/>
                      <a:pt x="126262" y="113852"/>
                    </a:cubicBezTo>
                    <a:cubicBezTo>
                      <a:pt x="125071" y="114882"/>
                      <a:pt x="123920" y="115948"/>
                      <a:pt x="122765" y="117018"/>
                    </a:cubicBezTo>
                    <a:cubicBezTo>
                      <a:pt x="120801" y="118838"/>
                      <a:pt x="118820" y="120640"/>
                      <a:pt x="116821" y="122425"/>
                    </a:cubicBezTo>
                    <a:cubicBezTo>
                      <a:pt x="117254" y="123877"/>
                      <a:pt x="118001" y="124853"/>
                      <a:pt x="119006" y="125966"/>
                    </a:cubicBezTo>
                    <a:cubicBezTo>
                      <a:pt x="121406" y="128644"/>
                      <a:pt x="123473" y="131555"/>
                      <a:pt x="125543" y="134488"/>
                    </a:cubicBezTo>
                    <a:cubicBezTo>
                      <a:pt x="126005" y="135142"/>
                      <a:pt x="126470" y="135790"/>
                      <a:pt x="126938" y="136441"/>
                    </a:cubicBezTo>
                    <a:cubicBezTo>
                      <a:pt x="136530" y="149780"/>
                      <a:pt x="144584" y="164157"/>
                      <a:pt x="152509" y="178527"/>
                    </a:cubicBezTo>
                    <a:cubicBezTo>
                      <a:pt x="156511" y="185784"/>
                      <a:pt x="156511" y="185784"/>
                      <a:pt x="158575" y="189256"/>
                    </a:cubicBezTo>
                    <a:cubicBezTo>
                      <a:pt x="158746" y="189546"/>
                      <a:pt x="158922" y="189839"/>
                      <a:pt x="159093" y="190132"/>
                    </a:cubicBezTo>
                    <a:cubicBezTo>
                      <a:pt x="160012" y="191692"/>
                      <a:pt x="160996" y="193183"/>
                      <a:pt x="162094" y="194621"/>
                    </a:cubicBezTo>
                    <a:cubicBezTo>
                      <a:pt x="162194" y="194753"/>
                      <a:pt x="162294" y="194885"/>
                      <a:pt x="162398" y="195021"/>
                    </a:cubicBezTo>
                    <a:cubicBezTo>
                      <a:pt x="163135" y="195965"/>
                      <a:pt x="164036" y="197070"/>
                      <a:pt x="165277" y="197249"/>
                    </a:cubicBezTo>
                    <a:cubicBezTo>
                      <a:pt x="168184" y="196666"/>
                      <a:pt x="169622" y="194875"/>
                      <a:pt x="171221" y="192514"/>
                    </a:cubicBezTo>
                    <a:cubicBezTo>
                      <a:pt x="172816" y="190047"/>
                      <a:pt x="173767" y="187568"/>
                      <a:pt x="174353" y="184700"/>
                    </a:cubicBezTo>
                    <a:cubicBezTo>
                      <a:pt x="174404" y="184482"/>
                      <a:pt x="174450" y="184260"/>
                      <a:pt x="174497" y="184038"/>
                    </a:cubicBezTo>
                    <a:cubicBezTo>
                      <a:pt x="175215" y="180061"/>
                      <a:pt x="174250" y="176099"/>
                      <a:pt x="173195" y="172276"/>
                    </a:cubicBezTo>
                    <a:cubicBezTo>
                      <a:pt x="173070" y="171807"/>
                      <a:pt x="172944" y="171342"/>
                      <a:pt x="172819" y="170874"/>
                    </a:cubicBezTo>
                    <a:cubicBezTo>
                      <a:pt x="172551" y="169872"/>
                      <a:pt x="172283" y="168875"/>
                      <a:pt x="172011" y="167877"/>
                    </a:cubicBezTo>
                    <a:cubicBezTo>
                      <a:pt x="171571" y="166264"/>
                      <a:pt x="171138" y="164654"/>
                      <a:pt x="170706" y="163041"/>
                    </a:cubicBezTo>
                    <a:cubicBezTo>
                      <a:pt x="170559" y="162484"/>
                      <a:pt x="170409" y="161926"/>
                      <a:pt x="170259" y="161364"/>
                    </a:cubicBezTo>
                    <a:cubicBezTo>
                      <a:pt x="170219" y="161228"/>
                      <a:pt x="170183" y="161089"/>
                      <a:pt x="170144" y="160942"/>
                    </a:cubicBezTo>
                    <a:cubicBezTo>
                      <a:pt x="169876" y="159944"/>
                      <a:pt x="169608" y="158947"/>
                      <a:pt x="169339" y="157949"/>
                    </a:cubicBezTo>
                    <a:cubicBezTo>
                      <a:pt x="168317" y="154151"/>
                      <a:pt x="167301" y="150353"/>
                      <a:pt x="166300" y="146551"/>
                    </a:cubicBezTo>
                    <a:cubicBezTo>
                      <a:pt x="166264" y="146422"/>
                      <a:pt x="166232" y="146293"/>
                      <a:pt x="166196" y="146161"/>
                    </a:cubicBezTo>
                    <a:cubicBezTo>
                      <a:pt x="165785" y="144602"/>
                      <a:pt x="165373" y="143043"/>
                      <a:pt x="164962" y="141483"/>
                    </a:cubicBezTo>
                    <a:cubicBezTo>
                      <a:pt x="164619" y="140171"/>
                      <a:pt x="164272" y="138862"/>
                      <a:pt x="163925" y="137549"/>
                    </a:cubicBezTo>
                    <a:cubicBezTo>
                      <a:pt x="161239" y="127371"/>
                      <a:pt x="158571" y="117189"/>
                      <a:pt x="155907" y="107004"/>
                    </a:cubicBezTo>
                    <a:cubicBezTo>
                      <a:pt x="155867" y="106846"/>
                      <a:pt x="155828" y="106693"/>
                      <a:pt x="155785" y="106532"/>
                    </a:cubicBezTo>
                    <a:cubicBezTo>
                      <a:pt x="155399" y="105065"/>
                      <a:pt x="155016" y="103596"/>
                      <a:pt x="154633" y="102126"/>
                    </a:cubicBezTo>
                    <a:cubicBezTo>
                      <a:pt x="153596" y="98163"/>
                      <a:pt x="152556" y="94200"/>
                      <a:pt x="151511" y="90238"/>
                    </a:cubicBezTo>
                    <a:cubicBezTo>
                      <a:pt x="150714" y="90238"/>
                      <a:pt x="150596" y="90356"/>
                      <a:pt x="150056" y="90892"/>
                    </a:cubicBezTo>
                    <a:close/>
                    <a:moveTo>
                      <a:pt x="6312" y="139055"/>
                    </a:moveTo>
                    <a:cubicBezTo>
                      <a:pt x="6233" y="139151"/>
                      <a:pt x="6154" y="139252"/>
                      <a:pt x="6072" y="139352"/>
                    </a:cubicBezTo>
                    <a:cubicBezTo>
                      <a:pt x="5632" y="139981"/>
                      <a:pt x="5554" y="140443"/>
                      <a:pt x="5672" y="141176"/>
                    </a:cubicBezTo>
                    <a:cubicBezTo>
                      <a:pt x="5872" y="142063"/>
                      <a:pt x="6190" y="142431"/>
                      <a:pt x="6945" y="142917"/>
                    </a:cubicBezTo>
                    <a:cubicBezTo>
                      <a:pt x="7081" y="143000"/>
                      <a:pt x="7217" y="143078"/>
                      <a:pt x="7356" y="143161"/>
                    </a:cubicBezTo>
                    <a:cubicBezTo>
                      <a:pt x="7431" y="143207"/>
                      <a:pt x="7431" y="143207"/>
                      <a:pt x="7792" y="143432"/>
                    </a:cubicBezTo>
                    <a:cubicBezTo>
                      <a:pt x="9416" y="144427"/>
                      <a:pt x="11108" y="145296"/>
                      <a:pt x="12806" y="146150"/>
                    </a:cubicBezTo>
                    <a:cubicBezTo>
                      <a:pt x="13150" y="146326"/>
                      <a:pt x="13489" y="146497"/>
                      <a:pt x="13833" y="146673"/>
                    </a:cubicBezTo>
                    <a:cubicBezTo>
                      <a:pt x="14727" y="147130"/>
                      <a:pt x="15625" y="147581"/>
                      <a:pt x="16519" y="148035"/>
                    </a:cubicBezTo>
                    <a:cubicBezTo>
                      <a:pt x="17413" y="148486"/>
                      <a:pt x="18307" y="148944"/>
                      <a:pt x="19197" y="149398"/>
                    </a:cubicBezTo>
                    <a:cubicBezTo>
                      <a:pt x="23121" y="151390"/>
                      <a:pt x="27051" y="153367"/>
                      <a:pt x="30989" y="155327"/>
                    </a:cubicBezTo>
                    <a:cubicBezTo>
                      <a:pt x="31983" y="153875"/>
                      <a:pt x="32959" y="152420"/>
                      <a:pt x="33853" y="150903"/>
                    </a:cubicBezTo>
                    <a:cubicBezTo>
                      <a:pt x="33918" y="150796"/>
                      <a:pt x="33978" y="150692"/>
                      <a:pt x="34043" y="150581"/>
                    </a:cubicBezTo>
                    <a:cubicBezTo>
                      <a:pt x="34171" y="150360"/>
                      <a:pt x="34304" y="150142"/>
                      <a:pt x="34433" y="149920"/>
                    </a:cubicBezTo>
                    <a:cubicBezTo>
                      <a:pt x="35831" y="147545"/>
                      <a:pt x="37333" y="145260"/>
                      <a:pt x="38924" y="143007"/>
                    </a:cubicBezTo>
                    <a:cubicBezTo>
                      <a:pt x="39003" y="142892"/>
                      <a:pt x="39085" y="142778"/>
                      <a:pt x="39168" y="142660"/>
                    </a:cubicBezTo>
                    <a:cubicBezTo>
                      <a:pt x="39311" y="142452"/>
                      <a:pt x="39457" y="142249"/>
                      <a:pt x="39608" y="142041"/>
                    </a:cubicBezTo>
                    <a:cubicBezTo>
                      <a:pt x="40394" y="140922"/>
                      <a:pt x="41045" y="139713"/>
                      <a:pt x="41718" y="138518"/>
                    </a:cubicBezTo>
                    <a:cubicBezTo>
                      <a:pt x="36775" y="137542"/>
                      <a:pt x="31825" y="136670"/>
                      <a:pt x="26847" y="135911"/>
                    </a:cubicBezTo>
                    <a:cubicBezTo>
                      <a:pt x="26128" y="135801"/>
                      <a:pt x="25413" y="135690"/>
                      <a:pt x="24694" y="135575"/>
                    </a:cubicBezTo>
                    <a:cubicBezTo>
                      <a:pt x="17806" y="134484"/>
                      <a:pt x="17806" y="134484"/>
                      <a:pt x="15228" y="134474"/>
                    </a:cubicBezTo>
                    <a:cubicBezTo>
                      <a:pt x="15070" y="134474"/>
                      <a:pt x="14909" y="134474"/>
                      <a:pt x="14748" y="134474"/>
                    </a:cubicBezTo>
                    <a:cubicBezTo>
                      <a:pt x="11522" y="134567"/>
                      <a:pt x="8250" y="136541"/>
                      <a:pt x="6312" y="139055"/>
                    </a:cubicBezTo>
                    <a:close/>
                    <a:moveTo>
                      <a:pt x="66037" y="164268"/>
                    </a:moveTo>
                    <a:cubicBezTo>
                      <a:pt x="65912" y="164354"/>
                      <a:pt x="65790" y="164436"/>
                      <a:pt x="65661" y="164522"/>
                    </a:cubicBezTo>
                    <a:cubicBezTo>
                      <a:pt x="64474" y="165323"/>
                      <a:pt x="63287" y="166121"/>
                      <a:pt x="62099" y="166918"/>
                    </a:cubicBezTo>
                    <a:cubicBezTo>
                      <a:pt x="61488" y="167330"/>
                      <a:pt x="60876" y="167737"/>
                      <a:pt x="60268" y="168149"/>
                    </a:cubicBezTo>
                    <a:cubicBezTo>
                      <a:pt x="59560" y="168628"/>
                      <a:pt x="58852" y="169103"/>
                      <a:pt x="58144" y="169579"/>
                    </a:cubicBezTo>
                    <a:cubicBezTo>
                      <a:pt x="58026" y="169658"/>
                      <a:pt x="57908" y="169733"/>
                      <a:pt x="57790" y="169815"/>
                    </a:cubicBezTo>
                    <a:cubicBezTo>
                      <a:pt x="56499" y="170673"/>
                      <a:pt x="55200" y="171500"/>
                      <a:pt x="53849" y="172258"/>
                    </a:cubicBezTo>
                    <a:cubicBezTo>
                      <a:pt x="53788" y="172290"/>
                      <a:pt x="53788" y="172290"/>
                      <a:pt x="53494" y="172454"/>
                    </a:cubicBezTo>
                    <a:cubicBezTo>
                      <a:pt x="52940" y="172766"/>
                      <a:pt x="52382" y="173066"/>
                      <a:pt x="51824" y="173363"/>
                    </a:cubicBezTo>
                    <a:cubicBezTo>
                      <a:pt x="51724" y="173417"/>
                      <a:pt x="51724" y="173417"/>
                      <a:pt x="51231" y="173685"/>
                    </a:cubicBezTo>
                    <a:cubicBezTo>
                      <a:pt x="51059" y="173774"/>
                      <a:pt x="50887" y="173864"/>
                      <a:pt x="50709" y="173957"/>
                    </a:cubicBezTo>
                    <a:cubicBezTo>
                      <a:pt x="50176" y="174378"/>
                      <a:pt x="50065" y="174693"/>
                      <a:pt x="49943" y="175355"/>
                    </a:cubicBezTo>
                    <a:cubicBezTo>
                      <a:pt x="50047" y="175770"/>
                      <a:pt x="50047" y="175770"/>
                      <a:pt x="50261" y="176174"/>
                    </a:cubicBezTo>
                    <a:cubicBezTo>
                      <a:pt x="50340" y="176328"/>
                      <a:pt x="50419" y="176481"/>
                      <a:pt x="50501" y="176639"/>
                    </a:cubicBezTo>
                    <a:cubicBezTo>
                      <a:pt x="50591" y="176803"/>
                      <a:pt x="50680" y="176971"/>
                      <a:pt x="50773" y="177139"/>
                    </a:cubicBezTo>
                    <a:cubicBezTo>
                      <a:pt x="50866" y="177315"/>
                      <a:pt x="50959" y="177490"/>
                      <a:pt x="51052" y="177672"/>
                    </a:cubicBezTo>
                    <a:cubicBezTo>
                      <a:pt x="51356" y="178252"/>
                      <a:pt x="51667" y="178827"/>
                      <a:pt x="51975" y="179400"/>
                    </a:cubicBezTo>
                    <a:cubicBezTo>
                      <a:pt x="52189" y="179804"/>
                      <a:pt x="52404" y="180208"/>
                      <a:pt x="52618" y="180612"/>
                    </a:cubicBezTo>
                    <a:cubicBezTo>
                      <a:pt x="53165" y="181646"/>
                      <a:pt x="53720" y="182676"/>
                      <a:pt x="54274" y="183706"/>
                    </a:cubicBezTo>
                    <a:cubicBezTo>
                      <a:pt x="54575" y="184264"/>
                      <a:pt x="54871" y="184821"/>
                      <a:pt x="55172" y="185379"/>
                    </a:cubicBezTo>
                    <a:cubicBezTo>
                      <a:pt x="56305" y="187493"/>
                      <a:pt x="57453" y="189596"/>
                      <a:pt x="58619" y="191692"/>
                    </a:cubicBezTo>
                    <a:cubicBezTo>
                      <a:pt x="58888" y="192174"/>
                      <a:pt x="59156" y="192657"/>
                      <a:pt x="59424" y="193140"/>
                    </a:cubicBezTo>
                    <a:cubicBezTo>
                      <a:pt x="59864" y="193938"/>
                      <a:pt x="60307" y="194728"/>
                      <a:pt x="60754" y="195518"/>
                    </a:cubicBezTo>
                    <a:cubicBezTo>
                      <a:pt x="60919" y="195812"/>
                      <a:pt x="61083" y="196105"/>
                      <a:pt x="61248" y="196398"/>
                    </a:cubicBezTo>
                    <a:cubicBezTo>
                      <a:pt x="62167" y="198057"/>
                      <a:pt x="62972" y="199352"/>
                      <a:pt x="64606" y="200389"/>
                    </a:cubicBezTo>
                    <a:cubicBezTo>
                      <a:pt x="67081" y="199449"/>
                      <a:pt x="68780" y="197571"/>
                      <a:pt x="69921" y="195196"/>
                    </a:cubicBezTo>
                    <a:cubicBezTo>
                      <a:pt x="71634" y="191316"/>
                      <a:pt x="70972" y="187776"/>
                      <a:pt x="70200" y="183724"/>
                    </a:cubicBezTo>
                    <a:cubicBezTo>
                      <a:pt x="70082" y="183094"/>
                      <a:pt x="69964" y="182465"/>
                      <a:pt x="69846" y="181835"/>
                    </a:cubicBezTo>
                    <a:cubicBezTo>
                      <a:pt x="69649" y="180780"/>
                      <a:pt x="69449" y="179725"/>
                      <a:pt x="69248" y="178670"/>
                    </a:cubicBezTo>
                    <a:cubicBezTo>
                      <a:pt x="69016" y="177458"/>
                      <a:pt x="68790" y="176242"/>
                      <a:pt x="68565" y="175026"/>
                    </a:cubicBezTo>
                    <a:cubicBezTo>
                      <a:pt x="68343" y="173849"/>
                      <a:pt x="68122" y="172673"/>
                      <a:pt x="67900" y="171496"/>
                    </a:cubicBezTo>
                    <a:cubicBezTo>
                      <a:pt x="67807" y="170999"/>
                      <a:pt x="67714" y="170502"/>
                      <a:pt x="67621" y="170001"/>
                    </a:cubicBezTo>
                    <a:cubicBezTo>
                      <a:pt x="67492" y="169307"/>
                      <a:pt x="67360" y="168613"/>
                      <a:pt x="67228" y="167916"/>
                    </a:cubicBezTo>
                    <a:cubicBezTo>
                      <a:pt x="67188" y="167712"/>
                      <a:pt x="67152" y="167508"/>
                      <a:pt x="67113" y="167297"/>
                    </a:cubicBezTo>
                    <a:cubicBezTo>
                      <a:pt x="66895" y="166174"/>
                      <a:pt x="66602" y="165266"/>
                      <a:pt x="66037" y="16426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8" name="New shape">
                <a:extLst>
                  <a:ext uri="{FF2B5EF4-FFF2-40B4-BE49-F238E27FC236}">
                    <a16:creationId xmlns:a16="http://schemas.microsoft.com/office/drawing/2014/main" id="{288F6C33-8B64-4B43-6618-E8E2F5124484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670131" y="884192"/>
                <a:ext cx="20099" cy="20385"/>
              </a:xfrm>
              <a:custGeom>
                <a:avLst/>
                <a:gdLst/>
                <a:ahLst/>
                <a:cxnLst/>
                <a:rect l="l" t="t" r="r" b="b"/>
                <a:pathLst>
                  <a:path w="20099" h="20385">
                    <a:moveTo>
                      <a:pt x="18954" y="0"/>
                    </a:moveTo>
                    <a:cubicBezTo>
                      <a:pt x="19702" y="633"/>
                      <a:pt x="19963" y="1326"/>
                      <a:pt x="20099" y="2281"/>
                    </a:cubicBezTo>
                    <a:cubicBezTo>
                      <a:pt x="20034" y="3561"/>
                      <a:pt x="19405" y="4338"/>
                      <a:pt x="18582" y="5246"/>
                    </a:cubicBezTo>
                    <a:cubicBezTo>
                      <a:pt x="18471" y="5368"/>
                      <a:pt x="18364" y="5493"/>
                      <a:pt x="18250" y="5621"/>
                    </a:cubicBezTo>
                    <a:cubicBezTo>
                      <a:pt x="16808" y="7217"/>
                      <a:pt x="15271" y="8711"/>
                      <a:pt x="13736" y="10217"/>
                    </a:cubicBezTo>
                    <a:cubicBezTo>
                      <a:pt x="12141" y="11784"/>
                      <a:pt x="10618" y="13379"/>
                      <a:pt x="9159" y="15074"/>
                    </a:cubicBezTo>
                    <a:cubicBezTo>
                      <a:pt x="8336" y="16025"/>
                      <a:pt x="7474" y="16937"/>
                      <a:pt x="6594" y="17838"/>
                    </a:cubicBezTo>
                    <a:cubicBezTo>
                      <a:pt x="6433" y="18006"/>
                      <a:pt x="6276" y="18174"/>
                      <a:pt x="6115" y="18346"/>
                    </a:cubicBezTo>
                    <a:cubicBezTo>
                      <a:pt x="5053" y="19426"/>
                      <a:pt x="4034" y="20174"/>
                      <a:pt x="2503" y="20385"/>
                    </a:cubicBezTo>
                    <a:cubicBezTo>
                      <a:pt x="1570" y="20217"/>
                      <a:pt x="947" y="19880"/>
                      <a:pt x="246" y="19244"/>
                    </a:cubicBezTo>
                    <a:cubicBezTo>
                      <a:pt x="-164" y="18160"/>
                      <a:pt x="-411" y="17216"/>
                      <a:pt x="0" y="16093"/>
                    </a:cubicBezTo>
                    <a:cubicBezTo>
                      <a:pt x="743" y="14845"/>
                      <a:pt x="1874" y="13847"/>
                      <a:pt x="2900" y="12831"/>
                    </a:cubicBezTo>
                    <a:cubicBezTo>
                      <a:pt x="3254" y="12481"/>
                      <a:pt x="3608" y="12127"/>
                      <a:pt x="3962" y="11773"/>
                    </a:cubicBezTo>
                    <a:cubicBezTo>
                      <a:pt x="4030" y="11705"/>
                      <a:pt x="4030" y="11705"/>
                      <a:pt x="4363" y="11372"/>
                    </a:cubicBezTo>
                    <a:cubicBezTo>
                      <a:pt x="4499" y="11233"/>
                      <a:pt x="4638" y="11097"/>
                      <a:pt x="4778" y="10957"/>
                    </a:cubicBezTo>
                    <a:cubicBezTo>
                      <a:pt x="5618" y="10113"/>
                      <a:pt x="6462" y="9273"/>
                      <a:pt x="7310" y="8440"/>
                    </a:cubicBezTo>
                    <a:cubicBezTo>
                      <a:pt x="8812" y="6955"/>
                      <a:pt x="10246" y="5443"/>
                      <a:pt x="11619" y="3844"/>
                    </a:cubicBezTo>
                    <a:cubicBezTo>
                      <a:pt x="12270" y="3086"/>
                      <a:pt x="12949" y="2360"/>
                      <a:pt x="13658" y="1652"/>
                    </a:cubicBezTo>
                    <a:cubicBezTo>
                      <a:pt x="13768" y="1537"/>
                      <a:pt x="13883" y="1419"/>
                      <a:pt x="14001" y="1298"/>
                    </a:cubicBezTo>
                    <a:cubicBezTo>
                      <a:pt x="15489" y="-200"/>
                      <a:pt x="16869" y="-772"/>
                      <a:pt x="18954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9" name="New shape">
                <a:extLst>
                  <a:ext uri="{FF2B5EF4-FFF2-40B4-BE49-F238E27FC236}">
                    <a16:creationId xmlns:a16="http://schemas.microsoft.com/office/drawing/2014/main" id="{BD505D41-2858-D591-3761-0F07CE8A45D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683722" y="901984"/>
                <a:ext cx="24319" cy="25192"/>
              </a:xfrm>
              <a:custGeom>
                <a:avLst/>
                <a:gdLst/>
                <a:ahLst/>
                <a:cxnLst/>
                <a:rect l="l" t="t" r="r" b="b"/>
                <a:pathLst>
                  <a:path w="24319" h="25191">
                    <a:moveTo>
                      <a:pt x="22373" y="0"/>
                    </a:moveTo>
                    <a:cubicBezTo>
                      <a:pt x="22588" y="57"/>
                      <a:pt x="22802" y="114"/>
                      <a:pt x="23024" y="171"/>
                    </a:cubicBezTo>
                    <a:cubicBezTo>
                      <a:pt x="23771" y="525"/>
                      <a:pt x="23986" y="758"/>
                      <a:pt x="24319" y="1519"/>
                    </a:cubicBezTo>
                    <a:cubicBezTo>
                      <a:pt x="24505" y="2682"/>
                      <a:pt x="24465" y="3608"/>
                      <a:pt x="23768" y="4581"/>
                    </a:cubicBezTo>
                    <a:cubicBezTo>
                      <a:pt x="23510" y="4892"/>
                      <a:pt x="23246" y="5196"/>
                      <a:pt x="22981" y="5493"/>
                    </a:cubicBezTo>
                    <a:cubicBezTo>
                      <a:pt x="22838" y="5661"/>
                      <a:pt x="22695" y="5829"/>
                      <a:pt x="22545" y="6001"/>
                    </a:cubicBezTo>
                    <a:cubicBezTo>
                      <a:pt x="20810" y="7989"/>
                      <a:pt x="18929" y="9838"/>
                      <a:pt x="17044" y="11680"/>
                    </a:cubicBezTo>
                    <a:cubicBezTo>
                      <a:pt x="16204" y="12506"/>
                      <a:pt x="15363" y="13336"/>
                      <a:pt x="14523" y="14165"/>
                    </a:cubicBezTo>
                    <a:cubicBezTo>
                      <a:pt x="14434" y="14251"/>
                      <a:pt x="14344" y="14341"/>
                      <a:pt x="14251" y="14434"/>
                    </a:cubicBezTo>
                    <a:cubicBezTo>
                      <a:pt x="12978" y="15696"/>
                      <a:pt x="11766" y="16998"/>
                      <a:pt x="10600" y="18364"/>
                    </a:cubicBezTo>
                    <a:cubicBezTo>
                      <a:pt x="9616" y="19512"/>
                      <a:pt x="8572" y="20603"/>
                      <a:pt x="7517" y="21683"/>
                    </a:cubicBezTo>
                    <a:cubicBezTo>
                      <a:pt x="7270" y="21937"/>
                      <a:pt x="7027" y="22194"/>
                      <a:pt x="6787" y="22452"/>
                    </a:cubicBezTo>
                    <a:cubicBezTo>
                      <a:pt x="4363" y="25037"/>
                      <a:pt x="4363" y="25037"/>
                      <a:pt x="2335" y="25191"/>
                    </a:cubicBezTo>
                    <a:cubicBezTo>
                      <a:pt x="1473" y="25084"/>
                      <a:pt x="936" y="24801"/>
                      <a:pt x="311" y="24204"/>
                    </a:cubicBezTo>
                    <a:cubicBezTo>
                      <a:pt x="-293" y="23213"/>
                      <a:pt x="-250" y="21947"/>
                      <a:pt x="0" y="20832"/>
                    </a:cubicBezTo>
                    <a:cubicBezTo>
                      <a:pt x="407" y="20038"/>
                      <a:pt x="965" y="19480"/>
                      <a:pt x="1609" y="18865"/>
                    </a:cubicBezTo>
                    <a:cubicBezTo>
                      <a:pt x="1780" y="18686"/>
                      <a:pt x="1956" y="18511"/>
                      <a:pt x="2127" y="18332"/>
                    </a:cubicBezTo>
                    <a:cubicBezTo>
                      <a:pt x="2614" y="17835"/>
                      <a:pt x="3107" y="17348"/>
                      <a:pt x="3604" y="16866"/>
                    </a:cubicBezTo>
                    <a:cubicBezTo>
                      <a:pt x="4198" y="16279"/>
                      <a:pt x="4788" y="15685"/>
                      <a:pt x="5378" y="15092"/>
                    </a:cubicBezTo>
                    <a:cubicBezTo>
                      <a:pt x="6115" y="14355"/>
                      <a:pt x="6855" y="13618"/>
                      <a:pt x="7599" y="12885"/>
                    </a:cubicBezTo>
                    <a:cubicBezTo>
                      <a:pt x="8722" y="11784"/>
                      <a:pt x="9806" y="10668"/>
                      <a:pt x="10829" y="9470"/>
                    </a:cubicBezTo>
                    <a:cubicBezTo>
                      <a:pt x="12349" y="7696"/>
                      <a:pt x="13997" y="6051"/>
                      <a:pt x="15650" y="4398"/>
                    </a:cubicBezTo>
                    <a:cubicBezTo>
                      <a:pt x="16097" y="3951"/>
                      <a:pt x="16544" y="3501"/>
                      <a:pt x="16991" y="3047"/>
                    </a:cubicBezTo>
                    <a:cubicBezTo>
                      <a:pt x="17338" y="2696"/>
                      <a:pt x="17688" y="2346"/>
                      <a:pt x="18039" y="1995"/>
                    </a:cubicBezTo>
                    <a:cubicBezTo>
                      <a:pt x="18282" y="1748"/>
                      <a:pt x="18525" y="1502"/>
                      <a:pt x="18768" y="1255"/>
                    </a:cubicBezTo>
                    <a:cubicBezTo>
                      <a:pt x="18918" y="1108"/>
                      <a:pt x="19069" y="958"/>
                      <a:pt x="19222" y="808"/>
                    </a:cubicBezTo>
                    <a:cubicBezTo>
                      <a:pt x="19351" y="675"/>
                      <a:pt x="19480" y="547"/>
                      <a:pt x="19616" y="411"/>
                    </a:cubicBezTo>
                    <a:cubicBezTo>
                      <a:pt x="20542" y="-314"/>
                      <a:pt x="21275" y="-314"/>
                      <a:pt x="22373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0" name="New shape">
                <a:extLst>
                  <a:ext uri="{FF2B5EF4-FFF2-40B4-BE49-F238E27FC236}">
                    <a16:creationId xmlns:a16="http://schemas.microsoft.com/office/drawing/2014/main" id="{EE7487F8-BAE8-CC87-8539-C9D13736A186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08398" y="920671"/>
                <a:ext cx="16809" cy="17224"/>
              </a:xfrm>
              <a:custGeom>
                <a:avLst/>
                <a:gdLst/>
                <a:ahLst/>
                <a:cxnLst/>
                <a:rect l="l" t="t" r="r" b="b"/>
                <a:pathLst>
                  <a:path w="16808" h="17223">
                    <a:moveTo>
                      <a:pt x="15378" y="0"/>
                    </a:moveTo>
                    <a:cubicBezTo>
                      <a:pt x="16118" y="339"/>
                      <a:pt x="16426" y="722"/>
                      <a:pt x="16808" y="1430"/>
                    </a:cubicBezTo>
                    <a:cubicBezTo>
                      <a:pt x="17148" y="2431"/>
                      <a:pt x="17202" y="3308"/>
                      <a:pt x="16808" y="4291"/>
                    </a:cubicBezTo>
                    <a:cubicBezTo>
                      <a:pt x="15810" y="5747"/>
                      <a:pt x="14430" y="6938"/>
                      <a:pt x="13142" y="8132"/>
                    </a:cubicBezTo>
                    <a:cubicBezTo>
                      <a:pt x="12667" y="8579"/>
                      <a:pt x="12195" y="9030"/>
                      <a:pt x="11726" y="9480"/>
                    </a:cubicBezTo>
                    <a:cubicBezTo>
                      <a:pt x="11633" y="9570"/>
                      <a:pt x="11544" y="9656"/>
                      <a:pt x="11447" y="9749"/>
                    </a:cubicBezTo>
                    <a:cubicBezTo>
                      <a:pt x="11265" y="9924"/>
                      <a:pt x="11083" y="10099"/>
                      <a:pt x="10900" y="10278"/>
                    </a:cubicBezTo>
                    <a:cubicBezTo>
                      <a:pt x="10628" y="10535"/>
                      <a:pt x="10357" y="10797"/>
                      <a:pt x="10085" y="11054"/>
                    </a:cubicBezTo>
                    <a:cubicBezTo>
                      <a:pt x="8837" y="12248"/>
                      <a:pt x="7674" y="13489"/>
                      <a:pt x="6566" y="14813"/>
                    </a:cubicBezTo>
                    <a:cubicBezTo>
                      <a:pt x="5496" y="16086"/>
                      <a:pt x="4381" y="17044"/>
                      <a:pt x="2678" y="17223"/>
                    </a:cubicBezTo>
                    <a:cubicBezTo>
                      <a:pt x="1827" y="17130"/>
                      <a:pt x="1323" y="16780"/>
                      <a:pt x="708" y="16200"/>
                    </a:cubicBezTo>
                    <a:cubicBezTo>
                      <a:pt x="71" y="15356"/>
                      <a:pt x="-103" y="14637"/>
                      <a:pt x="0" y="13590"/>
                    </a:cubicBezTo>
                    <a:cubicBezTo>
                      <a:pt x="761" y="12038"/>
                      <a:pt x="1974" y="10804"/>
                      <a:pt x="3204" y="9613"/>
                    </a:cubicBezTo>
                    <a:cubicBezTo>
                      <a:pt x="3458" y="9362"/>
                      <a:pt x="3712" y="9108"/>
                      <a:pt x="3969" y="8858"/>
                    </a:cubicBezTo>
                    <a:cubicBezTo>
                      <a:pt x="4320" y="8508"/>
                      <a:pt x="4674" y="8164"/>
                      <a:pt x="5031" y="7817"/>
                    </a:cubicBezTo>
                    <a:cubicBezTo>
                      <a:pt x="5815" y="7045"/>
                      <a:pt x="6601" y="6276"/>
                      <a:pt x="7381" y="5500"/>
                    </a:cubicBezTo>
                    <a:cubicBezTo>
                      <a:pt x="7549" y="5335"/>
                      <a:pt x="7717" y="5171"/>
                      <a:pt x="7889" y="5003"/>
                    </a:cubicBezTo>
                    <a:cubicBezTo>
                      <a:pt x="8987" y="3908"/>
                      <a:pt x="10035" y="2785"/>
                      <a:pt x="11022" y="1591"/>
                    </a:cubicBezTo>
                    <a:cubicBezTo>
                      <a:pt x="12263" y="107"/>
                      <a:pt x="13443" y="-343"/>
                      <a:pt x="15378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1" name="New shape">
                <a:extLst>
                  <a:ext uri="{FF2B5EF4-FFF2-40B4-BE49-F238E27FC236}">
                    <a16:creationId xmlns:a16="http://schemas.microsoft.com/office/drawing/2014/main" id="{E97EC2BC-EB44-D486-FC1F-E5A55DC6C63F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672603" y="930432"/>
                <a:ext cx="7542" cy="7492"/>
              </a:xfrm>
              <a:custGeom>
                <a:avLst/>
                <a:gdLst/>
                <a:ahLst/>
                <a:cxnLst/>
                <a:rect l="l" t="t" r="r" b="b"/>
                <a:pathLst>
                  <a:path w="7541" h="7491">
                    <a:moveTo>
                      <a:pt x="5940" y="0"/>
                    </a:moveTo>
                    <a:cubicBezTo>
                      <a:pt x="6601" y="318"/>
                      <a:pt x="7016" y="575"/>
                      <a:pt x="7377" y="1223"/>
                    </a:cubicBezTo>
                    <a:cubicBezTo>
                      <a:pt x="7732" y="2224"/>
                      <a:pt x="7968" y="3172"/>
                      <a:pt x="7542" y="4187"/>
                    </a:cubicBezTo>
                    <a:cubicBezTo>
                      <a:pt x="6616" y="5493"/>
                      <a:pt x="5121" y="7202"/>
                      <a:pt x="3476" y="7492"/>
                    </a:cubicBezTo>
                    <a:cubicBezTo>
                      <a:pt x="2689" y="7528"/>
                      <a:pt x="2070" y="7549"/>
                      <a:pt x="1373" y="7149"/>
                    </a:cubicBezTo>
                    <a:cubicBezTo>
                      <a:pt x="597" y="6444"/>
                      <a:pt x="121" y="5693"/>
                      <a:pt x="0" y="4642"/>
                    </a:cubicBezTo>
                    <a:cubicBezTo>
                      <a:pt x="110" y="2986"/>
                      <a:pt x="1648" y="1720"/>
                      <a:pt x="2821" y="679"/>
                    </a:cubicBezTo>
                    <a:cubicBezTo>
                      <a:pt x="3887" y="-178"/>
                      <a:pt x="4588" y="-379"/>
                      <a:pt x="5940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D906FAC-268A-4EE4-6EA8-CBB2ACFF7DD8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532843" y="1457736"/>
              <a:ext cx="1720596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b="1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65,289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97762CD-BEDD-8302-B567-0022F3E4092A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559778" y="1787338"/>
              <a:ext cx="1720596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Trips Analyzed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F01D4AC-E688-7160-B12D-4369FB04F12A}"/>
              </a:ext>
            </a:extLst>
          </p:cNvPr>
          <p:cNvGrpSpPr/>
          <p:nvPr/>
        </p:nvGrpSpPr>
        <p:grpSpPr>
          <a:xfrm>
            <a:off x="1702304" y="895091"/>
            <a:ext cx="1251506" cy="767314"/>
            <a:chOff x="2417106" y="1353136"/>
            <a:chExt cx="1720596" cy="84131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7E35662-ADC5-3C29-F6DA-40C44EC228AA}"/>
                </a:ext>
              </a:extLst>
            </p:cNvPr>
            <p:cNvGrpSpPr/>
            <p:nvPr>
              <p:custDataLst>
                <p:tags r:id="rId52"/>
              </p:custDataLst>
            </p:nvPr>
          </p:nvGrpSpPr>
          <p:grpSpPr>
            <a:xfrm>
              <a:off x="3199676" y="1353136"/>
              <a:ext cx="173657" cy="219807"/>
              <a:chOff x="2564676" y="718136"/>
              <a:chExt cx="173657" cy="219807"/>
            </a:xfrm>
          </p:grpSpPr>
          <p:sp>
            <p:nvSpPr>
              <p:cNvPr id="17" name="New shape">
                <a:extLst>
                  <a:ext uri="{FF2B5EF4-FFF2-40B4-BE49-F238E27FC236}">
                    <a16:creationId xmlns:a16="http://schemas.microsoft.com/office/drawing/2014/main" id="{9D94A00A-1EC8-D0C9-F072-E041B377896A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2564676" y="718136"/>
                <a:ext cx="173657" cy="219807"/>
              </a:xfrm>
              <a:custGeom>
                <a:avLst/>
                <a:gdLst/>
                <a:ahLst/>
                <a:cxnLst/>
                <a:rect l="l" t="t" r="r" b="b"/>
                <a:pathLst>
                  <a:path w="173657" h="219804">
                    <a:moveTo>
                      <a:pt x="127580" y="14"/>
                    </a:moveTo>
                    <a:cubicBezTo>
                      <a:pt x="127720" y="8"/>
                      <a:pt x="127856" y="5"/>
                      <a:pt x="127999" y="0"/>
                    </a:cubicBezTo>
                    <a:cubicBezTo>
                      <a:pt x="128596" y="145"/>
                      <a:pt x="128909" y="438"/>
                      <a:pt x="129255" y="938"/>
                    </a:cubicBezTo>
                    <a:cubicBezTo>
                      <a:pt x="129735" y="2356"/>
                      <a:pt x="129233" y="3615"/>
                      <a:pt x="128619" y="4890"/>
                    </a:cubicBezTo>
                    <a:cubicBezTo>
                      <a:pt x="128186" y="5767"/>
                      <a:pt x="127728" y="6627"/>
                      <a:pt x="127259" y="7484"/>
                    </a:cubicBezTo>
                    <a:cubicBezTo>
                      <a:pt x="127080" y="7810"/>
                      <a:pt x="126907" y="8140"/>
                      <a:pt x="126743" y="8475"/>
                    </a:cubicBezTo>
                    <a:cubicBezTo>
                      <a:pt x="126838" y="8502"/>
                      <a:pt x="126932" y="8528"/>
                      <a:pt x="127033" y="8553"/>
                    </a:cubicBezTo>
                    <a:cubicBezTo>
                      <a:pt x="128342" y="8946"/>
                      <a:pt x="129450" y="9574"/>
                      <a:pt x="130617" y="10272"/>
                    </a:cubicBezTo>
                    <a:cubicBezTo>
                      <a:pt x="130667" y="10303"/>
                      <a:pt x="130667" y="10303"/>
                      <a:pt x="130927" y="10457"/>
                    </a:cubicBezTo>
                    <a:cubicBezTo>
                      <a:pt x="136050" y="13510"/>
                      <a:pt x="140686" y="17123"/>
                      <a:pt x="145027" y="21207"/>
                    </a:cubicBezTo>
                    <a:cubicBezTo>
                      <a:pt x="145471" y="21620"/>
                      <a:pt x="145920" y="22027"/>
                      <a:pt x="146370" y="22432"/>
                    </a:cubicBezTo>
                    <a:cubicBezTo>
                      <a:pt x="148100" y="23998"/>
                      <a:pt x="149750" y="25589"/>
                      <a:pt x="151269" y="27368"/>
                    </a:cubicBezTo>
                    <a:cubicBezTo>
                      <a:pt x="151609" y="27761"/>
                      <a:pt x="151953" y="28152"/>
                      <a:pt x="152296" y="28540"/>
                    </a:cubicBezTo>
                    <a:cubicBezTo>
                      <a:pt x="161639" y="39198"/>
                      <a:pt x="168191" y="52391"/>
                      <a:pt x="173640" y="83846"/>
                    </a:cubicBezTo>
                    <a:cubicBezTo>
                      <a:pt x="173646" y="84049"/>
                      <a:pt x="173651" y="84253"/>
                      <a:pt x="173657" y="84454"/>
                    </a:cubicBezTo>
                    <a:cubicBezTo>
                      <a:pt x="174067" y="99618"/>
                      <a:pt x="170514" y="114806"/>
                      <a:pt x="158566" y="136047"/>
                    </a:cubicBezTo>
                    <a:cubicBezTo>
                      <a:pt x="158530" y="136097"/>
                      <a:pt x="158530" y="136097"/>
                      <a:pt x="158348" y="136357"/>
                    </a:cubicBezTo>
                    <a:cubicBezTo>
                      <a:pt x="156146" y="139455"/>
                      <a:pt x="153854" y="142439"/>
                      <a:pt x="151308" y="145259"/>
                    </a:cubicBezTo>
                    <a:cubicBezTo>
                      <a:pt x="151233" y="145343"/>
                      <a:pt x="151157" y="145426"/>
                      <a:pt x="151079" y="145513"/>
                    </a:cubicBezTo>
                    <a:cubicBezTo>
                      <a:pt x="147796" y="149167"/>
                      <a:pt x="144304" y="152573"/>
                      <a:pt x="140421" y="155587"/>
                    </a:cubicBezTo>
                    <a:cubicBezTo>
                      <a:pt x="140382" y="155618"/>
                      <a:pt x="140382" y="155618"/>
                      <a:pt x="140181" y="155774"/>
                    </a:cubicBezTo>
                    <a:cubicBezTo>
                      <a:pt x="134447" y="160247"/>
                      <a:pt x="128278" y="163903"/>
                      <a:pt x="121718" y="167033"/>
                    </a:cubicBezTo>
                    <a:cubicBezTo>
                      <a:pt x="121667" y="167058"/>
                      <a:pt x="121667" y="167058"/>
                      <a:pt x="121408" y="167181"/>
                    </a:cubicBezTo>
                    <a:cubicBezTo>
                      <a:pt x="113497" y="170972"/>
                      <a:pt x="105209" y="173476"/>
                      <a:pt x="96578" y="174989"/>
                    </a:cubicBezTo>
                    <a:cubicBezTo>
                      <a:pt x="96510" y="175000"/>
                      <a:pt x="96510" y="175000"/>
                      <a:pt x="96184" y="175058"/>
                    </a:cubicBezTo>
                    <a:cubicBezTo>
                      <a:pt x="94724" y="175312"/>
                      <a:pt x="93334" y="175474"/>
                      <a:pt x="91849" y="175407"/>
                    </a:cubicBezTo>
                    <a:cubicBezTo>
                      <a:pt x="91882" y="175575"/>
                      <a:pt x="91919" y="175745"/>
                      <a:pt x="91955" y="175918"/>
                    </a:cubicBezTo>
                    <a:cubicBezTo>
                      <a:pt x="92485" y="178670"/>
                      <a:pt x="92644" y="181456"/>
                      <a:pt x="92823" y="184251"/>
                    </a:cubicBezTo>
                    <a:cubicBezTo>
                      <a:pt x="92859" y="184820"/>
                      <a:pt x="92898" y="185390"/>
                      <a:pt x="92937" y="185959"/>
                    </a:cubicBezTo>
                    <a:cubicBezTo>
                      <a:pt x="93590" y="195071"/>
                      <a:pt x="93590" y="195071"/>
                      <a:pt x="92686" y="196623"/>
                    </a:cubicBezTo>
                    <a:cubicBezTo>
                      <a:pt x="92837" y="196628"/>
                      <a:pt x="92991" y="196631"/>
                      <a:pt x="93147" y="196637"/>
                    </a:cubicBezTo>
                    <a:cubicBezTo>
                      <a:pt x="106806" y="197025"/>
                      <a:pt x="122100" y="198683"/>
                      <a:pt x="139832" y="209665"/>
                    </a:cubicBezTo>
                    <a:cubicBezTo>
                      <a:pt x="140971" y="210982"/>
                      <a:pt x="141722" y="212559"/>
                      <a:pt x="142450" y="214128"/>
                    </a:cubicBezTo>
                    <a:cubicBezTo>
                      <a:pt x="142682" y="214541"/>
                      <a:pt x="142964" y="214854"/>
                      <a:pt x="143282" y="215206"/>
                    </a:cubicBezTo>
                    <a:cubicBezTo>
                      <a:pt x="143676" y="215680"/>
                      <a:pt x="143863" y="215974"/>
                      <a:pt x="143804" y="216602"/>
                    </a:cubicBezTo>
                    <a:cubicBezTo>
                      <a:pt x="143553" y="217355"/>
                      <a:pt x="143101" y="217743"/>
                      <a:pt x="142431" y="218143"/>
                    </a:cubicBezTo>
                    <a:cubicBezTo>
                      <a:pt x="139508" y="219488"/>
                      <a:pt x="135776" y="219533"/>
                      <a:pt x="132607" y="219656"/>
                    </a:cubicBezTo>
                    <a:cubicBezTo>
                      <a:pt x="132203" y="219670"/>
                      <a:pt x="131795" y="219689"/>
                      <a:pt x="131388" y="219709"/>
                    </a:cubicBezTo>
                    <a:cubicBezTo>
                      <a:pt x="129355" y="219792"/>
                      <a:pt x="127321" y="219803"/>
                      <a:pt x="125283" y="219806"/>
                    </a:cubicBezTo>
                    <a:cubicBezTo>
                      <a:pt x="125132" y="219806"/>
                      <a:pt x="124981" y="219806"/>
                      <a:pt x="124825" y="219806"/>
                    </a:cubicBezTo>
                    <a:cubicBezTo>
                      <a:pt x="122477" y="219803"/>
                      <a:pt x="120130" y="219778"/>
                      <a:pt x="117779" y="219731"/>
                    </a:cubicBezTo>
                    <a:cubicBezTo>
                      <a:pt x="117453" y="219725"/>
                      <a:pt x="117129" y="219720"/>
                      <a:pt x="116802" y="219714"/>
                    </a:cubicBezTo>
                    <a:cubicBezTo>
                      <a:pt x="116637" y="219711"/>
                      <a:pt x="116470" y="219706"/>
                      <a:pt x="116300" y="219703"/>
                    </a:cubicBezTo>
                    <a:cubicBezTo>
                      <a:pt x="106912" y="219524"/>
                      <a:pt x="97524" y="219491"/>
                      <a:pt x="88133" y="219496"/>
                    </a:cubicBezTo>
                    <a:cubicBezTo>
                      <a:pt x="87628" y="219496"/>
                      <a:pt x="87123" y="219496"/>
                      <a:pt x="86617" y="219496"/>
                    </a:cubicBezTo>
                    <a:cubicBezTo>
                      <a:pt x="81609" y="219499"/>
                      <a:pt x="76604" y="219508"/>
                      <a:pt x="71599" y="219513"/>
                    </a:cubicBezTo>
                    <a:cubicBezTo>
                      <a:pt x="69999" y="219516"/>
                      <a:pt x="68403" y="219519"/>
                      <a:pt x="66803" y="219519"/>
                    </a:cubicBezTo>
                    <a:cubicBezTo>
                      <a:pt x="66627" y="219519"/>
                      <a:pt x="66451" y="219519"/>
                      <a:pt x="66270" y="219522"/>
                    </a:cubicBezTo>
                    <a:cubicBezTo>
                      <a:pt x="63317" y="219524"/>
                      <a:pt x="60363" y="219527"/>
                      <a:pt x="57410" y="219530"/>
                    </a:cubicBezTo>
                    <a:cubicBezTo>
                      <a:pt x="55774" y="219530"/>
                      <a:pt x="54135" y="219533"/>
                      <a:pt x="52496" y="219536"/>
                    </a:cubicBezTo>
                    <a:cubicBezTo>
                      <a:pt x="28872" y="219580"/>
                      <a:pt x="28872" y="219580"/>
                      <a:pt x="25411" y="217838"/>
                    </a:cubicBezTo>
                    <a:cubicBezTo>
                      <a:pt x="25578" y="216831"/>
                      <a:pt x="25578" y="216831"/>
                      <a:pt x="25893" y="216523"/>
                    </a:cubicBezTo>
                    <a:cubicBezTo>
                      <a:pt x="26125" y="216373"/>
                      <a:pt x="26125" y="216373"/>
                      <a:pt x="26527" y="216163"/>
                    </a:cubicBezTo>
                    <a:cubicBezTo>
                      <a:pt x="26485" y="216088"/>
                      <a:pt x="26441" y="216013"/>
                      <a:pt x="26396" y="215934"/>
                    </a:cubicBezTo>
                    <a:cubicBezTo>
                      <a:pt x="26061" y="215189"/>
                      <a:pt x="26044" y="214438"/>
                      <a:pt x="26248" y="213651"/>
                    </a:cubicBezTo>
                    <a:cubicBezTo>
                      <a:pt x="27178" y="211320"/>
                      <a:pt x="28707" y="209534"/>
                      <a:pt x="30714" y="208068"/>
                    </a:cubicBezTo>
                    <a:cubicBezTo>
                      <a:pt x="30826" y="207987"/>
                      <a:pt x="30935" y="207906"/>
                      <a:pt x="31050" y="207822"/>
                    </a:cubicBezTo>
                    <a:cubicBezTo>
                      <a:pt x="41769" y="200118"/>
                      <a:pt x="57259" y="198370"/>
                      <a:pt x="75658" y="196902"/>
                    </a:cubicBezTo>
                    <a:cubicBezTo>
                      <a:pt x="75644" y="196765"/>
                      <a:pt x="75627" y="196628"/>
                      <a:pt x="75613" y="196489"/>
                    </a:cubicBezTo>
                    <a:cubicBezTo>
                      <a:pt x="75225" y="192971"/>
                      <a:pt x="74963" y="189460"/>
                      <a:pt x="74804" y="185923"/>
                    </a:cubicBezTo>
                    <a:cubicBezTo>
                      <a:pt x="74773" y="185267"/>
                      <a:pt x="74742" y="184608"/>
                      <a:pt x="74709" y="183952"/>
                    </a:cubicBezTo>
                    <a:cubicBezTo>
                      <a:pt x="74681" y="183430"/>
                      <a:pt x="74658" y="182911"/>
                      <a:pt x="74634" y="182392"/>
                    </a:cubicBezTo>
                    <a:cubicBezTo>
                      <a:pt x="74622" y="182149"/>
                      <a:pt x="74611" y="181906"/>
                      <a:pt x="74597" y="181663"/>
                    </a:cubicBezTo>
                    <a:cubicBezTo>
                      <a:pt x="74508" y="179924"/>
                      <a:pt x="74606" y="178252"/>
                      <a:pt x="74820" y="176524"/>
                    </a:cubicBezTo>
                    <a:cubicBezTo>
                      <a:pt x="74717" y="176513"/>
                      <a:pt x="74614" y="176499"/>
                      <a:pt x="74508" y="176488"/>
                    </a:cubicBezTo>
                    <a:cubicBezTo>
                      <a:pt x="73514" y="176365"/>
                      <a:pt x="72520" y="176239"/>
                      <a:pt x="71526" y="176113"/>
                    </a:cubicBezTo>
                    <a:cubicBezTo>
                      <a:pt x="70831" y="176024"/>
                      <a:pt x="70136" y="175940"/>
                      <a:pt x="69441" y="175857"/>
                    </a:cubicBezTo>
                    <a:cubicBezTo>
                      <a:pt x="62435" y="175022"/>
                      <a:pt x="55556" y="173771"/>
                      <a:pt x="48859" y="171499"/>
                    </a:cubicBezTo>
                    <a:cubicBezTo>
                      <a:pt x="48734" y="171457"/>
                      <a:pt x="48611" y="171415"/>
                      <a:pt x="48482" y="171371"/>
                    </a:cubicBezTo>
                    <a:cubicBezTo>
                      <a:pt x="41247" y="168914"/>
                      <a:pt x="34399" y="165651"/>
                      <a:pt x="28202" y="161170"/>
                    </a:cubicBezTo>
                    <a:cubicBezTo>
                      <a:pt x="27286" y="161559"/>
                      <a:pt x="26848" y="161941"/>
                      <a:pt x="26301" y="162759"/>
                    </a:cubicBezTo>
                    <a:cubicBezTo>
                      <a:pt x="25718" y="163580"/>
                      <a:pt x="25106" y="164330"/>
                      <a:pt x="24400" y="165045"/>
                    </a:cubicBezTo>
                    <a:cubicBezTo>
                      <a:pt x="24322" y="165123"/>
                      <a:pt x="24244" y="165204"/>
                      <a:pt x="24166" y="165285"/>
                    </a:cubicBezTo>
                    <a:cubicBezTo>
                      <a:pt x="23515" y="165927"/>
                      <a:pt x="22826" y="166460"/>
                      <a:pt x="21885" y="166488"/>
                    </a:cubicBezTo>
                    <a:cubicBezTo>
                      <a:pt x="21745" y="166460"/>
                      <a:pt x="21608" y="166432"/>
                      <a:pt x="21469" y="166405"/>
                    </a:cubicBezTo>
                    <a:cubicBezTo>
                      <a:pt x="21399" y="166393"/>
                      <a:pt x="21399" y="166393"/>
                      <a:pt x="21047" y="166332"/>
                    </a:cubicBezTo>
                    <a:cubicBezTo>
                      <a:pt x="20581" y="166167"/>
                      <a:pt x="20391" y="166042"/>
                      <a:pt x="20107" y="165637"/>
                    </a:cubicBezTo>
                    <a:cubicBezTo>
                      <a:pt x="19554" y="163485"/>
                      <a:pt x="20525" y="161676"/>
                      <a:pt x="21595" y="159867"/>
                    </a:cubicBezTo>
                    <a:cubicBezTo>
                      <a:pt x="24347" y="155303"/>
                      <a:pt x="27395" y="150878"/>
                      <a:pt x="30994" y="146934"/>
                    </a:cubicBezTo>
                    <a:cubicBezTo>
                      <a:pt x="29978" y="145879"/>
                      <a:pt x="28905" y="144924"/>
                      <a:pt x="27783" y="143986"/>
                    </a:cubicBezTo>
                    <a:cubicBezTo>
                      <a:pt x="27627" y="143855"/>
                      <a:pt x="27471" y="143721"/>
                      <a:pt x="27314" y="143589"/>
                    </a:cubicBezTo>
                    <a:cubicBezTo>
                      <a:pt x="27158" y="143458"/>
                      <a:pt x="27005" y="143330"/>
                      <a:pt x="26851" y="143199"/>
                    </a:cubicBezTo>
                    <a:cubicBezTo>
                      <a:pt x="26776" y="143137"/>
                      <a:pt x="26700" y="143073"/>
                      <a:pt x="26625" y="143009"/>
                    </a:cubicBezTo>
                    <a:cubicBezTo>
                      <a:pt x="26036" y="142518"/>
                      <a:pt x="25430" y="142051"/>
                      <a:pt x="24816" y="141596"/>
                    </a:cubicBezTo>
                    <a:cubicBezTo>
                      <a:pt x="24573" y="141351"/>
                      <a:pt x="24573" y="141351"/>
                      <a:pt x="24573" y="140792"/>
                    </a:cubicBezTo>
                    <a:cubicBezTo>
                      <a:pt x="24411" y="140723"/>
                      <a:pt x="24249" y="140650"/>
                      <a:pt x="24082" y="140577"/>
                    </a:cubicBezTo>
                    <a:cubicBezTo>
                      <a:pt x="23398" y="140234"/>
                      <a:pt x="22918" y="139771"/>
                      <a:pt x="22393" y="139224"/>
                    </a:cubicBezTo>
                    <a:cubicBezTo>
                      <a:pt x="22343" y="139173"/>
                      <a:pt x="22343" y="139173"/>
                      <a:pt x="22097" y="138922"/>
                    </a:cubicBezTo>
                    <a:cubicBezTo>
                      <a:pt x="21218" y="138012"/>
                      <a:pt x="20378" y="137071"/>
                      <a:pt x="19557" y="136105"/>
                    </a:cubicBezTo>
                    <a:cubicBezTo>
                      <a:pt x="19230" y="135723"/>
                      <a:pt x="18901" y="135346"/>
                      <a:pt x="18571" y="134969"/>
                    </a:cubicBezTo>
                    <a:cubicBezTo>
                      <a:pt x="14099" y="129811"/>
                      <a:pt x="10264" y="124108"/>
                      <a:pt x="7397" y="117905"/>
                    </a:cubicBezTo>
                    <a:cubicBezTo>
                      <a:pt x="7263" y="117615"/>
                      <a:pt x="7126" y="117327"/>
                      <a:pt x="6989" y="117039"/>
                    </a:cubicBezTo>
                    <a:cubicBezTo>
                      <a:pt x="3296" y="109265"/>
                      <a:pt x="1119" y="100779"/>
                      <a:pt x="287" y="92220"/>
                    </a:cubicBezTo>
                    <a:cubicBezTo>
                      <a:pt x="276" y="92120"/>
                      <a:pt x="268" y="92022"/>
                      <a:pt x="256" y="91919"/>
                    </a:cubicBezTo>
                    <a:cubicBezTo>
                      <a:pt x="122" y="90531"/>
                      <a:pt x="44" y="89147"/>
                      <a:pt x="8" y="87754"/>
                    </a:cubicBezTo>
                    <a:cubicBezTo>
                      <a:pt x="5" y="87645"/>
                      <a:pt x="2" y="87533"/>
                      <a:pt x="0" y="87421"/>
                    </a:cubicBezTo>
                    <a:cubicBezTo>
                      <a:pt x="-371" y="73416"/>
                      <a:pt x="2855" y="59289"/>
                      <a:pt x="17315" y="36390"/>
                    </a:cubicBezTo>
                    <a:cubicBezTo>
                      <a:pt x="17463" y="36206"/>
                      <a:pt x="17611" y="36021"/>
                      <a:pt x="17756" y="35837"/>
                    </a:cubicBezTo>
                    <a:cubicBezTo>
                      <a:pt x="20869" y="31974"/>
                      <a:pt x="24431" y="28233"/>
                      <a:pt x="28386" y="25232"/>
                    </a:cubicBezTo>
                    <a:cubicBezTo>
                      <a:pt x="28797" y="24917"/>
                      <a:pt x="29201" y="24596"/>
                      <a:pt x="29606" y="24275"/>
                    </a:cubicBezTo>
                    <a:cubicBezTo>
                      <a:pt x="33260" y="21377"/>
                      <a:pt x="37140" y="18909"/>
                      <a:pt x="41272" y="16743"/>
                    </a:cubicBezTo>
                    <a:cubicBezTo>
                      <a:pt x="41599" y="16573"/>
                      <a:pt x="41922" y="16400"/>
                      <a:pt x="42249" y="16227"/>
                    </a:cubicBezTo>
                    <a:cubicBezTo>
                      <a:pt x="48547" y="12891"/>
                      <a:pt x="55701" y="10568"/>
                      <a:pt x="62722" y="9376"/>
                    </a:cubicBezTo>
                    <a:cubicBezTo>
                      <a:pt x="63099" y="9312"/>
                      <a:pt x="63476" y="9245"/>
                      <a:pt x="63850" y="9178"/>
                    </a:cubicBezTo>
                    <a:cubicBezTo>
                      <a:pt x="67275" y="8575"/>
                      <a:pt x="70669" y="8402"/>
                      <a:pt x="74139" y="8405"/>
                    </a:cubicBezTo>
                    <a:cubicBezTo>
                      <a:pt x="74234" y="8405"/>
                      <a:pt x="74329" y="8405"/>
                      <a:pt x="74427" y="8405"/>
                    </a:cubicBezTo>
                    <a:cubicBezTo>
                      <a:pt x="75066" y="8408"/>
                      <a:pt x="75702" y="8410"/>
                      <a:pt x="76339" y="8419"/>
                    </a:cubicBezTo>
                    <a:cubicBezTo>
                      <a:pt x="76501" y="8419"/>
                      <a:pt x="76660" y="8422"/>
                      <a:pt x="76825" y="8422"/>
                    </a:cubicBezTo>
                    <a:cubicBezTo>
                      <a:pt x="77562" y="8436"/>
                      <a:pt x="78265" y="8480"/>
                      <a:pt x="78991" y="8614"/>
                    </a:cubicBezTo>
                    <a:cubicBezTo>
                      <a:pt x="79884" y="8779"/>
                      <a:pt x="80763" y="8801"/>
                      <a:pt x="81671" y="8810"/>
                    </a:cubicBezTo>
                    <a:cubicBezTo>
                      <a:pt x="82078" y="8815"/>
                      <a:pt x="82483" y="8824"/>
                      <a:pt x="82888" y="8829"/>
                    </a:cubicBezTo>
                    <a:cubicBezTo>
                      <a:pt x="83105" y="8835"/>
                      <a:pt x="83321" y="8838"/>
                      <a:pt x="83538" y="8840"/>
                    </a:cubicBezTo>
                    <a:cubicBezTo>
                      <a:pt x="88024" y="8918"/>
                      <a:pt x="92438" y="9142"/>
                      <a:pt x="96873" y="9870"/>
                    </a:cubicBezTo>
                    <a:cubicBezTo>
                      <a:pt x="97007" y="9893"/>
                      <a:pt x="97139" y="9915"/>
                      <a:pt x="97278" y="9935"/>
                    </a:cubicBezTo>
                    <a:cubicBezTo>
                      <a:pt x="103699" y="10976"/>
                      <a:pt x="110384" y="12924"/>
                      <a:pt x="116135" y="16012"/>
                    </a:cubicBezTo>
                    <a:cubicBezTo>
                      <a:pt x="116191" y="15900"/>
                      <a:pt x="116244" y="15788"/>
                      <a:pt x="116300" y="15674"/>
                    </a:cubicBezTo>
                    <a:cubicBezTo>
                      <a:pt x="123940" y="41"/>
                      <a:pt x="123940" y="41"/>
                      <a:pt x="127580" y="14"/>
                    </a:cubicBezTo>
                    <a:close/>
                    <a:moveTo>
                      <a:pt x="77793" y="10015"/>
                    </a:moveTo>
                    <a:cubicBezTo>
                      <a:pt x="77634" y="10030"/>
                      <a:pt x="77472" y="10046"/>
                      <a:pt x="77308" y="10063"/>
                    </a:cubicBezTo>
                    <a:cubicBezTo>
                      <a:pt x="76794" y="10113"/>
                      <a:pt x="76278" y="10166"/>
                      <a:pt x="75764" y="10219"/>
                    </a:cubicBezTo>
                    <a:cubicBezTo>
                      <a:pt x="75585" y="10239"/>
                      <a:pt x="75407" y="10258"/>
                      <a:pt x="75222" y="10275"/>
                    </a:cubicBezTo>
                    <a:cubicBezTo>
                      <a:pt x="61940" y="11679"/>
                      <a:pt x="49289" y="15956"/>
                      <a:pt x="29056" y="30823"/>
                    </a:cubicBezTo>
                    <a:cubicBezTo>
                      <a:pt x="28476" y="31376"/>
                      <a:pt x="27873" y="31895"/>
                      <a:pt x="27258" y="32412"/>
                    </a:cubicBezTo>
                    <a:cubicBezTo>
                      <a:pt x="26354" y="33188"/>
                      <a:pt x="25575" y="34042"/>
                      <a:pt x="24808" y="34952"/>
                    </a:cubicBezTo>
                    <a:cubicBezTo>
                      <a:pt x="24450" y="35374"/>
                      <a:pt x="24085" y="35784"/>
                      <a:pt x="23711" y="36189"/>
                    </a:cubicBezTo>
                    <a:cubicBezTo>
                      <a:pt x="15554" y="45007"/>
                      <a:pt x="10434" y="55838"/>
                      <a:pt x="4982" y="86391"/>
                    </a:cubicBezTo>
                    <a:cubicBezTo>
                      <a:pt x="5552" y="100092"/>
                      <a:pt x="9574" y="113469"/>
                      <a:pt x="20729" y="129361"/>
                    </a:cubicBezTo>
                    <a:cubicBezTo>
                      <a:pt x="20936" y="129618"/>
                      <a:pt x="21142" y="129872"/>
                      <a:pt x="21349" y="130129"/>
                    </a:cubicBezTo>
                    <a:cubicBezTo>
                      <a:pt x="24579" y="134129"/>
                      <a:pt x="28255" y="138006"/>
                      <a:pt x="32389" y="141072"/>
                    </a:cubicBezTo>
                    <a:cubicBezTo>
                      <a:pt x="32574" y="141208"/>
                      <a:pt x="32755" y="141348"/>
                      <a:pt x="32939" y="141485"/>
                    </a:cubicBezTo>
                    <a:cubicBezTo>
                      <a:pt x="35630" y="143503"/>
                      <a:pt x="38363" y="145412"/>
                      <a:pt x="41306" y="147048"/>
                    </a:cubicBezTo>
                    <a:cubicBezTo>
                      <a:pt x="41509" y="147163"/>
                      <a:pt x="41713" y="147277"/>
                      <a:pt x="41920" y="147392"/>
                    </a:cubicBezTo>
                    <a:cubicBezTo>
                      <a:pt x="51199" y="152603"/>
                      <a:pt x="61449" y="155643"/>
                      <a:pt x="72029" y="156704"/>
                    </a:cubicBezTo>
                    <a:cubicBezTo>
                      <a:pt x="72104" y="156712"/>
                      <a:pt x="72104" y="156712"/>
                      <a:pt x="72487" y="156754"/>
                    </a:cubicBezTo>
                    <a:cubicBezTo>
                      <a:pt x="87232" y="158287"/>
                      <a:pt x="102149" y="154825"/>
                      <a:pt x="123114" y="142747"/>
                    </a:cubicBezTo>
                    <a:cubicBezTo>
                      <a:pt x="123208" y="142679"/>
                      <a:pt x="123301" y="142613"/>
                      <a:pt x="123398" y="142543"/>
                    </a:cubicBezTo>
                    <a:cubicBezTo>
                      <a:pt x="125573" y="140977"/>
                      <a:pt x="127586" y="139254"/>
                      <a:pt x="129526" y="137409"/>
                    </a:cubicBezTo>
                    <a:cubicBezTo>
                      <a:pt x="129799" y="137177"/>
                      <a:pt x="130045" y="137027"/>
                      <a:pt x="130372" y="136884"/>
                    </a:cubicBezTo>
                    <a:cubicBezTo>
                      <a:pt x="130372" y="136700"/>
                      <a:pt x="130372" y="136516"/>
                      <a:pt x="130372" y="136326"/>
                    </a:cubicBezTo>
                    <a:cubicBezTo>
                      <a:pt x="130539" y="136251"/>
                      <a:pt x="130704" y="136178"/>
                      <a:pt x="130877" y="136100"/>
                    </a:cubicBezTo>
                    <a:cubicBezTo>
                      <a:pt x="131480" y="135796"/>
                      <a:pt x="131890" y="135430"/>
                      <a:pt x="132345" y="134936"/>
                    </a:cubicBezTo>
                    <a:cubicBezTo>
                      <a:pt x="132382" y="134894"/>
                      <a:pt x="132382" y="134894"/>
                      <a:pt x="132577" y="134687"/>
                    </a:cubicBezTo>
                    <a:cubicBezTo>
                      <a:pt x="132825" y="134422"/>
                      <a:pt x="133074" y="134154"/>
                      <a:pt x="133319" y="133883"/>
                    </a:cubicBezTo>
                    <a:cubicBezTo>
                      <a:pt x="133406" y="133791"/>
                      <a:pt x="133492" y="133699"/>
                      <a:pt x="133582" y="133601"/>
                    </a:cubicBezTo>
                    <a:cubicBezTo>
                      <a:pt x="135251" y="131790"/>
                      <a:pt x="136806" y="129911"/>
                      <a:pt x="138274" y="127932"/>
                    </a:cubicBezTo>
                    <a:cubicBezTo>
                      <a:pt x="138473" y="127667"/>
                      <a:pt x="138671" y="127402"/>
                      <a:pt x="138869" y="127136"/>
                    </a:cubicBezTo>
                    <a:cubicBezTo>
                      <a:pt x="142291" y="122553"/>
                      <a:pt x="145156" y="117578"/>
                      <a:pt x="147400" y="112319"/>
                    </a:cubicBezTo>
                    <a:cubicBezTo>
                      <a:pt x="147422" y="112266"/>
                      <a:pt x="147422" y="112266"/>
                      <a:pt x="147536" y="111998"/>
                    </a:cubicBezTo>
                    <a:cubicBezTo>
                      <a:pt x="150077" y="106086"/>
                      <a:pt x="151665" y="99757"/>
                      <a:pt x="152388" y="93365"/>
                    </a:cubicBezTo>
                    <a:cubicBezTo>
                      <a:pt x="152425" y="93055"/>
                      <a:pt x="152464" y="92748"/>
                      <a:pt x="152503" y="92441"/>
                    </a:cubicBezTo>
                    <a:cubicBezTo>
                      <a:pt x="152768" y="90252"/>
                      <a:pt x="152759" y="88052"/>
                      <a:pt x="152757" y="85853"/>
                    </a:cubicBezTo>
                    <a:cubicBezTo>
                      <a:pt x="152757" y="85752"/>
                      <a:pt x="152757" y="85649"/>
                      <a:pt x="152757" y="85546"/>
                    </a:cubicBezTo>
                    <a:cubicBezTo>
                      <a:pt x="152740" y="77791"/>
                      <a:pt x="151894" y="69709"/>
                      <a:pt x="149189" y="62384"/>
                    </a:cubicBezTo>
                    <a:cubicBezTo>
                      <a:pt x="149058" y="62030"/>
                      <a:pt x="148932" y="61672"/>
                      <a:pt x="148807" y="61312"/>
                    </a:cubicBezTo>
                    <a:cubicBezTo>
                      <a:pt x="147570" y="57829"/>
                      <a:pt x="146269" y="54415"/>
                      <a:pt x="144477" y="51176"/>
                    </a:cubicBezTo>
                    <a:cubicBezTo>
                      <a:pt x="144323" y="50897"/>
                      <a:pt x="144173" y="50618"/>
                      <a:pt x="144019" y="50339"/>
                    </a:cubicBezTo>
                    <a:cubicBezTo>
                      <a:pt x="141454" y="45677"/>
                      <a:pt x="138322" y="41412"/>
                      <a:pt x="134766" y="37459"/>
                    </a:cubicBezTo>
                    <a:cubicBezTo>
                      <a:pt x="134556" y="37227"/>
                      <a:pt x="134350" y="36993"/>
                      <a:pt x="134140" y="36758"/>
                    </a:cubicBezTo>
                    <a:cubicBezTo>
                      <a:pt x="129517" y="31558"/>
                      <a:pt x="124186" y="27345"/>
                      <a:pt x="118368" y="23549"/>
                    </a:cubicBezTo>
                    <a:cubicBezTo>
                      <a:pt x="118279" y="23490"/>
                      <a:pt x="118189" y="23434"/>
                      <a:pt x="118097" y="23373"/>
                    </a:cubicBezTo>
                    <a:cubicBezTo>
                      <a:pt x="108478" y="17109"/>
                      <a:pt x="97697" y="12880"/>
                      <a:pt x="86458" y="10691"/>
                    </a:cubicBezTo>
                    <a:cubicBezTo>
                      <a:pt x="86349" y="10669"/>
                      <a:pt x="86241" y="10649"/>
                      <a:pt x="86126" y="10627"/>
                    </a:cubicBezTo>
                    <a:cubicBezTo>
                      <a:pt x="85495" y="10501"/>
                      <a:pt x="84862" y="10381"/>
                      <a:pt x="84225" y="10264"/>
                    </a:cubicBezTo>
                    <a:cubicBezTo>
                      <a:pt x="84035" y="10230"/>
                      <a:pt x="83843" y="10194"/>
                      <a:pt x="83650" y="10158"/>
                    </a:cubicBezTo>
                    <a:cubicBezTo>
                      <a:pt x="81674" y="9781"/>
                      <a:pt x="79789" y="9812"/>
                      <a:pt x="77793" y="10015"/>
                    </a:cubicBezTo>
                    <a:close/>
                    <a:moveTo>
                      <a:pt x="124789" y="11266"/>
                    </a:moveTo>
                    <a:cubicBezTo>
                      <a:pt x="124560" y="11542"/>
                      <a:pt x="124378" y="11802"/>
                      <a:pt x="124191" y="12104"/>
                    </a:cubicBezTo>
                    <a:cubicBezTo>
                      <a:pt x="124077" y="12285"/>
                      <a:pt x="123962" y="12464"/>
                      <a:pt x="123845" y="12642"/>
                    </a:cubicBezTo>
                    <a:cubicBezTo>
                      <a:pt x="123786" y="12737"/>
                      <a:pt x="123725" y="12832"/>
                      <a:pt x="123663" y="12930"/>
                    </a:cubicBezTo>
                    <a:cubicBezTo>
                      <a:pt x="122737" y="14395"/>
                      <a:pt x="121816" y="15811"/>
                      <a:pt x="120571" y="17031"/>
                    </a:cubicBezTo>
                    <a:cubicBezTo>
                      <a:pt x="120344" y="17265"/>
                      <a:pt x="120344" y="17265"/>
                      <a:pt x="120043" y="17687"/>
                    </a:cubicBezTo>
                    <a:cubicBezTo>
                      <a:pt x="120132" y="18259"/>
                      <a:pt x="120264" y="18477"/>
                      <a:pt x="120716" y="18840"/>
                    </a:cubicBezTo>
                    <a:cubicBezTo>
                      <a:pt x="120880" y="18943"/>
                      <a:pt x="121051" y="19040"/>
                      <a:pt x="121218" y="19138"/>
                    </a:cubicBezTo>
                    <a:cubicBezTo>
                      <a:pt x="121307" y="19194"/>
                      <a:pt x="121400" y="19247"/>
                      <a:pt x="121492" y="19306"/>
                    </a:cubicBezTo>
                    <a:cubicBezTo>
                      <a:pt x="121687" y="19423"/>
                      <a:pt x="121883" y="19537"/>
                      <a:pt x="122075" y="19652"/>
                    </a:cubicBezTo>
                    <a:cubicBezTo>
                      <a:pt x="122591" y="19959"/>
                      <a:pt x="123100" y="20272"/>
                      <a:pt x="123610" y="20584"/>
                    </a:cubicBezTo>
                    <a:cubicBezTo>
                      <a:pt x="123661" y="20615"/>
                      <a:pt x="123661" y="20615"/>
                      <a:pt x="123920" y="20774"/>
                    </a:cubicBezTo>
                    <a:cubicBezTo>
                      <a:pt x="125291" y="21620"/>
                      <a:pt x="126583" y="22566"/>
                      <a:pt x="127859" y="23549"/>
                    </a:cubicBezTo>
                    <a:cubicBezTo>
                      <a:pt x="127971" y="23635"/>
                      <a:pt x="128083" y="23719"/>
                      <a:pt x="128197" y="23808"/>
                    </a:cubicBezTo>
                    <a:cubicBezTo>
                      <a:pt x="129026" y="24450"/>
                      <a:pt x="129841" y="25112"/>
                      <a:pt x="130651" y="25782"/>
                    </a:cubicBezTo>
                    <a:cubicBezTo>
                      <a:pt x="130724" y="25841"/>
                      <a:pt x="130793" y="25902"/>
                      <a:pt x="130868" y="25961"/>
                    </a:cubicBezTo>
                    <a:cubicBezTo>
                      <a:pt x="134341" y="28830"/>
                      <a:pt x="137588" y="31854"/>
                      <a:pt x="140368" y="35413"/>
                    </a:cubicBezTo>
                    <a:cubicBezTo>
                      <a:pt x="140734" y="35876"/>
                      <a:pt x="141113" y="36331"/>
                      <a:pt x="141490" y="36786"/>
                    </a:cubicBezTo>
                    <a:cubicBezTo>
                      <a:pt x="143584" y="39318"/>
                      <a:pt x="145421" y="41959"/>
                      <a:pt x="147121" y="44764"/>
                    </a:cubicBezTo>
                    <a:cubicBezTo>
                      <a:pt x="147148" y="44809"/>
                      <a:pt x="147148" y="44809"/>
                      <a:pt x="147288" y="45038"/>
                    </a:cubicBezTo>
                    <a:cubicBezTo>
                      <a:pt x="152735" y="54049"/>
                      <a:pt x="156447" y="64104"/>
                      <a:pt x="157689" y="74586"/>
                    </a:cubicBezTo>
                    <a:cubicBezTo>
                      <a:pt x="157728" y="74924"/>
                      <a:pt x="157773" y="75264"/>
                      <a:pt x="157815" y="75602"/>
                    </a:cubicBezTo>
                    <a:cubicBezTo>
                      <a:pt x="159724" y="91204"/>
                      <a:pt x="156796" y="107280"/>
                      <a:pt x="147679" y="124043"/>
                    </a:cubicBezTo>
                    <a:cubicBezTo>
                      <a:pt x="147626" y="124130"/>
                      <a:pt x="147573" y="124214"/>
                      <a:pt x="147520" y="124300"/>
                    </a:cubicBezTo>
                    <a:cubicBezTo>
                      <a:pt x="144907" y="128485"/>
                      <a:pt x="141909" y="132401"/>
                      <a:pt x="138515" y="135977"/>
                    </a:cubicBezTo>
                    <a:cubicBezTo>
                      <a:pt x="138127" y="136390"/>
                      <a:pt x="137761" y="136820"/>
                      <a:pt x="137395" y="137250"/>
                    </a:cubicBezTo>
                    <a:cubicBezTo>
                      <a:pt x="136535" y="138269"/>
                      <a:pt x="135611" y="139148"/>
                      <a:pt x="134592" y="140008"/>
                    </a:cubicBezTo>
                    <a:cubicBezTo>
                      <a:pt x="134196" y="140343"/>
                      <a:pt x="133811" y="140689"/>
                      <a:pt x="133434" y="141046"/>
                    </a:cubicBezTo>
                    <a:cubicBezTo>
                      <a:pt x="129448" y="144821"/>
                      <a:pt x="124825" y="147869"/>
                      <a:pt x="120107" y="150641"/>
                    </a:cubicBezTo>
                    <a:cubicBezTo>
                      <a:pt x="119778" y="150834"/>
                      <a:pt x="119448" y="151029"/>
                      <a:pt x="119122" y="151224"/>
                    </a:cubicBezTo>
                    <a:cubicBezTo>
                      <a:pt x="109681" y="156827"/>
                      <a:pt x="98900" y="160207"/>
                      <a:pt x="88016" y="161411"/>
                    </a:cubicBezTo>
                    <a:cubicBezTo>
                      <a:pt x="87782" y="161436"/>
                      <a:pt x="87547" y="161464"/>
                      <a:pt x="87315" y="161491"/>
                    </a:cubicBezTo>
                    <a:cubicBezTo>
                      <a:pt x="84831" y="161779"/>
                      <a:pt x="82344" y="161799"/>
                      <a:pt x="79845" y="161799"/>
                    </a:cubicBezTo>
                    <a:cubicBezTo>
                      <a:pt x="79789" y="161799"/>
                      <a:pt x="79789" y="161799"/>
                      <a:pt x="79513" y="161799"/>
                    </a:cubicBezTo>
                    <a:cubicBezTo>
                      <a:pt x="70103" y="161801"/>
                      <a:pt x="60871" y="160193"/>
                      <a:pt x="51930" y="157262"/>
                    </a:cubicBezTo>
                    <a:cubicBezTo>
                      <a:pt x="51871" y="157243"/>
                      <a:pt x="51871" y="157243"/>
                      <a:pt x="51576" y="157148"/>
                    </a:cubicBezTo>
                    <a:cubicBezTo>
                      <a:pt x="46436" y="155467"/>
                      <a:pt x="41504" y="153134"/>
                      <a:pt x="36895" y="150309"/>
                    </a:cubicBezTo>
                    <a:cubicBezTo>
                      <a:pt x="36803" y="150253"/>
                      <a:pt x="36711" y="150197"/>
                      <a:pt x="36616" y="150138"/>
                    </a:cubicBezTo>
                    <a:cubicBezTo>
                      <a:pt x="36373" y="149988"/>
                      <a:pt x="36130" y="149837"/>
                      <a:pt x="35890" y="149686"/>
                    </a:cubicBezTo>
                    <a:cubicBezTo>
                      <a:pt x="35474" y="149455"/>
                      <a:pt x="35078" y="149301"/>
                      <a:pt x="34623" y="149167"/>
                    </a:cubicBezTo>
                    <a:cubicBezTo>
                      <a:pt x="34567" y="149284"/>
                      <a:pt x="34511" y="149404"/>
                      <a:pt x="34452" y="149524"/>
                    </a:cubicBezTo>
                    <a:cubicBezTo>
                      <a:pt x="34187" y="150083"/>
                      <a:pt x="33916" y="150638"/>
                      <a:pt x="33646" y="151191"/>
                    </a:cubicBezTo>
                    <a:cubicBezTo>
                      <a:pt x="33621" y="151241"/>
                      <a:pt x="33621" y="151241"/>
                      <a:pt x="33498" y="151495"/>
                    </a:cubicBezTo>
                    <a:cubicBezTo>
                      <a:pt x="32719" y="153075"/>
                      <a:pt x="31862" y="154530"/>
                      <a:pt x="30812" y="155945"/>
                    </a:cubicBezTo>
                    <a:cubicBezTo>
                      <a:pt x="30768" y="156009"/>
                      <a:pt x="30768" y="156009"/>
                      <a:pt x="30539" y="156327"/>
                    </a:cubicBezTo>
                    <a:cubicBezTo>
                      <a:pt x="30458" y="156433"/>
                      <a:pt x="30377" y="156542"/>
                      <a:pt x="30293" y="156651"/>
                    </a:cubicBezTo>
                    <a:cubicBezTo>
                      <a:pt x="30156" y="156983"/>
                      <a:pt x="30156" y="156983"/>
                      <a:pt x="30246" y="157396"/>
                    </a:cubicBezTo>
                    <a:cubicBezTo>
                      <a:pt x="30469" y="157899"/>
                      <a:pt x="30625" y="158008"/>
                      <a:pt x="31108" y="158256"/>
                    </a:cubicBezTo>
                    <a:cubicBezTo>
                      <a:pt x="31251" y="158332"/>
                      <a:pt x="31390" y="158407"/>
                      <a:pt x="31538" y="158482"/>
                    </a:cubicBezTo>
                    <a:cubicBezTo>
                      <a:pt x="31616" y="158521"/>
                      <a:pt x="31616" y="158521"/>
                      <a:pt x="32007" y="158722"/>
                    </a:cubicBezTo>
                    <a:cubicBezTo>
                      <a:pt x="32169" y="158806"/>
                      <a:pt x="32331" y="158890"/>
                      <a:pt x="32498" y="158976"/>
                    </a:cubicBezTo>
                    <a:cubicBezTo>
                      <a:pt x="32939" y="159205"/>
                      <a:pt x="33380" y="159429"/>
                      <a:pt x="33824" y="159652"/>
                    </a:cubicBezTo>
                    <a:cubicBezTo>
                      <a:pt x="34101" y="159794"/>
                      <a:pt x="34377" y="159934"/>
                      <a:pt x="34650" y="160076"/>
                    </a:cubicBezTo>
                    <a:cubicBezTo>
                      <a:pt x="38023" y="161799"/>
                      <a:pt x="41439" y="163387"/>
                      <a:pt x="44951" y="164799"/>
                    </a:cubicBezTo>
                    <a:cubicBezTo>
                      <a:pt x="45066" y="164847"/>
                      <a:pt x="45180" y="164894"/>
                      <a:pt x="45300" y="164942"/>
                    </a:cubicBezTo>
                    <a:cubicBezTo>
                      <a:pt x="52033" y="167655"/>
                      <a:pt x="59191" y="169336"/>
                      <a:pt x="66376" y="170313"/>
                    </a:cubicBezTo>
                    <a:cubicBezTo>
                      <a:pt x="66438" y="170321"/>
                      <a:pt x="66438" y="170321"/>
                      <a:pt x="66744" y="170363"/>
                    </a:cubicBezTo>
                    <a:cubicBezTo>
                      <a:pt x="67573" y="170475"/>
                      <a:pt x="68406" y="170572"/>
                      <a:pt x="69237" y="170662"/>
                    </a:cubicBezTo>
                    <a:cubicBezTo>
                      <a:pt x="69352" y="170676"/>
                      <a:pt x="69466" y="170690"/>
                      <a:pt x="69586" y="170704"/>
                    </a:cubicBezTo>
                    <a:cubicBezTo>
                      <a:pt x="72671" y="171055"/>
                      <a:pt x="75786" y="171011"/>
                      <a:pt x="78885" y="171011"/>
                    </a:cubicBezTo>
                    <a:cubicBezTo>
                      <a:pt x="78957" y="171011"/>
                      <a:pt x="78957" y="171011"/>
                      <a:pt x="79329" y="171011"/>
                    </a:cubicBezTo>
                    <a:cubicBezTo>
                      <a:pt x="84021" y="171013"/>
                      <a:pt x="88605" y="170877"/>
                      <a:pt x="93244" y="170103"/>
                    </a:cubicBezTo>
                    <a:cubicBezTo>
                      <a:pt x="93392" y="170081"/>
                      <a:pt x="93537" y="170056"/>
                      <a:pt x="93688" y="170034"/>
                    </a:cubicBezTo>
                    <a:cubicBezTo>
                      <a:pt x="107082" y="167870"/>
                      <a:pt x="120191" y="162904"/>
                      <a:pt x="134280" y="153075"/>
                    </a:cubicBezTo>
                    <a:cubicBezTo>
                      <a:pt x="134322" y="153044"/>
                      <a:pt x="134322" y="153044"/>
                      <a:pt x="134525" y="152891"/>
                    </a:cubicBezTo>
                    <a:cubicBezTo>
                      <a:pt x="136720" y="151241"/>
                      <a:pt x="138794" y="149502"/>
                      <a:pt x="140795" y="147626"/>
                    </a:cubicBezTo>
                    <a:cubicBezTo>
                      <a:pt x="141314" y="147138"/>
                      <a:pt x="141845" y="146669"/>
                      <a:pt x="142392" y="146211"/>
                    </a:cubicBezTo>
                    <a:cubicBezTo>
                      <a:pt x="144044" y="144829"/>
                      <a:pt x="145463" y="143207"/>
                      <a:pt x="146895" y="141605"/>
                    </a:cubicBezTo>
                    <a:cubicBezTo>
                      <a:pt x="147123" y="141351"/>
                      <a:pt x="147352" y="141094"/>
                      <a:pt x="147581" y="140840"/>
                    </a:cubicBezTo>
                    <a:cubicBezTo>
                      <a:pt x="149675" y="138506"/>
                      <a:pt x="151615" y="136117"/>
                      <a:pt x="153365" y="133515"/>
                    </a:cubicBezTo>
                    <a:cubicBezTo>
                      <a:pt x="153544" y="133250"/>
                      <a:pt x="153726" y="132987"/>
                      <a:pt x="153904" y="132722"/>
                    </a:cubicBezTo>
                    <a:cubicBezTo>
                      <a:pt x="161000" y="122290"/>
                      <a:pt x="165522" y="110373"/>
                      <a:pt x="167306" y="97890"/>
                    </a:cubicBezTo>
                    <a:cubicBezTo>
                      <a:pt x="167329" y="97733"/>
                      <a:pt x="167353" y="97574"/>
                      <a:pt x="167376" y="97409"/>
                    </a:cubicBezTo>
                    <a:cubicBezTo>
                      <a:pt x="167887" y="93789"/>
                      <a:pt x="168116" y="90171"/>
                      <a:pt x="168110" y="86517"/>
                    </a:cubicBezTo>
                    <a:cubicBezTo>
                      <a:pt x="168110" y="86349"/>
                      <a:pt x="168110" y="86182"/>
                      <a:pt x="168110" y="86009"/>
                    </a:cubicBezTo>
                    <a:cubicBezTo>
                      <a:pt x="168068" y="71069"/>
                      <a:pt x="164015" y="56352"/>
                      <a:pt x="152425" y="36948"/>
                    </a:cubicBezTo>
                    <a:cubicBezTo>
                      <a:pt x="152349" y="36839"/>
                      <a:pt x="152271" y="36733"/>
                      <a:pt x="152193" y="36619"/>
                    </a:cubicBezTo>
                    <a:cubicBezTo>
                      <a:pt x="148017" y="30712"/>
                      <a:pt x="143282" y="24972"/>
                      <a:pt x="137540" y="20512"/>
                    </a:cubicBezTo>
                    <a:cubicBezTo>
                      <a:pt x="136979" y="20076"/>
                      <a:pt x="136443" y="19624"/>
                      <a:pt x="135915" y="19155"/>
                    </a:cubicBezTo>
                    <a:cubicBezTo>
                      <a:pt x="134101" y="17558"/>
                      <a:pt x="132247" y="16062"/>
                      <a:pt x="130285" y="14652"/>
                    </a:cubicBezTo>
                    <a:cubicBezTo>
                      <a:pt x="130232" y="14616"/>
                      <a:pt x="130232" y="14616"/>
                      <a:pt x="129972" y="14426"/>
                    </a:cubicBezTo>
                    <a:cubicBezTo>
                      <a:pt x="129272" y="13926"/>
                      <a:pt x="128568" y="13432"/>
                      <a:pt x="127859" y="12941"/>
                    </a:cubicBezTo>
                    <a:cubicBezTo>
                      <a:pt x="127748" y="12863"/>
                      <a:pt x="127633" y="12785"/>
                      <a:pt x="127519" y="12704"/>
                    </a:cubicBezTo>
                    <a:cubicBezTo>
                      <a:pt x="127175" y="12466"/>
                      <a:pt x="126832" y="12232"/>
                      <a:pt x="126486" y="11998"/>
                    </a:cubicBezTo>
                    <a:cubicBezTo>
                      <a:pt x="126380" y="11925"/>
                      <a:pt x="126274" y="11850"/>
                      <a:pt x="126165" y="11774"/>
                    </a:cubicBezTo>
                    <a:cubicBezTo>
                      <a:pt x="126067" y="11710"/>
                      <a:pt x="125966" y="11643"/>
                      <a:pt x="125866" y="11573"/>
                    </a:cubicBezTo>
                    <a:cubicBezTo>
                      <a:pt x="125821" y="11542"/>
                      <a:pt x="125821" y="11542"/>
                      <a:pt x="125604" y="11395"/>
                    </a:cubicBezTo>
                    <a:cubicBezTo>
                      <a:pt x="125347" y="11266"/>
                      <a:pt x="125347" y="11266"/>
                      <a:pt x="124789" y="11266"/>
                    </a:cubicBezTo>
                    <a:close/>
                    <a:moveTo>
                      <a:pt x="88047" y="175739"/>
                    </a:moveTo>
                    <a:cubicBezTo>
                      <a:pt x="87946" y="175745"/>
                      <a:pt x="87843" y="175751"/>
                      <a:pt x="87740" y="175756"/>
                    </a:cubicBezTo>
                    <a:cubicBezTo>
                      <a:pt x="87408" y="175773"/>
                      <a:pt x="87075" y="175790"/>
                      <a:pt x="86743" y="175809"/>
                    </a:cubicBezTo>
                    <a:cubicBezTo>
                      <a:pt x="86511" y="175820"/>
                      <a:pt x="86282" y="175834"/>
                      <a:pt x="86051" y="175845"/>
                    </a:cubicBezTo>
                    <a:cubicBezTo>
                      <a:pt x="85445" y="175879"/>
                      <a:pt x="84836" y="175913"/>
                      <a:pt x="84231" y="175946"/>
                    </a:cubicBezTo>
                    <a:cubicBezTo>
                      <a:pt x="83611" y="175979"/>
                      <a:pt x="82991" y="176013"/>
                      <a:pt x="82371" y="176047"/>
                    </a:cubicBezTo>
                    <a:cubicBezTo>
                      <a:pt x="81157" y="176113"/>
                      <a:pt x="79943" y="176181"/>
                      <a:pt x="78729" y="176245"/>
                    </a:cubicBezTo>
                    <a:cubicBezTo>
                      <a:pt x="78729" y="176370"/>
                      <a:pt x="78729" y="176499"/>
                      <a:pt x="78731" y="176627"/>
                    </a:cubicBezTo>
                    <a:cubicBezTo>
                      <a:pt x="78782" y="187450"/>
                      <a:pt x="78782" y="187450"/>
                      <a:pt x="78606" y="190987"/>
                    </a:cubicBezTo>
                    <a:cubicBezTo>
                      <a:pt x="78600" y="191101"/>
                      <a:pt x="78595" y="191216"/>
                      <a:pt x="78589" y="191333"/>
                    </a:cubicBezTo>
                    <a:cubicBezTo>
                      <a:pt x="78502" y="193103"/>
                      <a:pt x="78329" y="194859"/>
                      <a:pt x="78170" y="196623"/>
                    </a:cubicBezTo>
                    <a:cubicBezTo>
                      <a:pt x="81763" y="196623"/>
                      <a:pt x="85356" y="196623"/>
                      <a:pt x="89057" y="196623"/>
                    </a:cubicBezTo>
                    <a:cubicBezTo>
                      <a:pt x="89052" y="195791"/>
                      <a:pt x="89043" y="194956"/>
                      <a:pt x="89038" y="194099"/>
                    </a:cubicBezTo>
                    <a:cubicBezTo>
                      <a:pt x="89032" y="192969"/>
                      <a:pt x="89026" y="191838"/>
                      <a:pt x="89024" y="190708"/>
                    </a:cubicBezTo>
                    <a:cubicBezTo>
                      <a:pt x="89021" y="190562"/>
                      <a:pt x="89021" y="190417"/>
                      <a:pt x="89021" y="190266"/>
                    </a:cubicBezTo>
                    <a:cubicBezTo>
                      <a:pt x="89007" y="185381"/>
                      <a:pt x="89152" y="180552"/>
                      <a:pt x="89616" y="175686"/>
                    </a:cubicBezTo>
                    <a:cubicBezTo>
                      <a:pt x="89091" y="175686"/>
                      <a:pt x="88571" y="175709"/>
                      <a:pt x="88047" y="175739"/>
                    </a:cubicBezTo>
                    <a:close/>
                    <a:moveTo>
                      <a:pt x="61980" y="201927"/>
                    </a:moveTo>
                    <a:cubicBezTo>
                      <a:pt x="61818" y="201949"/>
                      <a:pt x="61656" y="201971"/>
                      <a:pt x="61488" y="201996"/>
                    </a:cubicBezTo>
                    <a:cubicBezTo>
                      <a:pt x="50640" y="203515"/>
                      <a:pt x="35882" y="205614"/>
                      <a:pt x="28830" y="214943"/>
                    </a:cubicBezTo>
                    <a:cubicBezTo>
                      <a:pt x="28202" y="215806"/>
                      <a:pt x="28202" y="215806"/>
                      <a:pt x="28202" y="216163"/>
                    </a:cubicBezTo>
                    <a:cubicBezTo>
                      <a:pt x="28286" y="216161"/>
                      <a:pt x="28367" y="216158"/>
                      <a:pt x="28453" y="216155"/>
                    </a:cubicBezTo>
                    <a:cubicBezTo>
                      <a:pt x="38104" y="215834"/>
                      <a:pt x="47751" y="215560"/>
                      <a:pt x="57407" y="215519"/>
                    </a:cubicBezTo>
                    <a:cubicBezTo>
                      <a:pt x="57608" y="215519"/>
                      <a:pt x="57812" y="215519"/>
                      <a:pt x="58016" y="215516"/>
                    </a:cubicBezTo>
                    <a:cubicBezTo>
                      <a:pt x="60210" y="215507"/>
                      <a:pt x="62401" y="215499"/>
                      <a:pt x="64595" y="215493"/>
                    </a:cubicBezTo>
                    <a:cubicBezTo>
                      <a:pt x="69187" y="215479"/>
                      <a:pt x="73779" y="215454"/>
                      <a:pt x="78371" y="215426"/>
                    </a:cubicBezTo>
                    <a:cubicBezTo>
                      <a:pt x="78611" y="215426"/>
                      <a:pt x="78854" y="215424"/>
                      <a:pt x="79094" y="215424"/>
                    </a:cubicBezTo>
                    <a:cubicBezTo>
                      <a:pt x="91556" y="215345"/>
                      <a:pt x="104014" y="215130"/>
                      <a:pt x="116470" y="214899"/>
                    </a:cubicBezTo>
                    <a:cubicBezTo>
                      <a:pt x="116869" y="214890"/>
                      <a:pt x="117265" y="214882"/>
                      <a:pt x="117665" y="214877"/>
                    </a:cubicBezTo>
                    <a:cubicBezTo>
                      <a:pt x="124320" y="214751"/>
                      <a:pt x="130975" y="214622"/>
                      <a:pt x="137630" y="214488"/>
                    </a:cubicBezTo>
                    <a:cubicBezTo>
                      <a:pt x="137367" y="214131"/>
                      <a:pt x="137105" y="213771"/>
                      <a:pt x="136839" y="213414"/>
                    </a:cubicBezTo>
                    <a:cubicBezTo>
                      <a:pt x="136764" y="213313"/>
                      <a:pt x="136692" y="213213"/>
                      <a:pt x="136616" y="213109"/>
                    </a:cubicBezTo>
                    <a:cubicBezTo>
                      <a:pt x="135974" y="212241"/>
                      <a:pt x="135307" y="211633"/>
                      <a:pt x="134402" y="211035"/>
                    </a:cubicBezTo>
                    <a:cubicBezTo>
                      <a:pt x="134324" y="210982"/>
                      <a:pt x="134324" y="210982"/>
                      <a:pt x="133939" y="210726"/>
                    </a:cubicBezTo>
                    <a:cubicBezTo>
                      <a:pt x="123569" y="203950"/>
                      <a:pt x="109726" y="201812"/>
                      <a:pt x="96594" y="200810"/>
                    </a:cubicBezTo>
                    <a:cubicBezTo>
                      <a:pt x="96488" y="200802"/>
                      <a:pt x="96382" y="200796"/>
                      <a:pt x="96273" y="200788"/>
                    </a:cubicBezTo>
                    <a:cubicBezTo>
                      <a:pt x="84926" y="199953"/>
                      <a:pt x="73243" y="200366"/>
                      <a:pt x="61980" y="20192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9" name="New shape">
                <a:extLst>
                  <a:ext uri="{FF2B5EF4-FFF2-40B4-BE49-F238E27FC236}">
                    <a16:creationId xmlns:a16="http://schemas.microsoft.com/office/drawing/2014/main" id="{A026460D-D07C-0E37-0ECF-2126F99F0ADD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2650407" y="804949"/>
                <a:ext cx="55197" cy="59484"/>
              </a:xfrm>
              <a:custGeom>
                <a:avLst/>
                <a:gdLst/>
                <a:ahLst/>
                <a:cxnLst/>
                <a:rect l="l" t="t" r="r" b="b"/>
                <a:pathLst>
                  <a:path w="55196" h="59484">
                    <a:moveTo>
                      <a:pt x="41066" y="0"/>
                    </a:moveTo>
                    <a:cubicBezTo>
                      <a:pt x="41169" y="0"/>
                      <a:pt x="41272" y="0"/>
                      <a:pt x="41378" y="0"/>
                    </a:cubicBezTo>
                    <a:cubicBezTo>
                      <a:pt x="44505" y="22"/>
                      <a:pt x="47132" y="1094"/>
                      <a:pt x="49666" y="2897"/>
                    </a:cubicBezTo>
                    <a:cubicBezTo>
                      <a:pt x="49716" y="2931"/>
                      <a:pt x="49716" y="2931"/>
                      <a:pt x="49973" y="3112"/>
                    </a:cubicBezTo>
                    <a:cubicBezTo>
                      <a:pt x="52801" y="5192"/>
                      <a:pt x="54568" y="8569"/>
                      <a:pt x="55196" y="11989"/>
                    </a:cubicBezTo>
                    <a:cubicBezTo>
                      <a:pt x="55755" y="16215"/>
                      <a:pt x="54873" y="20084"/>
                      <a:pt x="52913" y="23833"/>
                    </a:cubicBezTo>
                    <a:cubicBezTo>
                      <a:pt x="52888" y="23881"/>
                      <a:pt x="52888" y="23881"/>
                      <a:pt x="52756" y="24129"/>
                    </a:cubicBezTo>
                    <a:cubicBezTo>
                      <a:pt x="52187" y="25215"/>
                      <a:pt x="51570" y="26164"/>
                      <a:pt x="50744" y="27074"/>
                    </a:cubicBezTo>
                    <a:cubicBezTo>
                      <a:pt x="50001" y="27898"/>
                      <a:pt x="49613" y="28663"/>
                      <a:pt x="49284" y="29729"/>
                    </a:cubicBezTo>
                    <a:cubicBezTo>
                      <a:pt x="47598" y="34542"/>
                      <a:pt x="43949" y="38637"/>
                      <a:pt x="40454" y="42257"/>
                    </a:cubicBezTo>
                    <a:cubicBezTo>
                      <a:pt x="40376" y="42338"/>
                      <a:pt x="40295" y="42422"/>
                      <a:pt x="40211" y="42509"/>
                    </a:cubicBezTo>
                    <a:cubicBezTo>
                      <a:pt x="38067" y="44731"/>
                      <a:pt x="35910" y="46905"/>
                      <a:pt x="33442" y="48770"/>
                    </a:cubicBezTo>
                    <a:cubicBezTo>
                      <a:pt x="33165" y="48979"/>
                      <a:pt x="32892" y="49189"/>
                      <a:pt x="32616" y="49398"/>
                    </a:cubicBezTo>
                    <a:cubicBezTo>
                      <a:pt x="29833" y="51525"/>
                      <a:pt x="27018" y="53527"/>
                      <a:pt x="23959" y="55235"/>
                    </a:cubicBezTo>
                    <a:cubicBezTo>
                      <a:pt x="23702" y="55378"/>
                      <a:pt x="23445" y="55523"/>
                      <a:pt x="23191" y="55671"/>
                    </a:cubicBezTo>
                    <a:cubicBezTo>
                      <a:pt x="18666" y="58258"/>
                      <a:pt x="13597" y="60676"/>
                      <a:pt x="8277" y="59484"/>
                    </a:cubicBezTo>
                    <a:cubicBezTo>
                      <a:pt x="6448" y="58984"/>
                      <a:pt x="5114" y="57988"/>
                      <a:pt x="4123" y="56366"/>
                    </a:cubicBezTo>
                    <a:cubicBezTo>
                      <a:pt x="3023" y="54359"/>
                      <a:pt x="2973" y="51936"/>
                      <a:pt x="3600" y="49750"/>
                    </a:cubicBezTo>
                    <a:cubicBezTo>
                      <a:pt x="4234" y="47815"/>
                      <a:pt x="5161" y="45984"/>
                      <a:pt x="6071" y="44167"/>
                    </a:cubicBezTo>
                    <a:cubicBezTo>
                      <a:pt x="6931" y="42436"/>
                      <a:pt x="7737" y="40608"/>
                      <a:pt x="7497" y="38628"/>
                    </a:cubicBezTo>
                    <a:cubicBezTo>
                      <a:pt x="7489" y="38567"/>
                      <a:pt x="7489" y="38567"/>
                      <a:pt x="7456" y="38271"/>
                    </a:cubicBezTo>
                    <a:cubicBezTo>
                      <a:pt x="7118" y="36085"/>
                      <a:pt x="5622" y="34737"/>
                      <a:pt x="4092" y="33263"/>
                    </a:cubicBezTo>
                    <a:cubicBezTo>
                      <a:pt x="2984" y="32180"/>
                      <a:pt x="2140" y="31035"/>
                      <a:pt x="1373" y="29696"/>
                    </a:cubicBezTo>
                    <a:cubicBezTo>
                      <a:pt x="1317" y="29601"/>
                      <a:pt x="1264" y="29506"/>
                      <a:pt x="1206" y="29408"/>
                    </a:cubicBezTo>
                    <a:cubicBezTo>
                      <a:pt x="-362" y="26695"/>
                      <a:pt x="-787" y="23565"/>
                      <a:pt x="0" y="20525"/>
                    </a:cubicBezTo>
                    <a:cubicBezTo>
                      <a:pt x="1144" y="16612"/>
                      <a:pt x="3654" y="13541"/>
                      <a:pt x="7132" y="11461"/>
                    </a:cubicBezTo>
                    <a:cubicBezTo>
                      <a:pt x="7272" y="11375"/>
                      <a:pt x="7414" y="11288"/>
                      <a:pt x="7559" y="11196"/>
                    </a:cubicBezTo>
                    <a:cubicBezTo>
                      <a:pt x="10786" y="9387"/>
                      <a:pt x="14686" y="9086"/>
                      <a:pt x="18295" y="8729"/>
                    </a:cubicBezTo>
                    <a:cubicBezTo>
                      <a:pt x="23471" y="8215"/>
                      <a:pt x="27658" y="7003"/>
                      <a:pt x="31753" y="3670"/>
                    </a:cubicBezTo>
                    <a:cubicBezTo>
                      <a:pt x="32870" y="2763"/>
                      <a:pt x="33978" y="1981"/>
                      <a:pt x="35273" y="1342"/>
                    </a:cubicBezTo>
                    <a:cubicBezTo>
                      <a:pt x="35337" y="1311"/>
                      <a:pt x="35337" y="1311"/>
                      <a:pt x="35661" y="1150"/>
                    </a:cubicBezTo>
                    <a:cubicBezTo>
                      <a:pt x="37422" y="332"/>
                      <a:pt x="39137" y="-11"/>
                      <a:pt x="41066" y="0"/>
                    </a:cubicBezTo>
                    <a:close/>
                    <a:moveTo>
                      <a:pt x="32872" y="7590"/>
                    </a:moveTo>
                    <a:cubicBezTo>
                      <a:pt x="28576" y="10923"/>
                      <a:pt x="23875" y="12039"/>
                      <a:pt x="18569" y="12575"/>
                    </a:cubicBezTo>
                    <a:cubicBezTo>
                      <a:pt x="10465" y="13399"/>
                      <a:pt x="10465" y="13399"/>
                      <a:pt x="7235" y="16296"/>
                    </a:cubicBezTo>
                    <a:cubicBezTo>
                      <a:pt x="7110" y="16402"/>
                      <a:pt x="6981" y="16511"/>
                      <a:pt x="6850" y="16623"/>
                    </a:cubicBezTo>
                    <a:cubicBezTo>
                      <a:pt x="5002" y="18315"/>
                      <a:pt x="3704" y="20523"/>
                      <a:pt x="3514" y="23032"/>
                    </a:cubicBezTo>
                    <a:cubicBezTo>
                      <a:pt x="3419" y="25492"/>
                      <a:pt x="4528" y="27867"/>
                      <a:pt x="6127" y="29684"/>
                    </a:cubicBezTo>
                    <a:cubicBezTo>
                      <a:pt x="6663" y="30254"/>
                      <a:pt x="7232" y="30790"/>
                      <a:pt x="7794" y="31334"/>
                    </a:cubicBezTo>
                    <a:cubicBezTo>
                      <a:pt x="9979" y="33453"/>
                      <a:pt x="11353" y="35756"/>
                      <a:pt x="11509" y="38835"/>
                    </a:cubicBezTo>
                    <a:cubicBezTo>
                      <a:pt x="11478" y="41183"/>
                      <a:pt x="10641" y="43377"/>
                      <a:pt x="9644" y="45468"/>
                    </a:cubicBezTo>
                    <a:cubicBezTo>
                      <a:pt x="9602" y="45554"/>
                      <a:pt x="9558" y="45644"/>
                      <a:pt x="9516" y="45736"/>
                    </a:cubicBezTo>
                    <a:cubicBezTo>
                      <a:pt x="9150" y="46501"/>
                      <a:pt x="8776" y="47260"/>
                      <a:pt x="8405" y="48022"/>
                    </a:cubicBezTo>
                    <a:cubicBezTo>
                      <a:pt x="7486" y="49937"/>
                      <a:pt x="6749" y="51827"/>
                      <a:pt x="7235" y="53982"/>
                    </a:cubicBezTo>
                    <a:cubicBezTo>
                      <a:pt x="7640" y="54886"/>
                      <a:pt x="8259" y="55403"/>
                      <a:pt x="9139" y="55821"/>
                    </a:cubicBezTo>
                    <a:cubicBezTo>
                      <a:pt x="9792" y="56045"/>
                      <a:pt x="10445" y="56036"/>
                      <a:pt x="11126" y="56039"/>
                    </a:cubicBezTo>
                    <a:cubicBezTo>
                      <a:pt x="11263" y="56045"/>
                      <a:pt x="11403" y="56053"/>
                      <a:pt x="11543" y="56059"/>
                    </a:cubicBezTo>
                    <a:cubicBezTo>
                      <a:pt x="14585" y="56081"/>
                      <a:pt x="17550" y="54523"/>
                      <a:pt x="20163" y="53125"/>
                    </a:cubicBezTo>
                    <a:cubicBezTo>
                      <a:pt x="20238" y="53086"/>
                      <a:pt x="20238" y="53086"/>
                      <a:pt x="20620" y="52885"/>
                    </a:cubicBezTo>
                    <a:cubicBezTo>
                      <a:pt x="23175" y="51534"/>
                      <a:pt x="25587" y="50068"/>
                      <a:pt x="27895" y="48326"/>
                    </a:cubicBezTo>
                    <a:cubicBezTo>
                      <a:pt x="28188" y="48106"/>
                      <a:pt x="28484" y="47888"/>
                      <a:pt x="28780" y="47667"/>
                    </a:cubicBezTo>
                    <a:cubicBezTo>
                      <a:pt x="31748" y="45462"/>
                      <a:pt x="34517" y="43103"/>
                      <a:pt x="37160" y="40518"/>
                    </a:cubicBezTo>
                    <a:cubicBezTo>
                      <a:pt x="37375" y="40312"/>
                      <a:pt x="37590" y="40102"/>
                      <a:pt x="37802" y="39896"/>
                    </a:cubicBezTo>
                    <a:cubicBezTo>
                      <a:pt x="39873" y="37886"/>
                      <a:pt x="41777" y="35767"/>
                      <a:pt x="43575" y="33509"/>
                    </a:cubicBezTo>
                    <a:cubicBezTo>
                      <a:pt x="44136" y="32805"/>
                      <a:pt x="44708" y="32130"/>
                      <a:pt x="45328" y="31477"/>
                    </a:cubicBezTo>
                    <a:cubicBezTo>
                      <a:pt x="47612" y="29073"/>
                      <a:pt x="49033" y="26700"/>
                      <a:pt x="50155" y="23571"/>
                    </a:cubicBezTo>
                    <a:cubicBezTo>
                      <a:pt x="50213" y="23409"/>
                      <a:pt x="50272" y="23250"/>
                      <a:pt x="50331" y="23085"/>
                    </a:cubicBezTo>
                    <a:cubicBezTo>
                      <a:pt x="51190" y="20654"/>
                      <a:pt x="52020" y="18100"/>
                      <a:pt x="51986" y="15492"/>
                    </a:cubicBezTo>
                    <a:cubicBezTo>
                      <a:pt x="51986" y="15423"/>
                      <a:pt x="51986" y="15423"/>
                      <a:pt x="51983" y="15074"/>
                    </a:cubicBezTo>
                    <a:cubicBezTo>
                      <a:pt x="51880" y="11886"/>
                      <a:pt x="50802" y="8944"/>
                      <a:pt x="48485" y="6710"/>
                    </a:cubicBezTo>
                    <a:cubicBezTo>
                      <a:pt x="46294" y="4725"/>
                      <a:pt x="43689" y="3592"/>
                      <a:pt x="40708" y="3634"/>
                    </a:cubicBezTo>
                    <a:cubicBezTo>
                      <a:pt x="37506" y="3801"/>
                      <a:pt x="35295" y="5705"/>
                      <a:pt x="32872" y="759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292BA2D-0BAD-712D-629E-2DDDFAC2E633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2532086" y="1531713"/>
              <a:ext cx="1446440" cy="205796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lang="en-US" b="1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178M tCO₂e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7D49A29-1392-DB31-13BC-6671D35D0DA8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2417106" y="1927756"/>
              <a:ext cx="1720596" cy="266698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Travel Emissions</a:t>
              </a:r>
              <a:b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</a:br>
              <a: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Analyzed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FC79D2F-92F3-DA13-6F4F-1A0ACE9E8502}"/>
              </a:ext>
            </a:extLst>
          </p:cNvPr>
          <p:cNvGrpSpPr/>
          <p:nvPr/>
        </p:nvGrpSpPr>
        <p:grpSpPr>
          <a:xfrm>
            <a:off x="2791361" y="901032"/>
            <a:ext cx="1755964" cy="779507"/>
            <a:chOff x="4290214" y="1353999"/>
            <a:chExt cx="1755964" cy="779507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6121677-77E8-3874-A14E-D168194190B7}"/>
                </a:ext>
              </a:extLst>
            </p:cNvPr>
            <p:cNvGrpSpPr/>
            <p:nvPr>
              <p:custDataLst>
                <p:tags r:id="rId44"/>
              </p:custDataLst>
            </p:nvPr>
          </p:nvGrpSpPr>
          <p:grpSpPr>
            <a:xfrm>
              <a:off x="5050023" y="1353999"/>
              <a:ext cx="218539" cy="217600"/>
              <a:chOff x="4415023" y="718999"/>
              <a:chExt cx="218539" cy="217600"/>
            </a:xfrm>
          </p:grpSpPr>
          <p:sp>
            <p:nvSpPr>
              <p:cNvPr id="25" name="New shape">
                <a:extLst>
                  <a:ext uri="{FF2B5EF4-FFF2-40B4-BE49-F238E27FC236}">
                    <a16:creationId xmlns:a16="http://schemas.microsoft.com/office/drawing/2014/main" id="{648598CF-8D5D-4047-8F01-F6C48EF32994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4415023" y="718999"/>
                <a:ext cx="218129" cy="217600"/>
              </a:xfrm>
              <a:custGeom>
                <a:avLst/>
                <a:gdLst/>
                <a:ahLst/>
                <a:cxnLst/>
                <a:rect l="l" t="t" r="r" b="b"/>
                <a:pathLst>
                  <a:path w="218129" h="217599">
                    <a:moveTo>
                      <a:pt x="109257" y="0"/>
                    </a:moveTo>
                    <a:cubicBezTo>
                      <a:pt x="109627" y="0"/>
                      <a:pt x="109997" y="0"/>
                      <a:pt x="110367" y="4"/>
                    </a:cubicBezTo>
                    <a:cubicBezTo>
                      <a:pt x="126504" y="53"/>
                      <a:pt x="142358" y="3242"/>
                      <a:pt x="156900" y="10400"/>
                    </a:cubicBezTo>
                    <a:cubicBezTo>
                      <a:pt x="157081" y="10491"/>
                      <a:pt x="157266" y="10581"/>
                      <a:pt x="157455" y="10675"/>
                    </a:cubicBezTo>
                    <a:cubicBezTo>
                      <a:pt x="162555" y="13190"/>
                      <a:pt x="167523" y="15824"/>
                      <a:pt x="172138" y="19165"/>
                    </a:cubicBezTo>
                    <a:cubicBezTo>
                      <a:pt x="172536" y="19457"/>
                      <a:pt x="172935" y="19745"/>
                      <a:pt x="173338" y="20032"/>
                    </a:cubicBezTo>
                    <a:cubicBezTo>
                      <a:pt x="176794" y="22518"/>
                      <a:pt x="180040" y="25116"/>
                      <a:pt x="183138" y="28041"/>
                    </a:cubicBezTo>
                    <a:cubicBezTo>
                      <a:pt x="183697" y="28563"/>
                      <a:pt x="184277" y="29065"/>
                      <a:pt x="184860" y="29558"/>
                    </a:cubicBezTo>
                    <a:cubicBezTo>
                      <a:pt x="188480" y="32644"/>
                      <a:pt x="191723" y="36059"/>
                      <a:pt x="194653" y="39806"/>
                    </a:cubicBezTo>
                    <a:cubicBezTo>
                      <a:pt x="195129" y="40414"/>
                      <a:pt x="195614" y="41023"/>
                      <a:pt x="196099" y="41627"/>
                    </a:cubicBezTo>
                    <a:cubicBezTo>
                      <a:pt x="200463" y="47117"/>
                      <a:pt x="204199" y="53092"/>
                      <a:pt x="207445" y="59301"/>
                    </a:cubicBezTo>
                    <a:cubicBezTo>
                      <a:pt x="207527" y="59461"/>
                      <a:pt x="207609" y="59617"/>
                      <a:pt x="207691" y="59777"/>
                    </a:cubicBezTo>
                    <a:cubicBezTo>
                      <a:pt x="213600" y="71119"/>
                      <a:pt x="218918" y="85724"/>
                      <a:pt x="218129" y="98750"/>
                    </a:cubicBezTo>
                    <a:cubicBezTo>
                      <a:pt x="217994" y="98750"/>
                      <a:pt x="217858" y="98750"/>
                      <a:pt x="217718" y="98750"/>
                    </a:cubicBezTo>
                    <a:cubicBezTo>
                      <a:pt x="217702" y="98639"/>
                      <a:pt x="217685" y="98524"/>
                      <a:pt x="217673" y="98409"/>
                    </a:cubicBezTo>
                    <a:cubicBezTo>
                      <a:pt x="215458" y="82001"/>
                      <a:pt x="210408" y="67113"/>
                      <a:pt x="201203" y="53264"/>
                    </a:cubicBezTo>
                    <a:cubicBezTo>
                      <a:pt x="201067" y="53063"/>
                      <a:pt x="200931" y="52857"/>
                      <a:pt x="200792" y="52648"/>
                    </a:cubicBezTo>
                    <a:cubicBezTo>
                      <a:pt x="198256" y="48851"/>
                      <a:pt x="195499" y="45263"/>
                      <a:pt x="192368" y="41939"/>
                    </a:cubicBezTo>
                    <a:cubicBezTo>
                      <a:pt x="191250" y="40747"/>
                      <a:pt x="190149" y="39547"/>
                      <a:pt x="189117" y="38282"/>
                    </a:cubicBezTo>
                    <a:cubicBezTo>
                      <a:pt x="188341" y="37345"/>
                      <a:pt x="187552" y="36523"/>
                      <a:pt x="186615" y="35750"/>
                    </a:cubicBezTo>
                    <a:cubicBezTo>
                      <a:pt x="186323" y="35504"/>
                      <a:pt x="186035" y="35257"/>
                      <a:pt x="185744" y="35011"/>
                    </a:cubicBezTo>
                    <a:cubicBezTo>
                      <a:pt x="185596" y="34883"/>
                      <a:pt x="185448" y="34760"/>
                      <a:pt x="185292" y="34629"/>
                    </a:cubicBezTo>
                    <a:cubicBezTo>
                      <a:pt x="184848" y="34238"/>
                      <a:pt x="184420" y="33840"/>
                      <a:pt x="183993" y="33433"/>
                    </a:cubicBezTo>
                    <a:cubicBezTo>
                      <a:pt x="178265" y="28008"/>
                      <a:pt x="171538" y="23702"/>
                      <a:pt x="164762" y="19716"/>
                    </a:cubicBezTo>
                    <a:cubicBezTo>
                      <a:pt x="164338" y="19465"/>
                      <a:pt x="163919" y="19215"/>
                      <a:pt x="163496" y="18964"/>
                    </a:cubicBezTo>
                    <a:cubicBezTo>
                      <a:pt x="152167" y="12241"/>
                      <a:pt x="139185" y="8777"/>
                      <a:pt x="126274" y="6796"/>
                    </a:cubicBezTo>
                    <a:cubicBezTo>
                      <a:pt x="125736" y="6714"/>
                      <a:pt x="125202" y="6628"/>
                      <a:pt x="124667" y="6537"/>
                    </a:cubicBezTo>
                    <a:cubicBezTo>
                      <a:pt x="105469" y="3377"/>
                      <a:pt x="84277" y="7211"/>
                      <a:pt x="50059" y="24783"/>
                    </a:cubicBezTo>
                    <a:cubicBezTo>
                      <a:pt x="33782" y="36494"/>
                      <a:pt x="21475" y="51505"/>
                      <a:pt x="8555" y="86422"/>
                    </a:cubicBezTo>
                    <a:cubicBezTo>
                      <a:pt x="8514" y="86607"/>
                      <a:pt x="8469" y="86792"/>
                      <a:pt x="8428" y="86981"/>
                    </a:cubicBezTo>
                    <a:cubicBezTo>
                      <a:pt x="4881" y="102691"/>
                      <a:pt x="5564" y="118491"/>
                      <a:pt x="9377" y="134090"/>
                    </a:cubicBezTo>
                    <a:cubicBezTo>
                      <a:pt x="9397" y="134172"/>
                      <a:pt x="9397" y="134172"/>
                      <a:pt x="9496" y="134583"/>
                    </a:cubicBezTo>
                    <a:cubicBezTo>
                      <a:pt x="12208" y="145641"/>
                      <a:pt x="17439" y="156420"/>
                      <a:pt x="23899" y="165752"/>
                    </a:cubicBezTo>
                    <a:cubicBezTo>
                      <a:pt x="24166" y="166134"/>
                      <a:pt x="24425" y="166520"/>
                      <a:pt x="24688" y="166907"/>
                    </a:cubicBezTo>
                    <a:cubicBezTo>
                      <a:pt x="28152" y="172015"/>
                      <a:pt x="32089" y="176711"/>
                      <a:pt x="36539" y="180993"/>
                    </a:cubicBezTo>
                    <a:cubicBezTo>
                      <a:pt x="37028" y="181466"/>
                      <a:pt x="37509" y="181947"/>
                      <a:pt x="37986" y="182428"/>
                    </a:cubicBezTo>
                    <a:cubicBezTo>
                      <a:pt x="38146" y="182584"/>
                      <a:pt x="38302" y="182740"/>
                      <a:pt x="38467" y="182900"/>
                    </a:cubicBezTo>
                    <a:cubicBezTo>
                      <a:pt x="38828" y="183266"/>
                      <a:pt x="39177" y="183632"/>
                      <a:pt x="39523" y="184006"/>
                    </a:cubicBezTo>
                    <a:cubicBezTo>
                      <a:pt x="52192" y="197476"/>
                      <a:pt x="72113" y="206393"/>
                      <a:pt x="92385" y="210112"/>
                    </a:cubicBezTo>
                    <a:cubicBezTo>
                      <a:pt x="92582" y="210145"/>
                      <a:pt x="92779" y="210178"/>
                      <a:pt x="92980" y="210215"/>
                    </a:cubicBezTo>
                    <a:cubicBezTo>
                      <a:pt x="104470" y="212113"/>
                      <a:pt x="116658" y="212097"/>
                      <a:pt x="128135" y="210112"/>
                    </a:cubicBezTo>
                    <a:cubicBezTo>
                      <a:pt x="128226" y="210099"/>
                      <a:pt x="128226" y="210099"/>
                      <a:pt x="128678" y="210021"/>
                    </a:cubicBezTo>
                    <a:cubicBezTo>
                      <a:pt x="133518" y="209171"/>
                      <a:pt x="138257" y="207946"/>
                      <a:pt x="142929" y="206413"/>
                    </a:cubicBezTo>
                    <a:cubicBezTo>
                      <a:pt x="143077" y="206368"/>
                      <a:pt x="143225" y="206319"/>
                      <a:pt x="143373" y="206270"/>
                    </a:cubicBezTo>
                    <a:cubicBezTo>
                      <a:pt x="152212" y="203377"/>
                      <a:pt x="160669" y="199239"/>
                      <a:pt x="168407" y="194086"/>
                    </a:cubicBezTo>
                    <a:cubicBezTo>
                      <a:pt x="168534" y="193999"/>
                      <a:pt x="168666" y="193913"/>
                      <a:pt x="168797" y="193827"/>
                    </a:cubicBezTo>
                    <a:cubicBezTo>
                      <a:pt x="172639" y="191271"/>
                      <a:pt x="176148" y="188382"/>
                      <a:pt x="179596" y="185325"/>
                    </a:cubicBezTo>
                    <a:cubicBezTo>
                      <a:pt x="180064" y="184910"/>
                      <a:pt x="180541" y="184499"/>
                      <a:pt x="181014" y="184084"/>
                    </a:cubicBezTo>
                    <a:cubicBezTo>
                      <a:pt x="185674" y="179991"/>
                      <a:pt x="189791" y="175655"/>
                      <a:pt x="193473" y="170663"/>
                    </a:cubicBezTo>
                    <a:cubicBezTo>
                      <a:pt x="193523" y="170597"/>
                      <a:pt x="193523" y="170597"/>
                      <a:pt x="193773" y="170256"/>
                    </a:cubicBezTo>
                    <a:cubicBezTo>
                      <a:pt x="205082" y="154982"/>
                      <a:pt x="212249" y="137513"/>
                      <a:pt x="214681" y="118651"/>
                    </a:cubicBezTo>
                    <a:cubicBezTo>
                      <a:pt x="214694" y="118577"/>
                      <a:pt x="214694" y="118577"/>
                      <a:pt x="214739" y="118212"/>
                    </a:cubicBezTo>
                    <a:cubicBezTo>
                      <a:pt x="214825" y="117558"/>
                      <a:pt x="214899" y="116901"/>
                      <a:pt x="214969" y="116243"/>
                    </a:cubicBezTo>
                    <a:cubicBezTo>
                      <a:pt x="215125" y="114891"/>
                      <a:pt x="215380" y="113897"/>
                      <a:pt x="216074" y="112722"/>
                    </a:cubicBezTo>
                    <a:cubicBezTo>
                      <a:pt x="216753" y="112722"/>
                      <a:pt x="217430" y="112722"/>
                      <a:pt x="218129" y="112722"/>
                    </a:cubicBezTo>
                    <a:cubicBezTo>
                      <a:pt x="221955" y="120373"/>
                      <a:pt x="216050" y="136642"/>
                      <a:pt x="213592" y="144191"/>
                    </a:cubicBezTo>
                    <a:cubicBezTo>
                      <a:pt x="208949" y="158109"/>
                      <a:pt x="201264" y="171193"/>
                      <a:pt x="191217" y="181881"/>
                    </a:cubicBezTo>
                    <a:cubicBezTo>
                      <a:pt x="190494" y="182654"/>
                      <a:pt x="189795" y="183438"/>
                      <a:pt x="189117" y="184252"/>
                    </a:cubicBezTo>
                    <a:cubicBezTo>
                      <a:pt x="185427" y="188657"/>
                      <a:pt x="180804" y="192310"/>
                      <a:pt x="176214" y="195729"/>
                    </a:cubicBezTo>
                    <a:cubicBezTo>
                      <a:pt x="176083" y="195828"/>
                      <a:pt x="175947" y="195927"/>
                      <a:pt x="175812" y="196029"/>
                    </a:cubicBezTo>
                    <a:cubicBezTo>
                      <a:pt x="171225" y="199452"/>
                      <a:pt x="166451" y="202452"/>
                      <a:pt x="161421" y="205181"/>
                    </a:cubicBezTo>
                    <a:cubicBezTo>
                      <a:pt x="161277" y="205259"/>
                      <a:pt x="161133" y="205337"/>
                      <a:pt x="160985" y="205419"/>
                    </a:cubicBezTo>
                    <a:cubicBezTo>
                      <a:pt x="148641" y="212097"/>
                      <a:pt x="135047" y="215906"/>
                      <a:pt x="121149" y="217509"/>
                    </a:cubicBezTo>
                    <a:cubicBezTo>
                      <a:pt x="120899" y="217537"/>
                      <a:pt x="120644" y="217570"/>
                      <a:pt x="120385" y="217599"/>
                    </a:cubicBezTo>
                    <a:cubicBezTo>
                      <a:pt x="100221" y="219839"/>
                      <a:pt x="77756" y="215721"/>
                      <a:pt x="57867" y="205181"/>
                    </a:cubicBezTo>
                    <a:cubicBezTo>
                      <a:pt x="57727" y="205107"/>
                      <a:pt x="57591" y="205033"/>
                      <a:pt x="57451" y="204955"/>
                    </a:cubicBezTo>
                    <a:cubicBezTo>
                      <a:pt x="51234" y="201528"/>
                      <a:pt x="45354" y="197550"/>
                      <a:pt x="39954" y="192939"/>
                    </a:cubicBezTo>
                    <a:cubicBezTo>
                      <a:pt x="39424" y="192487"/>
                      <a:pt x="38890" y="192039"/>
                      <a:pt x="38351" y="191591"/>
                    </a:cubicBezTo>
                    <a:cubicBezTo>
                      <a:pt x="33609" y="187638"/>
                      <a:pt x="29286" y="183488"/>
                      <a:pt x="25453" y="178631"/>
                    </a:cubicBezTo>
                    <a:cubicBezTo>
                      <a:pt x="24976" y="178043"/>
                      <a:pt x="24487" y="177468"/>
                      <a:pt x="23994" y="176896"/>
                    </a:cubicBezTo>
                    <a:cubicBezTo>
                      <a:pt x="19827" y="172068"/>
                      <a:pt x="16469" y="166693"/>
                      <a:pt x="13289" y="161174"/>
                    </a:cubicBezTo>
                    <a:cubicBezTo>
                      <a:pt x="13079" y="160813"/>
                      <a:pt x="12870" y="160455"/>
                      <a:pt x="12660" y="160098"/>
                    </a:cubicBezTo>
                    <a:cubicBezTo>
                      <a:pt x="6410" y="149376"/>
                      <a:pt x="2601" y="136864"/>
                      <a:pt x="748" y="124639"/>
                    </a:cubicBezTo>
                    <a:cubicBezTo>
                      <a:pt x="735" y="124565"/>
                      <a:pt x="735" y="124565"/>
                      <a:pt x="677" y="124182"/>
                    </a:cubicBezTo>
                    <a:cubicBezTo>
                      <a:pt x="-567" y="115935"/>
                      <a:pt x="-797" y="107716"/>
                      <a:pt x="0" y="99420"/>
                    </a:cubicBezTo>
                    <a:cubicBezTo>
                      <a:pt x="28" y="99132"/>
                      <a:pt x="57" y="98849"/>
                      <a:pt x="82" y="98565"/>
                    </a:cubicBezTo>
                    <a:cubicBezTo>
                      <a:pt x="608" y="93067"/>
                      <a:pt x="1516" y="87688"/>
                      <a:pt x="2802" y="82313"/>
                    </a:cubicBezTo>
                    <a:cubicBezTo>
                      <a:pt x="2843" y="82144"/>
                      <a:pt x="2880" y="81972"/>
                      <a:pt x="2925" y="81795"/>
                    </a:cubicBezTo>
                    <a:cubicBezTo>
                      <a:pt x="6159" y="68160"/>
                      <a:pt x="12541" y="54752"/>
                      <a:pt x="21285" y="43796"/>
                    </a:cubicBezTo>
                    <a:cubicBezTo>
                      <a:pt x="21705" y="43270"/>
                      <a:pt x="22120" y="42740"/>
                      <a:pt x="22531" y="42210"/>
                    </a:cubicBezTo>
                    <a:cubicBezTo>
                      <a:pt x="24199" y="40073"/>
                      <a:pt x="25966" y="38043"/>
                      <a:pt x="27795" y="36046"/>
                    </a:cubicBezTo>
                    <a:cubicBezTo>
                      <a:pt x="28387" y="35397"/>
                      <a:pt x="28966" y="34740"/>
                      <a:pt x="29533" y="34070"/>
                    </a:cubicBezTo>
                    <a:cubicBezTo>
                      <a:pt x="29664" y="33914"/>
                      <a:pt x="29796" y="33761"/>
                      <a:pt x="29931" y="33601"/>
                    </a:cubicBezTo>
                    <a:cubicBezTo>
                      <a:pt x="30174" y="33314"/>
                      <a:pt x="30421" y="33022"/>
                      <a:pt x="30659" y="32730"/>
                    </a:cubicBezTo>
                    <a:cubicBezTo>
                      <a:pt x="30988" y="32344"/>
                      <a:pt x="30988" y="32344"/>
                      <a:pt x="31567" y="31768"/>
                    </a:cubicBezTo>
                    <a:cubicBezTo>
                      <a:pt x="31838" y="31768"/>
                      <a:pt x="32110" y="31768"/>
                      <a:pt x="32389" y="31768"/>
                    </a:cubicBezTo>
                    <a:cubicBezTo>
                      <a:pt x="32389" y="31497"/>
                      <a:pt x="32389" y="31226"/>
                      <a:pt x="32389" y="30947"/>
                    </a:cubicBezTo>
                    <a:cubicBezTo>
                      <a:pt x="32812" y="30507"/>
                      <a:pt x="33227" y="30129"/>
                      <a:pt x="33696" y="29743"/>
                    </a:cubicBezTo>
                    <a:cubicBezTo>
                      <a:pt x="33844" y="29619"/>
                      <a:pt x="33987" y="29496"/>
                      <a:pt x="34139" y="29369"/>
                    </a:cubicBezTo>
                    <a:cubicBezTo>
                      <a:pt x="34468" y="29089"/>
                      <a:pt x="34797" y="28810"/>
                      <a:pt x="35126" y="28534"/>
                    </a:cubicBezTo>
                    <a:cubicBezTo>
                      <a:pt x="35713" y="28041"/>
                      <a:pt x="36289" y="27540"/>
                      <a:pt x="36868" y="27035"/>
                    </a:cubicBezTo>
                    <a:cubicBezTo>
                      <a:pt x="47622" y="17698"/>
                      <a:pt x="59991" y="10474"/>
                      <a:pt x="73482" y="5880"/>
                    </a:cubicBezTo>
                    <a:cubicBezTo>
                      <a:pt x="73667" y="5818"/>
                      <a:pt x="73852" y="5753"/>
                      <a:pt x="74045" y="5691"/>
                    </a:cubicBezTo>
                    <a:cubicBezTo>
                      <a:pt x="78688" y="4113"/>
                      <a:pt x="83365" y="2827"/>
                      <a:pt x="88172" y="1849"/>
                    </a:cubicBezTo>
                    <a:cubicBezTo>
                      <a:pt x="88271" y="1828"/>
                      <a:pt x="88271" y="1828"/>
                      <a:pt x="88769" y="1725"/>
                    </a:cubicBezTo>
                    <a:cubicBezTo>
                      <a:pt x="95536" y="336"/>
                      <a:pt x="102362" y="-28"/>
                      <a:pt x="109257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6" name="New shape">
                <a:extLst>
                  <a:ext uri="{FF2B5EF4-FFF2-40B4-BE49-F238E27FC236}">
                    <a16:creationId xmlns:a16="http://schemas.microsoft.com/office/drawing/2014/main" id="{2E4BCDB0-165C-0AEB-BBBB-162522C63D52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4434527" y="737902"/>
                <a:ext cx="181725" cy="179395"/>
              </a:xfrm>
              <a:custGeom>
                <a:avLst/>
                <a:gdLst/>
                <a:ahLst/>
                <a:cxnLst/>
                <a:rect l="l" t="t" r="r" b="b"/>
                <a:pathLst>
                  <a:path w="181724" h="179395">
                    <a:moveTo>
                      <a:pt x="89985" y="0"/>
                    </a:moveTo>
                    <a:cubicBezTo>
                      <a:pt x="90351" y="0"/>
                      <a:pt x="90716" y="0"/>
                      <a:pt x="91082" y="4"/>
                    </a:cubicBezTo>
                    <a:cubicBezTo>
                      <a:pt x="96601" y="20"/>
                      <a:pt x="101980" y="217"/>
                      <a:pt x="107400" y="1360"/>
                    </a:cubicBezTo>
                    <a:cubicBezTo>
                      <a:pt x="107601" y="1401"/>
                      <a:pt x="107803" y="1446"/>
                      <a:pt x="108008" y="1487"/>
                    </a:cubicBezTo>
                    <a:cubicBezTo>
                      <a:pt x="113687" y="2675"/>
                      <a:pt x="119280" y="4088"/>
                      <a:pt x="124659" y="6291"/>
                    </a:cubicBezTo>
                    <a:cubicBezTo>
                      <a:pt x="124737" y="6324"/>
                      <a:pt x="124737" y="6324"/>
                      <a:pt x="125131" y="6484"/>
                    </a:cubicBezTo>
                    <a:cubicBezTo>
                      <a:pt x="134414" y="10301"/>
                      <a:pt x="142797" y="15401"/>
                      <a:pt x="150449" y="21890"/>
                    </a:cubicBezTo>
                    <a:cubicBezTo>
                      <a:pt x="150954" y="22317"/>
                      <a:pt x="151460" y="22736"/>
                      <a:pt x="151965" y="23159"/>
                    </a:cubicBezTo>
                    <a:cubicBezTo>
                      <a:pt x="152273" y="23418"/>
                      <a:pt x="152577" y="23677"/>
                      <a:pt x="152882" y="23936"/>
                    </a:cubicBezTo>
                    <a:cubicBezTo>
                      <a:pt x="153021" y="24051"/>
                      <a:pt x="153161" y="24170"/>
                      <a:pt x="153305" y="24289"/>
                    </a:cubicBezTo>
                    <a:cubicBezTo>
                      <a:pt x="153683" y="24614"/>
                      <a:pt x="153683" y="24614"/>
                      <a:pt x="154246" y="25194"/>
                    </a:cubicBezTo>
                    <a:cubicBezTo>
                      <a:pt x="154246" y="25465"/>
                      <a:pt x="154246" y="25736"/>
                      <a:pt x="154246" y="26015"/>
                    </a:cubicBezTo>
                    <a:cubicBezTo>
                      <a:pt x="154468" y="26106"/>
                      <a:pt x="154694" y="26192"/>
                      <a:pt x="154924" y="26282"/>
                    </a:cubicBezTo>
                    <a:cubicBezTo>
                      <a:pt x="156243" y="26948"/>
                      <a:pt x="157172" y="28070"/>
                      <a:pt x="158150" y="29151"/>
                    </a:cubicBezTo>
                    <a:cubicBezTo>
                      <a:pt x="158252" y="29266"/>
                      <a:pt x="158359" y="29381"/>
                      <a:pt x="158470" y="29504"/>
                    </a:cubicBezTo>
                    <a:cubicBezTo>
                      <a:pt x="162978" y="34460"/>
                      <a:pt x="166668" y="39938"/>
                      <a:pt x="170021" y="45728"/>
                    </a:cubicBezTo>
                    <a:cubicBezTo>
                      <a:pt x="170256" y="46126"/>
                      <a:pt x="170490" y="46521"/>
                      <a:pt x="170724" y="46911"/>
                    </a:cubicBezTo>
                    <a:cubicBezTo>
                      <a:pt x="176116" y="55902"/>
                      <a:pt x="180710" y="68797"/>
                      <a:pt x="180134" y="79436"/>
                    </a:cubicBezTo>
                    <a:cubicBezTo>
                      <a:pt x="179999" y="79436"/>
                      <a:pt x="179859" y="79436"/>
                      <a:pt x="179723" y="79436"/>
                    </a:cubicBezTo>
                    <a:cubicBezTo>
                      <a:pt x="179711" y="79379"/>
                      <a:pt x="179711" y="79379"/>
                      <a:pt x="179662" y="79087"/>
                    </a:cubicBezTo>
                    <a:cubicBezTo>
                      <a:pt x="178051" y="69964"/>
                      <a:pt x="176005" y="61479"/>
                      <a:pt x="171916" y="53137"/>
                    </a:cubicBezTo>
                    <a:cubicBezTo>
                      <a:pt x="171875" y="53059"/>
                      <a:pt x="171875" y="53059"/>
                      <a:pt x="171677" y="52656"/>
                    </a:cubicBezTo>
                    <a:cubicBezTo>
                      <a:pt x="165172" y="39330"/>
                      <a:pt x="155384" y="27478"/>
                      <a:pt x="143151" y="19030"/>
                    </a:cubicBezTo>
                    <a:cubicBezTo>
                      <a:pt x="142999" y="18927"/>
                      <a:pt x="142851" y="18824"/>
                      <a:pt x="142695" y="18717"/>
                    </a:cubicBezTo>
                    <a:cubicBezTo>
                      <a:pt x="125140" y="6583"/>
                      <a:pt x="103652" y="1462"/>
                      <a:pt x="73872" y="4355"/>
                    </a:cubicBezTo>
                    <a:cubicBezTo>
                      <a:pt x="64893" y="6044"/>
                      <a:pt x="56194" y="9106"/>
                      <a:pt x="48177" y="13490"/>
                    </a:cubicBezTo>
                    <a:cubicBezTo>
                      <a:pt x="47815" y="13688"/>
                      <a:pt x="47454" y="13881"/>
                      <a:pt x="47092" y="14070"/>
                    </a:cubicBezTo>
                    <a:cubicBezTo>
                      <a:pt x="41059" y="17283"/>
                      <a:pt x="35569" y="21208"/>
                      <a:pt x="30651" y="25950"/>
                    </a:cubicBezTo>
                    <a:cubicBezTo>
                      <a:pt x="30075" y="26492"/>
                      <a:pt x="29475" y="27006"/>
                      <a:pt x="28867" y="27511"/>
                    </a:cubicBezTo>
                    <a:cubicBezTo>
                      <a:pt x="22855" y="32541"/>
                      <a:pt x="17924" y="39358"/>
                      <a:pt x="14119" y="46151"/>
                    </a:cubicBezTo>
                    <a:cubicBezTo>
                      <a:pt x="14033" y="46303"/>
                      <a:pt x="13951" y="46451"/>
                      <a:pt x="13864" y="46603"/>
                    </a:cubicBezTo>
                    <a:cubicBezTo>
                      <a:pt x="4302" y="63607"/>
                      <a:pt x="332" y="83003"/>
                      <a:pt x="5514" y="112171"/>
                    </a:cubicBezTo>
                    <a:cubicBezTo>
                      <a:pt x="8399" y="122230"/>
                      <a:pt x="13174" y="131900"/>
                      <a:pt x="19461" y="140254"/>
                    </a:cubicBezTo>
                    <a:cubicBezTo>
                      <a:pt x="19506" y="140320"/>
                      <a:pt x="19506" y="140320"/>
                      <a:pt x="19753" y="140648"/>
                    </a:cubicBezTo>
                    <a:cubicBezTo>
                      <a:pt x="25058" y="147766"/>
                      <a:pt x="31460" y="154488"/>
                      <a:pt x="38775" y="159567"/>
                    </a:cubicBezTo>
                    <a:cubicBezTo>
                      <a:pt x="38902" y="159658"/>
                      <a:pt x="39029" y="159748"/>
                      <a:pt x="39165" y="159843"/>
                    </a:cubicBezTo>
                    <a:cubicBezTo>
                      <a:pt x="49837" y="167277"/>
                      <a:pt x="61536" y="172121"/>
                      <a:pt x="74320" y="174464"/>
                    </a:cubicBezTo>
                    <a:cubicBezTo>
                      <a:pt x="74505" y="174501"/>
                      <a:pt x="74690" y="174534"/>
                      <a:pt x="74883" y="174566"/>
                    </a:cubicBezTo>
                    <a:cubicBezTo>
                      <a:pt x="76128" y="174792"/>
                      <a:pt x="77377" y="174998"/>
                      <a:pt x="78635" y="175183"/>
                    </a:cubicBezTo>
                    <a:cubicBezTo>
                      <a:pt x="78709" y="175195"/>
                      <a:pt x="78709" y="175195"/>
                      <a:pt x="79087" y="175253"/>
                    </a:cubicBezTo>
                    <a:cubicBezTo>
                      <a:pt x="82970" y="175812"/>
                      <a:pt x="86944" y="175696"/>
                      <a:pt x="90856" y="175696"/>
                    </a:cubicBezTo>
                    <a:cubicBezTo>
                      <a:pt x="90950" y="175696"/>
                      <a:pt x="90950" y="175696"/>
                      <a:pt x="91427" y="175696"/>
                    </a:cubicBezTo>
                    <a:cubicBezTo>
                      <a:pt x="97238" y="175696"/>
                      <a:pt x="102933" y="175610"/>
                      <a:pt x="108633" y="174361"/>
                    </a:cubicBezTo>
                    <a:cubicBezTo>
                      <a:pt x="108818" y="174324"/>
                      <a:pt x="109003" y="174283"/>
                      <a:pt x="109192" y="174242"/>
                    </a:cubicBezTo>
                    <a:cubicBezTo>
                      <a:pt x="117628" y="172405"/>
                      <a:pt x="125715" y="169479"/>
                      <a:pt x="133288" y="165320"/>
                    </a:cubicBezTo>
                    <a:cubicBezTo>
                      <a:pt x="133428" y="165242"/>
                      <a:pt x="133572" y="165164"/>
                      <a:pt x="133716" y="165086"/>
                    </a:cubicBezTo>
                    <a:cubicBezTo>
                      <a:pt x="137833" y="162826"/>
                      <a:pt x="141667" y="160356"/>
                      <a:pt x="145292" y="157369"/>
                    </a:cubicBezTo>
                    <a:cubicBezTo>
                      <a:pt x="145620" y="157098"/>
                      <a:pt x="145949" y="156831"/>
                      <a:pt x="146282" y="156564"/>
                    </a:cubicBezTo>
                    <a:cubicBezTo>
                      <a:pt x="151941" y="151973"/>
                      <a:pt x="156662" y="147001"/>
                      <a:pt x="160928" y="141084"/>
                    </a:cubicBezTo>
                    <a:cubicBezTo>
                      <a:pt x="161211" y="140689"/>
                      <a:pt x="161499" y="140299"/>
                      <a:pt x="161787" y="139905"/>
                    </a:cubicBezTo>
                    <a:cubicBezTo>
                      <a:pt x="166656" y="133182"/>
                      <a:pt x="170543" y="125534"/>
                      <a:pt x="173149" y="117653"/>
                    </a:cubicBezTo>
                    <a:cubicBezTo>
                      <a:pt x="173198" y="117501"/>
                      <a:pt x="173251" y="117344"/>
                      <a:pt x="173305" y="117184"/>
                    </a:cubicBezTo>
                    <a:cubicBezTo>
                      <a:pt x="174681" y="113067"/>
                      <a:pt x="175602" y="108908"/>
                      <a:pt x="176272" y="104622"/>
                    </a:cubicBezTo>
                    <a:cubicBezTo>
                      <a:pt x="176296" y="104450"/>
                      <a:pt x="176325" y="104273"/>
                      <a:pt x="176354" y="104092"/>
                    </a:cubicBezTo>
                    <a:cubicBezTo>
                      <a:pt x="176629" y="102313"/>
                      <a:pt x="176896" y="100537"/>
                      <a:pt x="177147" y="98754"/>
                    </a:cubicBezTo>
                    <a:cubicBezTo>
                      <a:pt x="177241" y="98080"/>
                      <a:pt x="177336" y="97410"/>
                      <a:pt x="177434" y="96736"/>
                    </a:cubicBezTo>
                    <a:cubicBezTo>
                      <a:pt x="177505" y="96268"/>
                      <a:pt x="177562" y="95804"/>
                      <a:pt x="177624" y="95335"/>
                    </a:cubicBezTo>
                    <a:cubicBezTo>
                      <a:pt x="177850" y="93737"/>
                      <a:pt x="178129" y="92512"/>
                      <a:pt x="179313" y="91353"/>
                    </a:cubicBezTo>
                    <a:cubicBezTo>
                      <a:pt x="180513" y="91513"/>
                      <a:pt x="180513" y="91513"/>
                      <a:pt x="180956" y="91764"/>
                    </a:cubicBezTo>
                    <a:cubicBezTo>
                      <a:pt x="182103" y="93297"/>
                      <a:pt x="181844" y="95039"/>
                      <a:pt x="181724" y="96851"/>
                    </a:cubicBezTo>
                    <a:cubicBezTo>
                      <a:pt x="181716" y="97020"/>
                      <a:pt x="181704" y="97188"/>
                      <a:pt x="181696" y="97365"/>
                    </a:cubicBezTo>
                    <a:cubicBezTo>
                      <a:pt x="180636" y="114439"/>
                      <a:pt x="173810" y="131139"/>
                      <a:pt x="163147" y="144433"/>
                    </a:cubicBezTo>
                    <a:cubicBezTo>
                      <a:pt x="162731" y="144951"/>
                      <a:pt x="162324" y="145473"/>
                      <a:pt x="161914" y="145999"/>
                    </a:cubicBezTo>
                    <a:cubicBezTo>
                      <a:pt x="156925" y="152290"/>
                      <a:pt x="151279" y="157710"/>
                      <a:pt x="144795" y="162444"/>
                    </a:cubicBezTo>
                    <a:cubicBezTo>
                      <a:pt x="144679" y="162526"/>
                      <a:pt x="144569" y="162608"/>
                      <a:pt x="144453" y="162695"/>
                    </a:cubicBezTo>
                    <a:cubicBezTo>
                      <a:pt x="136991" y="168176"/>
                      <a:pt x="128480" y="172245"/>
                      <a:pt x="119728" y="175183"/>
                    </a:cubicBezTo>
                    <a:cubicBezTo>
                      <a:pt x="119576" y="175236"/>
                      <a:pt x="119424" y="175286"/>
                      <a:pt x="119267" y="175339"/>
                    </a:cubicBezTo>
                    <a:cubicBezTo>
                      <a:pt x="115582" y="176592"/>
                      <a:pt x="111867" y="177463"/>
                      <a:pt x="108041" y="178162"/>
                    </a:cubicBezTo>
                    <a:cubicBezTo>
                      <a:pt x="107852" y="178199"/>
                      <a:pt x="107667" y="178232"/>
                      <a:pt x="107474" y="178265"/>
                    </a:cubicBezTo>
                    <a:cubicBezTo>
                      <a:pt x="106216" y="178495"/>
                      <a:pt x="104963" y="178696"/>
                      <a:pt x="103701" y="178881"/>
                    </a:cubicBezTo>
                    <a:cubicBezTo>
                      <a:pt x="103546" y="178906"/>
                      <a:pt x="103393" y="178926"/>
                      <a:pt x="103233" y="178951"/>
                    </a:cubicBezTo>
                    <a:cubicBezTo>
                      <a:pt x="99502" y="179477"/>
                      <a:pt x="95701" y="179395"/>
                      <a:pt x="91937" y="179395"/>
                    </a:cubicBezTo>
                    <a:cubicBezTo>
                      <a:pt x="91760" y="179395"/>
                      <a:pt x="91583" y="179395"/>
                      <a:pt x="91398" y="179395"/>
                    </a:cubicBezTo>
                    <a:cubicBezTo>
                      <a:pt x="85428" y="179395"/>
                      <a:pt x="79580" y="179206"/>
                      <a:pt x="73704" y="178059"/>
                    </a:cubicBezTo>
                    <a:cubicBezTo>
                      <a:pt x="73498" y="178022"/>
                      <a:pt x="73293" y="177981"/>
                      <a:pt x="73079" y="177940"/>
                    </a:cubicBezTo>
                    <a:cubicBezTo>
                      <a:pt x="64548" y="176251"/>
                      <a:pt x="56297" y="173609"/>
                      <a:pt x="48633" y="169463"/>
                    </a:cubicBezTo>
                    <a:cubicBezTo>
                      <a:pt x="48066" y="169154"/>
                      <a:pt x="47499" y="168854"/>
                      <a:pt x="46928" y="168563"/>
                    </a:cubicBezTo>
                    <a:cubicBezTo>
                      <a:pt x="42025" y="166031"/>
                      <a:pt x="37694" y="163060"/>
                      <a:pt x="33433" y="159567"/>
                    </a:cubicBezTo>
                    <a:cubicBezTo>
                      <a:pt x="33174" y="159358"/>
                      <a:pt x="32919" y="159152"/>
                      <a:pt x="32660" y="158943"/>
                    </a:cubicBezTo>
                    <a:cubicBezTo>
                      <a:pt x="27034" y="154353"/>
                      <a:pt x="21984" y="149323"/>
                      <a:pt x="17665" y="143480"/>
                    </a:cubicBezTo>
                    <a:cubicBezTo>
                      <a:pt x="17410" y="143139"/>
                      <a:pt x="17152" y="142797"/>
                      <a:pt x="16893" y="142460"/>
                    </a:cubicBezTo>
                    <a:cubicBezTo>
                      <a:pt x="8054" y="130889"/>
                      <a:pt x="2633" y="117217"/>
                      <a:pt x="225" y="102917"/>
                    </a:cubicBezTo>
                    <a:cubicBezTo>
                      <a:pt x="151" y="102477"/>
                      <a:pt x="73" y="102041"/>
                      <a:pt x="0" y="101602"/>
                    </a:cubicBezTo>
                    <a:cubicBezTo>
                      <a:pt x="-3349" y="81668"/>
                      <a:pt x="1705" y="59983"/>
                      <a:pt x="15775" y="37558"/>
                    </a:cubicBezTo>
                    <a:cubicBezTo>
                      <a:pt x="17817" y="34727"/>
                      <a:pt x="20139" y="32142"/>
                      <a:pt x="22526" y="29599"/>
                    </a:cubicBezTo>
                    <a:cubicBezTo>
                      <a:pt x="23287" y="28789"/>
                      <a:pt x="24022" y="27963"/>
                      <a:pt x="24737" y="27117"/>
                    </a:cubicBezTo>
                    <a:cubicBezTo>
                      <a:pt x="26118" y="25485"/>
                      <a:pt x="27614" y="24084"/>
                      <a:pt x="29254" y="22720"/>
                    </a:cubicBezTo>
                    <a:cubicBezTo>
                      <a:pt x="29767" y="22288"/>
                      <a:pt x="30272" y="21844"/>
                      <a:pt x="30778" y="21397"/>
                    </a:cubicBezTo>
                    <a:cubicBezTo>
                      <a:pt x="42087" y="11538"/>
                      <a:pt x="56132" y="5111"/>
                      <a:pt x="70696" y="1873"/>
                    </a:cubicBezTo>
                    <a:cubicBezTo>
                      <a:pt x="70880" y="1832"/>
                      <a:pt x="71065" y="1791"/>
                      <a:pt x="71259" y="1750"/>
                    </a:cubicBezTo>
                    <a:cubicBezTo>
                      <a:pt x="77492" y="361"/>
                      <a:pt x="83619" y="-28"/>
                      <a:pt x="89985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7" name="New shape">
                <a:extLst>
                  <a:ext uri="{FF2B5EF4-FFF2-40B4-BE49-F238E27FC236}">
                    <a16:creationId xmlns:a16="http://schemas.microsoft.com/office/drawing/2014/main" id="{53F3D5A6-25F7-BD3D-3843-BE7E9C7E81AF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4463766" y="763816"/>
                <a:ext cx="103493" cy="125128"/>
              </a:xfrm>
              <a:custGeom>
                <a:avLst/>
                <a:gdLst/>
                <a:ahLst/>
                <a:cxnLst/>
                <a:rect l="l" t="t" r="r" b="b"/>
                <a:pathLst>
                  <a:path w="103492" h="125128">
                    <a:moveTo>
                      <a:pt x="70120" y="0"/>
                    </a:moveTo>
                    <a:cubicBezTo>
                      <a:pt x="70375" y="0"/>
                      <a:pt x="70626" y="0"/>
                      <a:pt x="70889" y="0"/>
                    </a:cubicBezTo>
                    <a:cubicBezTo>
                      <a:pt x="75212" y="8"/>
                      <a:pt x="79300" y="316"/>
                      <a:pt x="83500" y="1335"/>
                    </a:cubicBezTo>
                    <a:cubicBezTo>
                      <a:pt x="83574" y="1351"/>
                      <a:pt x="83574" y="1351"/>
                      <a:pt x="83940" y="1438"/>
                    </a:cubicBezTo>
                    <a:cubicBezTo>
                      <a:pt x="88994" y="2629"/>
                      <a:pt x="97575" y="4947"/>
                      <a:pt x="100595" y="9517"/>
                    </a:cubicBezTo>
                    <a:cubicBezTo>
                      <a:pt x="100936" y="10445"/>
                      <a:pt x="100628" y="11288"/>
                      <a:pt x="100348" y="12200"/>
                    </a:cubicBezTo>
                    <a:cubicBezTo>
                      <a:pt x="100291" y="12410"/>
                      <a:pt x="100229" y="12623"/>
                      <a:pt x="100168" y="12841"/>
                    </a:cubicBezTo>
                    <a:cubicBezTo>
                      <a:pt x="99971" y="13531"/>
                      <a:pt x="99753" y="14214"/>
                      <a:pt x="99526" y="14896"/>
                    </a:cubicBezTo>
                    <a:cubicBezTo>
                      <a:pt x="99448" y="15138"/>
                      <a:pt x="99371" y="15376"/>
                      <a:pt x="99288" y="15627"/>
                    </a:cubicBezTo>
                    <a:cubicBezTo>
                      <a:pt x="99046" y="16355"/>
                      <a:pt x="98787" y="17078"/>
                      <a:pt x="98524" y="17797"/>
                    </a:cubicBezTo>
                    <a:cubicBezTo>
                      <a:pt x="98446" y="18023"/>
                      <a:pt x="98368" y="18249"/>
                      <a:pt x="98286" y="18479"/>
                    </a:cubicBezTo>
                    <a:cubicBezTo>
                      <a:pt x="97838" y="19646"/>
                      <a:pt x="97394" y="20620"/>
                      <a:pt x="96309" y="21302"/>
                    </a:cubicBezTo>
                    <a:cubicBezTo>
                      <a:pt x="94435" y="21955"/>
                      <a:pt x="92286" y="20653"/>
                      <a:pt x="90593" y="19893"/>
                    </a:cubicBezTo>
                    <a:cubicBezTo>
                      <a:pt x="88000" y="18742"/>
                      <a:pt x="85419" y="17838"/>
                      <a:pt x="82654" y="17209"/>
                    </a:cubicBezTo>
                    <a:cubicBezTo>
                      <a:pt x="82514" y="17176"/>
                      <a:pt x="82370" y="17143"/>
                      <a:pt x="82226" y="17111"/>
                    </a:cubicBezTo>
                    <a:cubicBezTo>
                      <a:pt x="71156" y="14592"/>
                      <a:pt x="59403" y="16457"/>
                      <a:pt x="49771" y="22461"/>
                    </a:cubicBezTo>
                    <a:cubicBezTo>
                      <a:pt x="47992" y="23607"/>
                      <a:pt x="46422" y="24968"/>
                      <a:pt x="44873" y="26402"/>
                    </a:cubicBezTo>
                    <a:cubicBezTo>
                      <a:pt x="44705" y="26554"/>
                      <a:pt x="44536" y="26702"/>
                      <a:pt x="44359" y="26858"/>
                    </a:cubicBezTo>
                    <a:cubicBezTo>
                      <a:pt x="39145" y="31501"/>
                      <a:pt x="34723" y="38228"/>
                      <a:pt x="32545" y="44894"/>
                    </a:cubicBezTo>
                    <a:cubicBezTo>
                      <a:pt x="32693" y="44865"/>
                      <a:pt x="32837" y="44836"/>
                      <a:pt x="32989" y="44807"/>
                    </a:cubicBezTo>
                    <a:cubicBezTo>
                      <a:pt x="35553" y="44368"/>
                      <a:pt x="38117" y="44417"/>
                      <a:pt x="40710" y="44413"/>
                    </a:cubicBezTo>
                    <a:cubicBezTo>
                      <a:pt x="41232" y="44413"/>
                      <a:pt x="41754" y="44409"/>
                      <a:pt x="42276" y="44409"/>
                    </a:cubicBezTo>
                    <a:cubicBezTo>
                      <a:pt x="43805" y="44405"/>
                      <a:pt x="45329" y="44405"/>
                      <a:pt x="46858" y="44405"/>
                    </a:cubicBezTo>
                    <a:cubicBezTo>
                      <a:pt x="47289" y="44405"/>
                      <a:pt x="47717" y="44405"/>
                      <a:pt x="48144" y="44405"/>
                    </a:cubicBezTo>
                    <a:cubicBezTo>
                      <a:pt x="54928" y="44405"/>
                      <a:pt x="61705" y="44405"/>
                      <a:pt x="68477" y="44840"/>
                    </a:cubicBezTo>
                    <a:cubicBezTo>
                      <a:pt x="68731" y="44857"/>
                      <a:pt x="68986" y="44873"/>
                      <a:pt x="69249" y="44889"/>
                    </a:cubicBezTo>
                    <a:cubicBezTo>
                      <a:pt x="71928" y="45066"/>
                      <a:pt x="74591" y="45346"/>
                      <a:pt x="77250" y="45695"/>
                    </a:cubicBezTo>
                    <a:cubicBezTo>
                      <a:pt x="77501" y="45724"/>
                      <a:pt x="77747" y="45752"/>
                      <a:pt x="78006" y="45785"/>
                    </a:cubicBezTo>
                    <a:cubicBezTo>
                      <a:pt x="78236" y="45818"/>
                      <a:pt x="78462" y="45851"/>
                      <a:pt x="78701" y="45884"/>
                    </a:cubicBezTo>
                    <a:cubicBezTo>
                      <a:pt x="78803" y="45896"/>
                      <a:pt x="78803" y="45896"/>
                      <a:pt x="79317" y="45966"/>
                    </a:cubicBezTo>
                    <a:cubicBezTo>
                      <a:pt x="79802" y="46126"/>
                      <a:pt x="79802" y="46126"/>
                      <a:pt x="80077" y="46554"/>
                    </a:cubicBezTo>
                    <a:cubicBezTo>
                      <a:pt x="80123" y="46681"/>
                      <a:pt x="80168" y="46813"/>
                      <a:pt x="80213" y="46948"/>
                    </a:cubicBezTo>
                    <a:cubicBezTo>
                      <a:pt x="78705" y="47059"/>
                      <a:pt x="77197" y="47170"/>
                      <a:pt x="75689" y="47277"/>
                    </a:cubicBezTo>
                    <a:cubicBezTo>
                      <a:pt x="75179" y="47314"/>
                      <a:pt x="74669" y="47351"/>
                      <a:pt x="74164" y="47388"/>
                    </a:cubicBezTo>
                    <a:cubicBezTo>
                      <a:pt x="64836" y="48078"/>
                      <a:pt x="55504" y="48275"/>
                      <a:pt x="46155" y="48300"/>
                    </a:cubicBezTo>
                    <a:cubicBezTo>
                      <a:pt x="44376" y="48304"/>
                      <a:pt x="42597" y="48317"/>
                      <a:pt x="40821" y="48333"/>
                    </a:cubicBezTo>
                    <a:cubicBezTo>
                      <a:pt x="39547" y="48345"/>
                      <a:pt x="38269" y="48349"/>
                      <a:pt x="36995" y="48354"/>
                    </a:cubicBezTo>
                    <a:cubicBezTo>
                      <a:pt x="36243" y="48354"/>
                      <a:pt x="35492" y="48358"/>
                      <a:pt x="34735" y="48366"/>
                    </a:cubicBezTo>
                    <a:cubicBezTo>
                      <a:pt x="33909" y="48378"/>
                      <a:pt x="33079" y="48378"/>
                      <a:pt x="32249" y="48374"/>
                    </a:cubicBezTo>
                    <a:cubicBezTo>
                      <a:pt x="32007" y="48378"/>
                      <a:pt x="31760" y="48386"/>
                      <a:pt x="31510" y="48391"/>
                    </a:cubicBezTo>
                    <a:cubicBezTo>
                      <a:pt x="29899" y="48370"/>
                      <a:pt x="29899" y="48370"/>
                      <a:pt x="29241" y="47828"/>
                    </a:cubicBezTo>
                    <a:cubicBezTo>
                      <a:pt x="28690" y="47133"/>
                      <a:pt x="28452" y="46681"/>
                      <a:pt x="28349" y="45789"/>
                    </a:cubicBezTo>
                    <a:cubicBezTo>
                      <a:pt x="28690" y="43492"/>
                      <a:pt x="29467" y="41553"/>
                      <a:pt x="30490" y="39473"/>
                    </a:cubicBezTo>
                    <a:cubicBezTo>
                      <a:pt x="30572" y="39305"/>
                      <a:pt x="30655" y="39136"/>
                      <a:pt x="30741" y="38960"/>
                    </a:cubicBezTo>
                    <a:cubicBezTo>
                      <a:pt x="33013" y="34271"/>
                      <a:pt x="35890" y="30215"/>
                      <a:pt x="39506" y="26447"/>
                    </a:cubicBezTo>
                    <a:cubicBezTo>
                      <a:pt x="39917" y="26015"/>
                      <a:pt x="40320" y="25580"/>
                      <a:pt x="40718" y="25136"/>
                    </a:cubicBezTo>
                    <a:cubicBezTo>
                      <a:pt x="45740" y="19708"/>
                      <a:pt x="53305" y="15693"/>
                      <a:pt x="60488" y="14074"/>
                    </a:cubicBezTo>
                    <a:cubicBezTo>
                      <a:pt x="60566" y="14057"/>
                      <a:pt x="60566" y="14057"/>
                      <a:pt x="60953" y="13967"/>
                    </a:cubicBezTo>
                    <a:cubicBezTo>
                      <a:pt x="64125" y="13264"/>
                      <a:pt x="67211" y="13104"/>
                      <a:pt x="70453" y="13125"/>
                    </a:cubicBezTo>
                    <a:cubicBezTo>
                      <a:pt x="70577" y="13125"/>
                      <a:pt x="70577" y="13125"/>
                      <a:pt x="71193" y="13125"/>
                    </a:cubicBezTo>
                    <a:cubicBezTo>
                      <a:pt x="75023" y="13145"/>
                      <a:pt x="78582" y="13363"/>
                      <a:pt x="82267" y="14485"/>
                    </a:cubicBezTo>
                    <a:cubicBezTo>
                      <a:pt x="82502" y="14555"/>
                      <a:pt x="82732" y="14620"/>
                      <a:pt x="82970" y="14690"/>
                    </a:cubicBezTo>
                    <a:cubicBezTo>
                      <a:pt x="86295" y="15701"/>
                      <a:pt x="89356" y="17123"/>
                      <a:pt x="92405" y="18763"/>
                    </a:cubicBezTo>
                    <a:cubicBezTo>
                      <a:pt x="92541" y="18832"/>
                      <a:pt x="92676" y="18902"/>
                      <a:pt x="92812" y="18976"/>
                    </a:cubicBezTo>
                    <a:cubicBezTo>
                      <a:pt x="93174" y="19165"/>
                      <a:pt x="93535" y="19362"/>
                      <a:pt x="93897" y="19556"/>
                    </a:cubicBezTo>
                    <a:cubicBezTo>
                      <a:pt x="94751" y="19884"/>
                      <a:pt x="95335" y="19876"/>
                      <a:pt x="96239" y="19827"/>
                    </a:cubicBezTo>
                    <a:cubicBezTo>
                      <a:pt x="96305" y="19589"/>
                      <a:pt x="96371" y="19346"/>
                      <a:pt x="96436" y="19099"/>
                    </a:cubicBezTo>
                    <a:cubicBezTo>
                      <a:pt x="97086" y="16807"/>
                      <a:pt x="97879" y="14637"/>
                      <a:pt x="98894" y="12475"/>
                    </a:cubicBezTo>
                    <a:cubicBezTo>
                      <a:pt x="99736" y="10593"/>
                      <a:pt x="99736" y="10593"/>
                      <a:pt x="99333" y="9488"/>
                    </a:cubicBezTo>
                    <a:cubicBezTo>
                      <a:pt x="98898" y="8793"/>
                      <a:pt x="98277" y="8506"/>
                      <a:pt x="97550" y="8169"/>
                    </a:cubicBezTo>
                    <a:cubicBezTo>
                      <a:pt x="97464" y="8124"/>
                      <a:pt x="97464" y="8124"/>
                      <a:pt x="97020" y="7914"/>
                    </a:cubicBezTo>
                    <a:cubicBezTo>
                      <a:pt x="83163" y="1676"/>
                      <a:pt x="66171" y="1241"/>
                      <a:pt x="51990" y="6546"/>
                    </a:cubicBezTo>
                    <a:cubicBezTo>
                      <a:pt x="43303" y="9891"/>
                      <a:pt x="35105" y="15426"/>
                      <a:pt x="29258" y="22703"/>
                    </a:cubicBezTo>
                    <a:cubicBezTo>
                      <a:pt x="29159" y="22827"/>
                      <a:pt x="29064" y="22946"/>
                      <a:pt x="28962" y="23073"/>
                    </a:cubicBezTo>
                    <a:cubicBezTo>
                      <a:pt x="24051" y="29208"/>
                      <a:pt x="20394" y="36400"/>
                      <a:pt x="18167" y="43944"/>
                    </a:cubicBezTo>
                    <a:cubicBezTo>
                      <a:pt x="17633" y="45711"/>
                      <a:pt x="16979" y="47269"/>
                      <a:pt x="15286" y="48181"/>
                    </a:cubicBezTo>
                    <a:cubicBezTo>
                      <a:pt x="13881" y="48534"/>
                      <a:pt x="12413" y="48489"/>
                      <a:pt x="10971" y="48489"/>
                    </a:cubicBezTo>
                    <a:cubicBezTo>
                      <a:pt x="10392" y="48497"/>
                      <a:pt x="9812" y="48510"/>
                      <a:pt x="9229" y="48522"/>
                    </a:cubicBezTo>
                    <a:cubicBezTo>
                      <a:pt x="8871" y="48530"/>
                      <a:pt x="8514" y="48534"/>
                      <a:pt x="8152" y="48534"/>
                    </a:cubicBezTo>
                    <a:cubicBezTo>
                      <a:pt x="6882" y="48547"/>
                      <a:pt x="5896" y="48744"/>
                      <a:pt x="4602" y="49003"/>
                    </a:cubicBezTo>
                    <a:cubicBezTo>
                      <a:pt x="4195" y="50494"/>
                      <a:pt x="3788" y="51986"/>
                      <a:pt x="3369" y="53523"/>
                    </a:cubicBezTo>
                    <a:cubicBezTo>
                      <a:pt x="3994" y="53544"/>
                      <a:pt x="4618" y="53564"/>
                      <a:pt x="5259" y="53585"/>
                    </a:cubicBezTo>
                    <a:cubicBezTo>
                      <a:pt x="5872" y="53605"/>
                      <a:pt x="6484" y="53630"/>
                      <a:pt x="7096" y="53655"/>
                    </a:cubicBezTo>
                    <a:cubicBezTo>
                      <a:pt x="7520" y="53671"/>
                      <a:pt x="7939" y="53683"/>
                      <a:pt x="8362" y="53696"/>
                    </a:cubicBezTo>
                    <a:cubicBezTo>
                      <a:pt x="13568" y="53860"/>
                      <a:pt x="13568" y="53860"/>
                      <a:pt x="14875" y="54756"/>
                    </a:cubicBezTo>
                    <a:cubicBezTo>
                      <a:pt x="15812" y="56432"/>
                      <a:pt x="15820" y="58323"/>
                      <a:pt x="15808" y="60192"/>
                    </a:cubicBezTo>
                    <a:cubicBezTo>
                      <a:pt x="15808" y="60468"/>
                      <a:pt x="15808" y="60747"/>
                      <a:pt x="15808" y="61027"/>
                    </a:cubicBezTo>
                    <a:cubicBezTo>
                      <a:pt x="15812" y="61602"/>
                      <a:pt x="15808" y="62181"/>
                      <a:pt x="15804" y="62761"/>
                    </a:cubicBezTo>
                    <a:cubicBezTo>
                      <a:pt x="15800" y="63496"/>
                      <a:pt x="15804" y="64232"/>
                      <a:pt x="15808" y="64972"/>
                    </a:cubicBezTo>
                    <a:cubicBezTo>
                      <a:pt x="15812" y="65543"/>
                      <a:pt x="15812" y="66114"/>
                      <a:pt x="15808" y="66689"/>
                    </a:cubicBezTo>
                    <a:cubicBezTo>
                      <a:pt x="15808" y="67092"/>
                      <a:pt x="15808" y="67495"/>
                      <a:pt x="15812" y="67893"/>
                    </a:cubicBezTo>
                    <a:cubicBezTo>
                      <a:pt x="15795" y="69356"/>
                      <a:pt x="15709" y="70383"/>
                      <a:pt x="14875" y="71604"/>
                    </a:cubicBezTo>
                    <a:cubicBezTo>
                      <a:pt x="14267" y="71994"/>
                      <a:pt x="13770" y="72072"/>
                      <a:pt x="13055" y="72101"/>
                    </a:cubicBezTo>
                    <a:cubicBezTo>
                      <a:pt x="12858" y="72109"/>
                      <a:pt x="12660" y="72118"/>
                      <a:pt x="12459" y="72126"/>
                    </a:cubicBezTo>
                    <a:cubicBezTo>
                      <a:pt x="12352" y="72126"/>
                      <a:pt x="12352" y="72126"/>
                      <a:pt x="11818" y="72146"/>
                    </a:cubicBezTo>
                    <a:cubicBezTo>
                      <a:pt x="11600" y="72155"/>
                      <a:pt x="11382" y="72163"/>
                      <a:pt x="11156" y="72171"/>
                    </a:cubicBezTo>
                    <a:cubicBezTo>
                      <a:pt x="10462" y="72196"/>
                      <a:pt x="9767" y="72220"/>
                      <a:pt x="9073" y="72245"/>
                    </a:cubicBezTo>
                    <a:cubicBezTo>
                      <a:pt x="8600" y="72266"/>
                      <a:pt x="8128" y="72282"/>
                      <a:pt x="7659" y="72298"/>
                    </a:cubicBezTo>
                    <a:cubicBezTo>
                      <a:pt x="6505" y="72344"/>
                      <a:pt x="5346" y="72385"/>
                      <a:pt x="4191" y="72426"/>
                    </a:cubicBezTo>
                    <a:cubicBezTo>
                      <a:pt x="3920" y="72903"/>
                      <a:pt x="3657" y="73379"/>
                      <a:pt x="3394" y="73864"/>
                    </a:cubicBezTo>
                    <a:cubicBezTo>
                      <a:pt x="3320" y="73991"/>
                      <a:pt x="3246" y="74123"/>
                      <a:pt x="3168" y="74254"/>
                    </a:cubicBezTo>
                    <a:cubicBezTo>
                      <a:pt x="2379" y="75746"/>
                      <a:pt x="2289" y="77349"/>
                      <a:pt x="2136" y="79001"/>
                    </a:cubicBezTo>
                    <a:cubicBezTo>
                      <a:pt x="2301" y="79001"/>
                      <a:pt x="2469" y="78997"/>
                      <a:pt x="2638" y="78997"/>
                    </a:cubicBezTo>
                    <a:cubicBezTo>
                      <a:pt x="4203" y="78980"/>
                      <a:pt x="5769" y="78968"/>
                      <a:pt x="7335" y="78960"/>
                    </a:cubicBezTo>
                    <a:cubicBezTo>
                      <a:pt x="8140" y="78955"/>
                      <a:pt x="8945" y="78947"/>
                      <a:pt x="9751" y="78939"/>
                    </a:cubicBezTo>
                    <a:cubicBezTo>
                      <a:pt x="10528" y="78931"/>
                      <a:pt x="11304" y="78927"/>
                      <a:pt x="12085" y="78923"/>
                    </a:cubicBezTo>
                    <a:cubicBezTo>
                      <a:pt x="12377" y="78923"/>
                      <a:pt x="12672" y="78919"/>
                      <a:pt x="12968" y="78914"/>
                    </a:cubicBezTo>
                    <a:cubicBezTo>
                      <a:pt x="16433" y="78865"/>
                      <a:pt x="16433" y="78865"/>
                      <a:pt x="17752" y="79823"/>
                    </a:cubicBezTo>
                    <a:cubicBezTo>
                      <a:pt x="18183" y="80385"/>
                      <a:pt x="18405" y="80969"/>
                      <a:pt x="18631" y="81635"/>
                    </a:cubicBezTo>
                    <a:cubicBezTo>
                      <a:pt x="18701" y="81816"/>
                      <a:pt x="18771" y="81996"/>
                      <a:pt x="18841" y="82181"/>
                    </a:cubicBezTo>
                    <a:cubicBezTo>
                      <a:pt x="18989" y="82572"/>
                      <a:pt x="19132" y="82958"/>
                      <a:pt x="19276" y="83348"/>
                    </a:cubicBezTo>
                    <a:cubicBezTo>
                      <a:pt x="19654" y="84388"/>
                      <a:pt x="20065" y="85415"/>
                      <a:pt x="20472" y="86443"/>
                    </a:cubicBezTo>
                    <a:cubicBezTo>
                      <a:pt x="20554" y="86648"/>
                      <a:pt x="20636" y="86854"/>
                      <a:pt x="20723" y="87067"/>
                    </a:cubicBezTo>
                    <a:cubicBezTo>
                      <a:pt x="22991" y="92767"/>
                      <a:pt x="26217" y="97686"/>
                      <a:pt x="30079" y="102424"/>
                    </a:cubicBezTo>
                    <a:cubicBezTo>
                      <a:pt x="30240" y="102621"/>
                      <a:pt x="30400" y="102818"/>
                      <a:pt x="30569" y="103019"/>
                    </a:cubicBezTo>
                    <a:cubicBezTo>
                      <a:pt x="32405" y="105239"/>
                      <a:pt x="34398" y="107211"/>
                      <a:pt x="36654" y="108998"/>
                    </a:cubicBezTo>
                    <a:cubicBezTo>
                      <a:pt x="36868" y="109167"/>
                      <a:pt x="37077" y="109335"/>
                      <a:pt x="37295" y="109508"/>
                    </a:cubicBezTo>
                    <a:cubicBezTo>
                      <a:pt x="44705" y="115372"/>
                      <a:pt x="53190" y="119083"/>
                      <a:pt x="62543" y="120505"/>
                    </a:cubicBezTo>
                    <a:cubicBezTo>
                      <a:pt x="62794" y="120542"/>
                      <a:pt x="63040" y="120583"/>
                      <a:pt x="63299" y="120624"/>
                    </a:cubicBezTo>
                    <a:cubicBezTo>
                      <a:pt x="65613" y="120948"/>
                      <a:pt x="67914" y="121014"/>
                      <a:pt x="70248" y="121018"/>
                    </a:cubicBezTo>
                    <a:cubicBezTo>
                      <a:pt x="70453" y="121018"/>
                      <a:pt x="70659" y="121018"/>
                      <a:pt x="70868" y="121018"/>
                    </a:cubicBezTo>
                    <a:cubicBezTo>
                      <a:pt x="79510" y="121002"/>
                      <a:pt x="88000" y="119280"/>
                      <a:pt x="95734" y="115388"/>
                    </a:cubicBezTo>
                    <a:cubicBezTo>
                      <a:pt x="96962" y="114776"/>
                      <a:pt x="98212" y="114324"/>
                      <a:pt x="99526" y="113930"/>
                    </a:cubicBezTo>
                    <a:cubicBezTo>
                      <a:pt x="99030" y="110589"/>
                      <a:pt x="98347" y="107330"/>
                      <a:pt x="97472" y="104067"/>
                    </a:cubicBezTo>
                    <a:cubicBezTo>
                      <a:pt x="97308" y="104166"/>
                      <a:pt x="97143" y="104265"/>
                      <a:pt x="96975" y="104367"/>
                    </a:cubicBezTo>
                    <a:cubicBezTo>
                      <a:pt x="86422" y="110675"/>
                      <a:pt x="74066" y="114057"/>
                      <a:pt x="61771" y="111222"/>
                    </a:cubicBezTo>
                    <a:cubicBezTo>
                      <a:pt x="61064" y="111041"/>
                      <a:pt x="60365" y="110844"/>
                      <a:pt x="59666" y="110642"/>
                    </a:cubicBezTo>
                    <a:cubicBezTo>
                      <a:pt x="59420" y="110576"/>
                      <a:pt x="59173" y="110511"/>
                      <a:pt x="58923" y="110441"/>
                    </a:cubicBezTo>
                    <a:cubicBezTo>
                      <a:pt x="52689" y="108740"/>
                      <a:pt x="47149" y="105575"/>
                      <a:pt x="42407" y="101191"/>
                    </a:cubicBezTo>
                    <a:cubicBezTo>
                      <a:pt x="42210" y="101010"/>
                      <a:pt x="42009" y="100829"/>
                      <a:pt x="41807" y="100640"/>
                    </a:cubicBezTo>
                    <a:cubicBezTo>
                      <a:pt x="36630" y="95886"/>
                      <a:pt x="30527" y="88690"/>
                      <a:pt x="29122" y="81589"/>
                    </a:cubicBezTo>
                    <a:cubicBezTo>
                      <a:pt x="29118" y="81495"/>
                      <a:pt x="29118" y="81495"/>
                      <a:pt x="29105" y="81002"/>
                    </a:cubicBezTo>
                    <a:cubicBezTo>
                      <a:pt x="29093" y="80809"/>
                      <a:pt x="29081" y="80612"/>
                      <a:pt x="29069" y="80410"/>
                    </a:cubicBezTo>
                    <a:cubicBezTo>
                      <a:pt x="29369" y="79481"/>
                      <a:pt x="30067" y="79054"/>
                      <a:pt x="30901" y="78590"/>
                    </a:cubicBezTo>
                    <a:cubicBezTo>
                      <a:pt x="31543" y="78430"/>
                      <a:pt x="32143" y="78430"/>
                      <a:pt x="32800" y="78442"/>
                    </a:cubicBezTo>
                    <a:cubicBezTo>
                      <a:pt x="32985" y="78442"/>
                      <a:pt x="33170" y="78438"/>
                      <a:pt x="33359" y="78438"/>
                    </a:cubicBezTo>
                    <a:cubicBezTo>
                      <a:pt x="33975" y="78438"/>
                      <a:pt x="34587" y="78442"/>
                      <a:pt x="35200" y="78450"/>
                    </a:cubicBezTo>
                    <a:cubicBezTo>
                      <a:pt x="35643" y="78450"/>
                      <a:pt x="36083" y="78450"/>
                      <a:pt x="36527" y="78450"/>
                    </a:cubicBezTo>
                    <a:cubicBezTo>
                      <a:pt x="37723" y="78450"/>
                      <a:pt x="38918" y="78454"/>
                      <a:pt x="40114" y="78466"/>
                    </a:cubicBezTo>
                    <a:cubicBezTo>
                      <a:pt x="41364" y="78471"/>
                      <a:pt x="42617" y="78475"/>
                      <a:pt x="43866" y="78475"/>
                    </a:cubicBezTo>
                    <a:cubicBezTo>
                      <a:pt x="46233" y="78479"/>
                      <a:pt x="48604" y="78487"/>
                      <a:pt x="50971" y="78499"/>
                    </a:cubicBezTo>
                    <a:cubicBezTo>
                      <a:pt x="53667" y="78516"/>
                      <a:pt x="56363" y="78520"/>
                      <a:pt x="59058" y="78528"/>
                    </a:cubicBezTo>
                    <a:cubicBezTo>
                      <a:pt x="64602" y="78540"/>
                      <a:pt x="70149" y="78561"/>
                      <a:pt x="75693" y="78590"/>
                    </a:cubicBezTo>
                    <a:cubicBezTo>
                      <a:pt x="76034" y="77949"/>
                      <a:pt x="76363" y="77308"/>
                      <a:pt x="76695" y="76662"/>
                    </a:cubicBezTo>
                    <a:cubicBezTo>
                      <a:pt x="76790" y="76486"/>
                      <a:pt x="76884" y="76305"/>
                      <a:pt x="76983" y="76120"/>
                    </a:cubicBezTo>
                    <a:cubicBezTo>
                      <a:pt x="77579" y="74953"/>
                      <a:pt x="78117" y="73757"/>
                      <a:pt x="78158" y="72426"/>
                    </a:cubicBezTo>
                    <a:cubicBezTo>
                      <a:pt x="77673" y="71937"/>
                      <a:pt x="77579" y="71961"/>
                      <a:pt x="76917" y="71961"/>
                    </a:cubicBezTo>
                    <a:cubicBezTo>
                      <a:pt x="76745" y="71961"/>
                      <a:pt x="76568" y="71957"/>
                      <a:pt x="76387" y="71957"/>
                    </a:cubicBezTo>
                    <a:cubicBezTo>
                      <a:pt x="76293" y="71957"/>
                      <a:pt x="76293" y="71957"/>
                      <a:pt x="75804" y="71957"/>
                    </a:cubicBezTo>
                    <a:cubicBezTo>
                      <a:pt x="75598" y="71957"/>
                      <a:pt x="75397" y="71957"/>
                      <a:pt x="75183" y="71953"/>
                    </a:cubicBezTo>
                    <a:cubicBezTo>
                      <a:pt x="74497" y="71953"/>
                      <a:pt x="73807" y="71949"/>
                      <a:pt x="73120" y="71949"/>
                    </a:cubicBezTo>
                    <a:cubicBezTo>
                      <a:pt x="72627" y="71949"/>
                      <a:pt x="72134" y="71945"/>
                      <a:pt x="71645" y="71945"/>
                    </a:cubicBezTo>
                    <a:cubicBezTo>
                      <a:pt x="70581" y="71941"/>
                      <a:pt x="69520" y="71937"/>
                      <a:pt x="68456" y="71933"/>
                    </a:cubicBezTo>
                    <a:cubicBezTo>
                      <a:pt x="66780" y="71929"/>
                      <a:pt x="65103" y="71920"/>
                      <a:pt x="63422" y="71912"/>
                    </a:cubicBezTo>
                    <a:cubicBezTo>
                      <a:pt x="62851" y="71908"/>
                      <a:pt x="62276" y="71904"/>
                      <a:pt x="61700" y="71904"/>
                    </a:cubicBezTo>
                    <a:cubicBezTo>
                      <a:pt x="61557" y="71900"/>
                      <a:pt x="61413" y="71900"/>
                      <a:pt x="61265" y="71900"/>
                    </a:cubicBezTo>
                    <a:cubicBezTo>
                      <a:pt x="59633" y="71892"/>
                      <a:pt x="57998" y="71883"/>
                      <a:pt x="56367" y="71875"/>
                    </a:cubicBezTo>
                    <a:cubicBezTo>
                      <a:pt x="56215" y="71875"/>
                      <a:pt x="56067" y="71875"/>
                      <a:pt x="55915" y="71875"/>
                    </a:cubicBezTo>
                    <a:cubicBezTo>
                      <a:pt x="53494" y="71863"/>
                      <a:pt x="51074" y="71855"/>
                      <a:pt x="48654" y="71851"/>
                    </a:cubicBezTo>
                    <a:cubicBezTo>
                      <a:pt x="46171" y="71842"/>
                      <a:pt x="43685" y="71830"/>
                      <a:pt x="41203" y="71814"/>
                    </a:cubicBezTo>
                    <a:cubicBezTo>
                      <a:pt x="39806" y="71805"/>
                      <a:pt x="38413" y="71797"/>
                      <a:pt x="37016" y="71797"/>
                    </a:cubicBezTo>
                    <a:cubicBezTo>
                      <a:pt x="35705" y="71797"/>
                      <a:pt x="34394" y="71789"/>
                      <a:pt x="33079" y="71781"/>
                    </a:cubicBezTo>
                    <a:cubicBezTo>
                      <a:pt x="32599" y="71777"/>
                      <a:pt x="32118" y="71777"/>
                      <a:pt x="31637" y="71777"/>
                    </a:cubicBezTo>
                    <a:cubicBezTo>
                      <a:pt x="30979" y="71781"/>
                      <a:pt x="30322" y="71772"/>
                      <a:pt x="29664" y="71764"/>
                    </a:cubicBezTo>
                    <a:cubicBezTo>
                      <a:pt x="29471" y="71768"/>
                      <a:pt x="29282" y="71768"/>
                      <a:pt x="29085" y="71772"/>
                    </a:cubicBezTo>
                    <a:cubicBezTo>
                      <a:pt x="28148" y="71752"/>
                      <a:pt x="27581" y="71682"/>
                      <a:pt x="26887" y="71025"/>
                    </a:cubicBezTo>
                    <a:cubicBezTo>
                      <a:pt x="25691" y="69673"/>
                      <a:pt x="25900" y="67721"/>
                      <a:pt x="25888" y="66032"/>
                    </a:cubicBezTo>
                    <a:cubicBezTo>
                      <a:pt x="25884" y="65777"/>
                      <a:pt x="25884" y="65518"/>
                      <a:pt x="25880" y="65251"/>
                    </a:cubicBezTo>
                    <a:cubicBezTo>
                      <a:pt x="25876" y="64709"/>
                      <a:pt x="25876" y="64166"/>
                      <a:pt x="25872" y="63624"/>
                    </a:cubicBezTo>
                    <a:cubicBezTo>
                      <a:pt x="25872" y="63073"/>
                      <a:pt x="25863" y="62518"/>
                      <a:pt x="25855" y="61968"/>
                    </a:cubicBezTo>
                    <a:cubicBezTo>
                      <a:pt x="25843" y="61166"/>
                      <a:pt x="25839" y="60361"/>
                      <a:pt x="25835" y="59560"/>
                    </a:cubicBezTo>
                    <a:cubicBezTo>
                      <a:pt x="25830" y="59317"/>
                      <a:pt x="25826" y="59071"/>
                      <a:pt x="25822" y="58820"/>
                    </a:cubicBezTo>
                    <a:cubicBezTo>
                      <a:pt x="25830" y="56983"/>
                      <a:pt x="26303" y="55660"/>
                      <a:pt x="27614" y="54345"/>
                    </a:cubicBezTo>
                    <a:cubicBezTo>
                      <a:pt x="28226" y="54263"/>
                      <a:pt x="28226" y="54263"/>
                      <a:pt x="29019" y="54218"/>
                    </a:cubicBezTo>
                    <a:cubicBezTo>
                      <a:pt x="29163" y="54209"/>
                      <a:pt x="29307" y="54201"/>
                      <a:pt x="29455" y="54193"/>
                    </a:cubicBezTo>
                    <a:cubicBezTo>
                      <a:pt x="29931" y="54164"/>
                      <a:pt x="30408" y="54139"/>
                      <a:pt x="30885" y="54119"/>
                    </a:cubicBezTo>
                    <a:cubicBezTo>
                      <a:pt x="31053" y="54107"/>
                      <a:pt x="31218" y="54098"/>
                      <a:pt x="31386" y="54090"/>
                    </a:cubicBezTo>
                    <a:cubicBezTo>
                      <a:pt x="34850" y="53913"/>
                      <a:pt x="38310" y="53868"/>
                      <a:pt x="41783" y="53881"/>
                    </a:cubicBezTo>
                    <a:cubicBezTo>
                      <a:pt x="42264" y="53885"/>
                      <a:pt x="42748" y="53885"/>
                      <a:pt x="43233" y="53885"/>
                    </a:cubicBezTo>
                    <a:cubicBezTo>
                      <a:pt x="51148" y="53897"/>
                      <a:pt x="59087" y="54016"/>
                      <a:pt x="66989" y="54575"/>
                    </a:cubicBezTo>
                    <a:cubicBezTo>
                      <a:pt x="69204" y="54727"/>
                      <a:pt x="71423" y="54834"/>
                      <a:pt x="73646" y="54875"/>
                    </a:cubicBezTo>
                    <a:cubicBezTo>
                      <a:pt x="73995" y="54879"/>
                      <a:pt x="74345" y="54891"/>
                      <a:pt x="74698" y="54904"/>
                    </a:cubicBezTo>
                    <a:cubicBezTo>
                      <a:pt x="77345" y="54998"/>
                      <a:pt x="77345" y="54998"/>
                      <a:pt x="78212" y="54476"/>
                    </a:cubicBezTo>
                    <a:cubicBezTo>
                      <a:pt x="79161" y="53355"/>
                      <a:pt x="79490" y="51723"/>
                      <a:pt x="79880" y="50338"/>
                    </a:cubicBezTo>
                    <a:cubicBezTo>
                      <a:pt x="79954" y="50092"/>
                      <a:pt x="80024" y="49845"/>
                      <a:pt x="80102" y="49590"/>
                    </a:cubicBezTo>
                    <a:cubicBezTo>
                      <a:pt x="80279" y="48982"/>
                      <a:pt x="80451" y="48378"/>
                      <a:pt x="80624" y="47770"/>
                    </a:cubicBezTo>
                    <a:cubicBezTo>
                      <a:pt x="80759" y="47770"/>
                      <a:pt x="80895" y="47770"/>
                      <a:pt x="81035" y="47770"/>
                    </a:cubicBezTo>
                    <a:cubicBezTo>
                      <a:pt x="80940" y="49775"/>
                      <a:pt x="80690" y="51608"/>
                      <a:pt x="79905" y="53470"/>
                    </a:cubicBezTo>
                    <a:cubicBezTo>
                      <a:pt x="79847" y="53622"/>
                      <a:pt x="79785" y="53774"/>
                      <a:pt x="79724" y="53930"/>
                    </a:cubicBezTo>
                    <a:cubicBezTo>
                      <a:pt x="79247" y="54982"/>
                      <a:pt x="78618" y="55611"/>
                      <a:pt x="77603" y="56157"/>
                    </a:cubicBezTo>
                    <a:cubicBezTo>
                      <a:pt x="72935" y="57842"/>
                      <a:pt x="66722" y="57287"/>
                      <a:pt x="61820" y="57447"/>
                    </a:cubicBezTo>
                    <a:cubicBezTo>
                      <a:pt x="61688" y="57452"/>
                      <a:pt x="61688" y="57452"/>
                      <a:pt x="61031" y="57476"/>
                    </a:cubicBezTo>
                    <a:cubicBezTo>
                      <a:pt x="54990" y="57673"/>
                      <a:pt x="48953" y="57682"/>
                      <a:pt x="42913" y="57661"/>
                    </a:cubicBezTo>
                    <a:cubicBezTo>
                      <a:pt x="41314" y="57657"/>
                      <a:pt x="39720" y="57653"/>
                      <a:pt x="38125" y="57653"/>
                    </a:cubicBezTo>
                    <a:cubicBezTo>
                      <a:pt x="35307" y="57649"/>
                      <a:pt x="32487" y="57641"/>
                      <a:pt x="29669" y="57632"/>
                    </a:cubicBezTo>
                    <a:cubicBezTo>
                      <a:pt x="29669" y="61294"/>
                      <a:pt x="29669" y="64955"/>
                      <a:pt x="29669" y="68727"/>
                    </a:cubicBezTo>
                    <a:cubicBezTo>
                      <a:pt x="30092" y="68723"/>
                      <a:pt x="30092" y="68723"/>
                      <a:pt x="32233" y="68715"/>
                    </a:cubicBezTo>
                    <a:cubicBezTo>
                      <a:pt x="60681" y="68580"/>
                      <a:pt x="60681" y="68580"/>
                      <a:pt x="70194" y="69060"/>
                    </a:cubicBezTo>
                    <a:cubicBezTo>
                      <a:pt x="70708" y="69085"/>
                      <a:pt x="71226" y="69110"/>
                      <a:pt x="71740" y="69134"/>
                    </a:cubicBezTo>
                    <a:cubicBezTo>
                      <a:pt x="72528" y="69175"/>
                      <a:pt x="73318" y="69216"/>
                      <a:pt x="74107" y="69266"/>
                    </a:cubicBezTo>
                    <a:cubicBezTo>
                      <a:pt x="74513" y="69286"/>
                      <a:pt x="74916" y="69311"/>
                      <a:pt x="75323" y="69332"/>
                    </a:cubicBezTo>
                    <a:cubicBezTo>
                      <a:pt x="77020" y="69447"/>
                      <a:pt x="78495" y="69763"/>
                      <a:pt x="79921" y="70729"/>
                    </a:cubicBezTo>
                    <a:cubicBezTo>
                      <a:pt x="80648" y="71883"/>
                      <a:pt x="80414" y="73593"/>
                      <a:pt x="80213" y="74891"/>
                    </a:cubicBezTo>
                    <a:cubicBezTo>
                      <a:pt x="79699" y="77024"/>
                      <a:pt x="78910" y="79087"/>
                      <a:pt x="77069" y="80390"/>
                    </a:cubicBezTo>
                    <a:cubicBezTo>
                      <a:pt x="75257" y="81228"/>
                      <a:pt x="73256" y="81199"/>
                      <a:pt x="71300" y="81285"/>
                    </a:cubicBezTo>
                    <a:cubicBezTo>
                      <a:pt x="71111" y="81294"/>
                      <a:pt x="70922" y="81302"/>
                      <a:pt x="70729" y="81310"/>
                    </a:cubicBezTo>
                    <a:cubicBezTo>
                      <a:pt x="64067" y="81606"/>
                      <a:pt x="57390" y="81511"/>
                      <a:pt x="50720" y="81495"/>
                    </a:cubicBezTo>
                    <a:cubicBezTo>
                      <a:pt x="48826" y="81491"/>
                      <a:pt x="46928" y="81491"/>
                      <a:pt x="45029" y="81487"/>
                    </a:cubicBezTo>
                    <a:cubicBezTo>
                      <a:pt x="41142" y="81483"/>
                      <a:pt x="37254" y="81474"/>
                      <a:pt x="33367" y="81466"/>
                    </a:cubicBezTo>
                    <a:cubicBezTo>
                      <a:pt x="33799" y="82358"/>
                      <a:pt x="34234" y="83246"/>
                      <a:pt x="34674" y="84133"/>
                    </a:cubicBezTo>
                    <a:cubicBezTo>
                      <a:pt x="34822" y="84433"/>
                      <a:pt x="34966" y="84733"/>
                      <a:pt x="35113" y="85033"/>
                    </a:cubicBezTo>
                    <a:cubicBezTo>
                      <a:pt x="36539" y="87971"/>
                      <a:pt x="38257" y="90462"/>
                      <a:pt x="40353" y="92972"/>
                    </a:cubicBezTo>
                    <a:cubicBezTo>
                      <a:pt x="40497" y="93149"/>
                      <a:pt x="40644" y="93326"/>
                      <a:pt x="40792" y="93506"/>
                    </a:cubicBezTo>
                    <a:cubicBezTo>
                      <a:pt x="47055" y="101109"/>
                      <a:pt x="55680" y="106521"/>
                      <a:pt x="65600" y="107651"/>
                    </a:cubicBezTo>
                    <a:cubicBezTo>
                      <a:pt x="75668" y="108551"/>
                      <a:pt x="85723" y="106853"/>
                      <a:pt x="94230" y="101162"/>
                    </a:cubicBezTo>
                    <a:cubicBezTo>
                      <a:pt x="95754" y="100155"/>
                      <a:pt x="97287" y="99329"/>
                      <a:pt x="99177" y="99621"/>
                    </a:cubicBezTo>
                    <a:cubicBezTo>
                      <a:pt x="100369" y="100061"/>
                      <a:pt x="100755" y="100994"/>
                      <a:pt x="101277" y="102087"/>
                    </a:cubicBezTo>
                    <a:cubicBezTo>
                      <a:pt x="101844" y="103476"/>
                      <a:pt x="102169" y="104914"/>
                      <a:pt x="102481" y="106381"/>
                    </a:cubicBezTo>
                    <a:cubicBezTo>
                      <a:pt x="102518" y="106541"/>
                      <a:pt x="102551" y="106701"/>
                      <a:pt x="102588" y="106870"/>
                    </a:cubicBezTo>
                    <a:cubicBezTo>
                      <a:pt x="103023" y="108908"/>
                      <a:pt x="103397" y="110938"/>
                      <a:pt x="103455" y="113030"/>
                    </a:cubicBezTo>
                    <a:cubicBezTo>
                      <a:pt x="103467" y="113219"/>
                      <a:pt x="103480" y="113408"/>
                      <a:pt x="103492" y="113605"/>
                    </a:cubicBezTo>
                    <a:cubicBezTo>
                      <a:pt x="103476" y="114768"/>
                      <a:pt x="103147" y="115376"/>
                      <a:pt x="102350" y="116223"/>
                    </a:cubicBezTo>
                    <a:cubicBezTo>
                      <a:pt x="101179" y="117283"/>
                      <a:pt x="99897" y="118080"/>
                      <a:pt x="98499" y="118807"/>
                    </a:cubicBezTo>
                    <a:cubicBezTo>
                      <a:pt x="98372" y="118877"/>
                      <a:pt x="98240" y="118947"/>
                      <a:pt x="98109" y="119017"/>
                    </a:cubicBezTo>
                    <a:cubicBezTo>
                      <a:pt x="92454" y="121984"/>
                      <a:pt x="86114" y="123763"/>
                      <a:pt x="79802" y="124614"/>
                    </a:cubicBezTo>
                    <a:cubicBezTo>
                      <a:pt x="79671" y="124634"/>
                      <a:pt x="79539" y="124651"/>
                      <a:pt x="79399" y="124671"/>
                    </a:cubicBezTo>
                    <a:cubicBezTo>
                      <a:pt x="76543" y="125070"/>
                      <a:pt x="73695" y="125123"/>
                      <a:pt x="70815" y="125128"/>
                    </a:cubicBezTo>
                    <a:cubicBezTo>
                      <a:pt x="70572" y="125128"/>
                      <a:pt x="70326" y="125128"/>
                      <a:pt x="70075" y="125128"/>
                    </a:cubicBezTo>
                    <a:cubicBezTo>
                      <a:pt x="65682" y="125119"/>
                      <a:pt x="61487" y="124778"/>
                      <a:pt x="57201" y="123792"/>
                    </a:cubicBezTo>
                    <a:cubicBezTo>
                      <a:pt x="57057" y="123759"/>
                      <a:pt x="56909" y="123726"/>
                      <a:pt x="56761" y="123693"/>
                    </a:cubicBezTo>
                    <a:cubicBezTo>
                      <a:pt x="42366" y="120398"/>
                      <a:pt x="29685" y="110712"/>
                      <a:pt x="21861" y="98314"/>
                    </a:cubicBezTo>
                    <a:cubicBezTo>
                      <a:pt x="21721" y="98088"/>
                      <a:pt x="21577" y="97862"/>
                      <a:pt x="21430" y="97632"/>
                    </a:cubicBezTo>
                    <a:cubicBezTo>
                      <a:pt x="19050" y="93802"/>
                      <a:pt x="17275" y="89788"/>
                      <a:pt x="15697" y="85576"/>
                    </a:cubicBezTo>
                    <a:cubicBezTo>
                      <a:pt x="15611" y="85345"/>
                      <a:pt x="15525" y="85115"/>
                      <a:pt x="15434" y="84881"/>
                    </a:cubicBezTo>
                    <a:cubicBezTo>
                      <a:pt x="15360" y="84667"/>
                      <a:pt x="15286" y="84458"/>
                      <a:pt x="15208" y="84240"/>
                    </a:cubicBezTo>
                    <a:cubicBezTo>
                      <a:pt x="15142" y="84059"/>
                      <a:pt x="15076" y="83878"/>
                      <a:pt x="15011" y="83694"/>
                    </a:cubicBezTo>
                    <a:cubicBezTo>
                      <a:pt x="14834" y="82933"/>
                      <a:pt x="14854" y="82247"/>
                      <a:pt x="14875" y="81466"/>
                    </a:cubicBezTo>
                    <a:cubicBezTo>
                      <a:pt x="14805" y="81466"/>
                      <a:pt x="14805" y="81466"/>
                      <a:pt x="14456" y="81458"/>
                    </a:cubicBezTo>
                    <a:cubicBezTo>
                      <a:pt x="13001" y="81421"/>
                      <a:pt x="11551" y="81380"/>
                      <a:pt x="10096" y="81335"/>
                    </a:cubicBezTo>
                    <a:cubicBezTo>
                      <a:pt x="9554" y="81318"/>
                      <a:pt x="9015" y="81306"/>
                      <a:pt x="8473" y="81294"/>
                    </a:cubicBezTo>
                    <a:cubicBezTo>
                      <a:pt x="7692" y="81273"/>
                      <a:pt x="6907" y="81248"/>
                      <a:pt x="6126" y="81224"/>
                    </a:cubicBezTo>
                    <a:cubicBezTo>
                      <a:pt x="5888" y="81220"/>
                      <a:pt x="5650" y="81216"/>
                      <a:pt x="5403" y="81212"/>
                    </a:cubicBezTo>
                    <a:cubicBezTo>
                      <a:pt x="3628" y="81150"/>
                      <a:pt x="1664" y="80969"/>
                      <a:pt x="336" y="79683"/>
                    </a:cubicBezTo>
                    <a:cubicBezTo>
                      <a:pt x="0" y="78779"/>
                      <a:pt x="4" y="78076"/>
                      <a:pt x="106" y="77127"/>
                    </a:cubicBezTo>
                    <a:cubicBezTo>
                      <a:pt x="127" y="76950"/>
                      <a:pt x="148" y="76769"/>
                      <a:pt x="168" y="76589"/>
                    </a:cubicBezTo>
                    <a:cubicBezTo>
                      <a:pt x="365" y="75167"/>
                      <a:pt x="801" y="73922"/>
                      <a:pt x="1417" y="72631"/>
                    </a:cubicBezTo>
                    <a:cubicBezTo>
                      <a:pt x="1495" y="72459"/>
                      <a:pt x="1577" y="72286"/>
                      <a:pt x="1656" y="72105"/>
                    </a:cubicBezTo>
                    <a:cubicBezTo>
                      <a:pt x="2223" y="71025"/>
                      <a:pt x="2790" y="70478"/>
                      <a:pt x="3957" y="70096"/>
                    </a:cubicBezTo>
                    <a:cubicBezTo>
                      <a:pt x="5366" y="69800"/>
                      <a:pt x="6792" y="69759"/>
                      <a:pt x="8226" y="69701"/>
                    </a:cubicBezTo>
                    <a:cubicBezTo>
                      <a:pt x="8551" y="69689"/>
                      <a:pt x="8880" y="69673"/>
                      <a:pt x="9204" y="69656"/>
                    </a:cubicBezTo>
                    <a:cubicBezTo>
                      <a:pt x="10002" y="69615"/>
                      <a:pt x="10795" y="69582"/>
                      <a:pt x="11588" y="69549"/>
                    </a:cubicBezTo>
                    <a:cubicBezTo>
                      <a:pt x="11588" y="69492"/>
                      <a:pt x="11588" y="69492"/>
                      <a:pt x="11588" y="69208"/>
                    </a:cubicBezTo>
                    <a:cubicBezTo>
                      <a:pt x="11576" y="68029"/>
                      <a:pt x="11571" y="66849"/>
                      <a:pt x="11567" y="65670"/>
                    </a:cubicBezTo>
                    <a:cubicBezTo>
                      <a:pt x="11563" y="65230"/>
                      <a:pt x="11563" y="64791"/>
                      <a:pt x="11559" y="64351"/>
                    </a:cubicBezTo>
                    <a:cubicBezTo>
                      <a:pt x="11538" y="61939"/>
                      <a:pt x="11534" y="59601"/>
                      <a:pt x="11999" y="57221"/>
                    </a:cubicBezTo>
                    <a:cubicBezTo>
                      <a:pt x="11884" y="57225"/>
                      <a:pt x="11884" y="57225"/>
                      <a:pt x="11292" y="57242"/>
                    </a:cubicBezTo>
                    <a:cubicBezTo>
                      <a:pt x="10408" y="57262"/>
                      <a:pt x="9529" y="57279"/>
                      <a:pt x="8645" y="57287"/>
                    </a:cubicBezTo>
                    <a:cubicBezTo>
                      <a:pt x="8267" y="57295"/>
                      <a:pt x="7889" y="57304"/>
                      <a:pt x="7511" y="57316"/>
                    </a:cubicBezTo>
                    <a:cubicBezTo>
                      <a:pt x="5140" y="57382"/>
                      <a:pt x="2930" y="57390"/>
                      <a:pt x="903" y="55989"/>
                    </a:cubicBezTo>
                    <a:cubicBezTo>
                      <a:pt x="-24" y="54780"/>
                      <a:pt x="-172" y="53831"/>
                      <a:pt x="0" y="52327"/>
                    </a:cubicBezTo>
                    <a:cubicBezTo>
                      <a:pt x="390" y="50203"/>
                      <a:pt x="1392" y="47519"/>
                      <a:pt x="3044" y="46081"/>
                    </a:cubicBezTo>
                    <a:cubicBezTo>
                      <a:pt x="6040" y="44322"/>
                      <a:pt x="10717" y="44774"/>
                      <a:pt x="14053" y="44894"/>
                    </a:cubicBezTo>
                    <a:cubicBezTo>
                      <a:pt x="14107" y="44626"/>
                      <a:pt x="14156" y="44363"/>
                      <a:pt x="14209" y="44088"/>
                    </a:cubicBezTo>
                    <a:cubicBezTo>
                      <a:pt x="17152" y="30158"/>
                      <a:pt x="26858" y="17065"/>
                      <a:pt x="38610" y="9254"/>
                    </a:cubicBezTo>
                    <a:cubicBezTo>
                      <a:pt x="44396" y="5489"/>
                      <a:pt x="50877" y="2798"/>
                      <a:pt x="57587" y="1208"/>
                    </a:cubicBezTo>
                    <a:cubicBezTo>
                      <a:pt x="57727" y="1175"/>
                      <a:pt x="57867" y="1138"/>
                      <a:pt x="58010" y="1105"/>
                    </a:cubicBezTo>
                    <a:cubicBezTo>
                      <a:pt x="62025" y="164"/>
                      <a:pt x="66007" y="4"/>
                      <a:pt x="70120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8" name="New shape">
                <a:extLst>
                  <a:ext uri="{FF2B5EF4-FFF2-40B4-BE49-F238E27FC236}">
                    <a16:creationId xmlns:a16="http://schemas.microsoft.com/office/drawing/2014/main" id="{F5297BE1-D486-DCE1-5E95-EEDEA8FEC2DB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4614660" y="817340"/>
                <a:ext cx="411" cy="3698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98">
                    <a:moveTo>
                      <a:pt x="0" y="0"/>
                    </a:moveTo>
                    <a:cubicBezTo>
                      <a:pt x="135" y="0"/>
                      <a:pt x="271" y="0"/>
                      <a:pt x="410" y="0"/>
                    </a:cubicBezTo>
                    <a:cubicBezTo>
                      <a:pt x="410" y="1220"/>
                      <a:pt x="410" y="2440"/>
                      <a:pt x="410" y="3698"/>
                    </a:cubicBezTo>
                    <a:cubicBezTo>
                      <a:pt x="275" y="3698"/>
                      <a:pt x="139" y="3698"/>
                      <a:pt x="0" y="3698"/>
                    </a:cubicBezTo>
                    <a:cubicBezTo>
                      <a:pt x="0" y="2477"/>
                      <a:pt x="0" y="1257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9" name="New shape">
                <a:extLst>
                  <a:ext uri="{FF2B5EF4-FFF2-40B4-BE49-F238E27FC236}">
                    <a16:creationId xmlns:a16="http://schemas.microsoft.com/office/drawing/2014/main" id="{63ED71DF-FED8-C63A-5104-6EFADB7A4D9F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4633152" y="818161"/>
                <a:ext cx="411" cy="3698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98">
                    <a:moveTo>
                      <a:pt x="0" y="0"/>
                    </a:moveTo>
                    <a:cubicBezTo>
                      <a:pt x="135" y="0"/>
                      <a:pt x="271" y="0"/>
                      <a:pt x="410" y="0"/>
                    </a:cubicBezTo>
                    <a:cubicBezTo>
                      <a:pt x="410" y="1220"/>
                      <a:pt x="410" y="2440"/>
                      <a:pt x="410" y="3698"/>
                    </a:cubicBezTo>
                    <a:cubicBezTo>
                      <a:pt x="275" y="3698"/>
                      <a:pt x="139" y="3698"/>
                      <a:pt x="0" y="3698"/>
                    </a:cubicBezTo>
                    <a:cubicBezTo>
                      <a:pt x="0" y="2477"/>
                      <a:pt x="0" y="1257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1837AC-6C47-94FC-5CDC-2340162737D2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4325582" y="1538219"/>
              <a:ext cx="1720596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b="1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€140.5M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DEDC5ED-68D5-E8F5-7B89-27651D69A9D1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4290214" y="1866806"/>
              <a:ext cx="1720596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Travel Spend</a:t>
              </a:r>
              <a:b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</a:br>
              <a: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Analyzed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FE7590D-D191-C90E-64B7-F9F997B73801}"/>
              </a:ext>
            </a:extLst>
          </p:cNvPr>
          <p:cNvGrpSpPr/>
          <p:nvPr/>
        </p:nvGrpSpPr>
        <p:grpSpPr>
          <a:xfrm>
            <a:off x="4199219" y="852514"/>
            <a:ext cx="1720596" cy="835592"/>
            <a:chOff x="6172200" y="1353148"/>
            <a:chExt cx="1720596" cy="83559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9602897-8AAB-DF4D-7126-2E1E143CBFA3}"/>
                </a:ext>
              </a:extLst>
            </p:cNvPr>
            <p:cNvGrpSpPr/>
            <p:nvPr>
              <p:custDataLst>
                <p:tags r:id="rId36"/>
              </p:custDataLst>
            </p:nvPr>
          </p:nvGrpSpPr>
          <p:grpSpPr>
            <a:xfrm>
              <a:off x="6941043" y="1353148"/>
              <a:ext cx="182869" cy="219649"/>
              <a:chOff x="6306043" y="718148"/>
              <a:chExt cx="182869" cy="219649"/>
            </a:xfrm>
          </p:grpSpPr>
          <p:sp>
            <p:nvSpPr>
              <p:cNvPr id="35" name="New shape">
                <a:extLst>
                  <a:ext uri="{FF2B5EF4-FFF2-40B4-BE49-F238E27FC236}">
                    <a16:creationId xmlns:a16="http://schemas.microsoft.com/office/drawing/2014/main" id="{9A8FD645-F2DD-1359-5494-9C4B65F6040D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6306043" y="718148"/>
                <a:ext cx="182869" cy="219649"/>
              </a:xfrm>
              <a:custGeom>
                <a:avLst/>
                <a:gdLst/>
                <a:ahLst/>
                <a:cxnLst/>
                <a:rect l="l" t="t" r="r" b="b"/>
                <a:pathLst>
                  <a:path w="182868" h="219649">
                    <a:moveTo>
                      <a:pt x="141294" y="65"/>
                    </a:moveTo>
                    <a:cubicBezTo>
                      <a:pt x="141482" y="71"/>
                      <a:pt x="141671" y="74"/>
                      <a:pt x="141859" y="80"/>
                    </a:cubicBezTo>
                    <a:cubicBezTo>
                      <a:pt x="144118" y="142"/>
                      <a:pt x="146270" y="422"/>
                      <a:pt x="148463" y="957"/>
                    </a:cubicBezTo>
                    <a:cubicBezTo>
                      <a:pt x="148546" y="976"/>
                      <a:pt x="148628" y="995"/>
                      <a:pt x="148715" y="1016"/>
                    </a:cubicBezTo>
                    <a:cubicBezTo>
                      <a:pt x="154533" y="2412"/>
                      <a:pt x="159840" y="5055"/>
                      <a:pt x="164169" y="9189"/>
                    </a:cubicBezTo>
                    <a:cubicBezTo>
                      <a:pt x="164397" y="9397"/>
                      <a:pt x="164632" y="9579"/>
                      <a:pt x="164878" y="9764"/>
                    </a:cubicBezTo>
                    <a:cubicBezTo>
                      <a:pt x="167465" y="11791"/>
                      <a:pt x="169508" y="15155"/>
                      <a:pt x="170952" y="18063"/>
                    </a:cubicBezTo>
                    <a:cubicBezTo>
                      <a:pt x="170981" y="18123"/>
                      <a:pt x="171011" y="18182"/>
                      <a:pt x="171042" y="18244"/>
                    </a:cubicBezTo>
                    <a:cubicBezTo>
                      <a:pt x="173573" y="23356"/>
                      <a:pt x="174959" y="29086"/>
                      <a:pt x="175282" y="34768"/>
                    </a:cubicBezTo>
                    <a:cubicBezTo>
                      <a:pt x="175286" y="34841"/>
                      <a:pt x="175290" y="34914"/>
                      <a:pt x="175293" y="34987"/>
                    </a:cubicBezTo>
                    <a:cubicBezTo>
                      <a:pt x="175409" y="37051"/>
                      <a:pt x="175413" y="39115"/>
                      <a:pt x="175424" y="41182"/>
                    </a:cubicBezTo>
                    <a:cubicBezTo>
                      <a:pt x="175428" y="41764"/>
                      <a:pt x="175432" y="42348"/>
                      <a:pt x="175438" y="42931"/>
                    </a:cubicBezTo>
                    <a:cubicBezTo>
                      <a:pt x="175447" y="44170"/>
                      <a:pt x="175455" y="45410"/>
                      <a:pt x="175462" y="46652"/>
                    </a:cubicBezTo>
                    <a:cubicBezTo>
                      <a:pt x="175476" y="48708"/>
                      <a:pt x="175491" y="50767"/>
                      <a:pt x="175507" y="52824"/>
                    </a:cubicBezTo>
                    <a:cubicBezTo>
                      <a:pt x="175511" y="53200"/>
                      <a:pt x="175513" y="53575"/>
                      <a:pt x="175517" y="53950"/>
                    </a:cubicBezTo>
                    <a:cubicBezTo>
                      <a:pt x="175535" y="56723"/>
                      <a:pt x="175562" y="59495"/>
                      <a:pt x="175609" y="62267"/>
                    </a:cubicBezTo>
                    <a:cubicBezTo>
                      <a:pt x="175759" y="71414"/>
                      <a:pt x="175791" y="80559"/>
                      <a:pt x="175793" y="94104"/>
                    </a:cubicBezTo>
                    <a:cubicBezTo>
                      <a:pt x="175793" y="94853"/>
                      <a:pt x="175793" y="95603"/>
                      <a:pt x="175793" y="96354"/>
                    </a:cubicBezTo>
                    <a:cubicBezTo>
                      <a:pt x="175791" y="106351"/>
                      <a:pt x="175779" y="116349"/>
                      <a:pt x="175631" y="137469"/>
                    </a:cubicBezTo>
                    <a:cubicBezTo>
                      <a:pt x="175618" y="138801"/>
                      <a:pt x="175607" y="140133"/>
                      <a:pt x="175597" y="141467"/>
                    </a:cubicBezTo>
                    <a:cubicBezTo>
                      <a:pt x="175583" y="143162"/>
                      <a:pt x="175569" y="144859"/>
                      <a:pt x="175547" y="146555"/>
                    </a:cubicBezTo>
                    <a:cubicBezTo>
                      <a:pt x="175538" y="147360"/>
                      <a:pt x="175530" y="148165"/>
                      <a:pt x="175524" y="148971"/>
                    </a:cubicBezTo>
                    <a:cubicBezTo>
                      <a:pt x="175495" y="153141"/>
                      <a:pt x="175345" y="157184"/>
                      <a:pt x="173642" y="161064"/>
                    </a:cubicBezTo>
                    <a:cubicBezTo>
                      <a:pt x="173619" y="161116"/>
                      <a:pt x="173619" y="161116"/>
                      <a:pt x="173506" y="161376"/>
                    </a:cubicBezTo>
                    <a:cubicBezTo>
                      <a:pt x="171924" y="164854"/>
                      <a:pt x="169109" y="167593"/>
                      <a:pt x="165537" y="168960"/>
                    </a:cubicBezTo>
                    <a:cubicBezTo>
                      <a:pt x="163115" y="169836"/>
                      <a:pt x="160561" y="170329"/>
                      <a:pt x="157989" y="170302"/>
                    </a:cubicBezTo>
                    <a:cubicBezTo>
                      <a:pt x="157829" y="170302"/>
                      <a:pt x="157668" y="170300"/>
                      <a:pt x="157508" y="170300"/>
                    </a:cubicBezTo>
                    <a:cubicBezTo>
                      <a:pt x="157120" y="170298"/>
                      <a:pt x="156732" y="170294"/>
                      <a:pt x="156344" y="170290"/>
                    </a:cubicBezTo>
                    <a:cubicBezTo>
                      <a:pt x="157071" y="171466"/>
                      <a:pt x="157818" y="172614"/>
                      <a:pt x="158646" y="173721"/>
                    </a:cubicBezTo>
                    <a:cubicBezTo>
                      <a:pt x="159043" y="174251"/>
                      <a:pt x="159414" y="174795"/>
                      <a:pt x="159779" y="175347"/>
                    </a:cubicBezTo>
                    <a:cubicBezTo>
                      <a:pt x="160386" y="176268"/>
                      <a:pt x="161032" y="177160"/>
                      <a:pt x="161685" y="178049"/>
                    </a:cubicBezTo>
                    <a:cubicBezTo>
                      <a:pt x="163907" y="181075"/>
                      <a:pt x="165969" y="184223"/>
                      <a:pt x="168068" y="187337"/>
                    </a:cubicBezTo>
                    <a:cubicBezTo>
                      <a:pt x="168128" y="187423"/>
                      <a:pt x="168188" y="187512"/>
                      <a:pt x="168249" y="187604"/>
                    </a:cubicBezTo>
                    <a:cubicBezTo>
                      <a:pt x="170460" y="190879"/>
                      <a:pt x="172643" y="194172"/>
                      <a:pt x="174797" y="197483"/>
                    </a:cubicBezTo>
                    <a:cubicBezTo>
                      <a:pt x="175018" y="197824"/>
                      <a:pt x="175242" y="198164"/>
                      <a:pt x="175462" y="198502"/>
                    </a:cubicBezTo>
                    <a:cubicBezTo>
                      <a:pt x="176827" y="200587"/>
                      <a:pt x="178148" y="202698"/>
                      <a:pt x="179461" y="204814"/>
                    </a:cubicBezTo>
                    <a:cubicBezTo>
                      <a:pt x="179793" y="205346"/>
                      <a:pt x="180126" y="205879"/>
                      <a:pt x="180462" y="206407"/>
                    </a:cubicBezTo>
                    <a:cubicBezTo>
                      <a:pt x="181973" y="208791"/>
                      <a:pt x="183351" y="210963"/>
                      <a:pt x="182868" y="213921"/>
                    </a:cubicBezTo>
                    <a:cubicBezTo>
                      <a:pt x="182655" y="214738"/>
                      <a:pt x="182305" y="215485"/>
                      <a:pt x="181907" y="216227"/>
                    </a:cubicBezTo>
                    <a:cubicBezTo>
                      <a:pt x="181874" y="216291"/>
                      <a:pt x="181842" y="216354"/>
                      <a:pt x="181807" y="216419"/>
                    </a:cubicBezTo>
                    <a:cubicBezTo>
                      <a:pt x="180950" y="218040"/>
                      <a:pt x="179205" y="219053"/>
                      <a:pt x="177513" y="219612"/>
                    </a:cubicBezTo>
                    <a:cubicBezTo>
                      <a:pt x="175465" y="220062"/>
                      <a:pt x="173371" y="219685"/>
                      <a:pt x="171595" y="218620"/>
                    </a:cubicBezTo>
                    <a:cubicBezTo>
                      <a:pt x="171429" y="218513"/>
                      <a:pt x="171261" y="218405"/>
                      <a:pt x="171096" y="218293"/>
                    </a:cubicBezTo>
                    <a:cubicBezTo>
                      <a:pt x="171059" y="218268"/>
                      <a:pt x="171059" y="218268"/>
                      <a:pt x="170877" y="218147"/>
                    </a:cubicBezTo>
                    <a:cubicBezTo>
                      <a:pt x="169471" y="217127"/>
                      <a:pt x="168497" y="215591"/>
                      <a:pt x="167567" y="214155"/>
                    </a:cubicBezTo>
                    <a:cubicBezTo>
                      <a:pt x="167450" y="213977"/>
                      <a:pt x="167333" y="213798"/>
                      <a:pt x="167215" y="213619"/>
                    </a:cubicBezTo>
                    <a:cubicBezTo>
                      <a:pt x="166908" y="213150"/>
                      <a:pt x="166602" y="212681"/>
                      <a:pt x="166295" y="212210"/>
                    </a:cubicBezTo>
                    <a:cubicBezTo>
                      <a:pt x="165991" y="211743"/>
                      <a:pt x="165687" y="211278"/>
                      <a:pt x="165382" y="210813"/>
                    </a:cubicBezTo>
                    <a:cubicBezTo>
                      <a:pt x="165022" y="210263"/>
                      <a:pt x="164662" y="209713"/>
                      <a:pt x="164303" y="209164"/>
                    </a:cubicBezTo>
                    <a:cubicBezTo>
                      <a:pt x="163544" y="208001"/>
                      <a:pt x="162777" y="206844"/>
                      <a:pt x="162004" y="205689"/>
                    </a:cubicBezTo>
                    <a:cubicBezTo>
                      <a:pt x="161255" y="204570"/>
                      <a:pt x="160517" y="203446"/>
                      <a:pt x="159804" y="202304"/>
                    </a:cubicBezTo>
                    <a:cubicBezTo>
                      <a:pt x="159709" y="202156"/>
                      <a:pt x="159617" y="202006"/>
                      <a:pt x="159523" y="201858"/>
                    </a:cubicBezTo>
                    <a:cubicBezTo>
                      <a:pt x="159331" y="201550"/>
                      <a:pt x="159139" y="201243"/>
                      <a:pt x="158945" y="200937"/>
                    </a:cubicBezTo>
                    <a:cubicBezTo>
                      <a:pt x="158483" y="200197"/>
                      <a:pt x="158016" y="199459"/>
                      <a:pt x="157551" y="198723"/>
                    </a:cubicBezTo>
                    <a:cubicBezTo>
                      <a:pt x="157405" y="198490"/>
                      <a:pt x="157260" y="198260"/>
                      <a:pt x="157115" y="198027"/>
                    </a:cubicBezTo>
                    <a:cubicBezTo>
                      <a:pt x="157024" y="197885"/>
                      <a:pt x="156932" y="197741"/>
                      <a:pt x="156842" y="197597"/>
                    </a:cubicBezTo>
                    <a:cubicBezTo>
                      <a:pt x="156803" y="197535"/>
                      <a:pt x="156765" y="197472"/>
                      <a:pt x="156725" y="197408"/>
                    </a:cubicBezTo>
                    <a:cubicBezTo>
                      <a:pt x="156646" y="197285"/>
                      <a:pt x="156567" y="197164"/>
                      <a:pt x="156488" y="197043"/>
                    </a:cubicBezTo>
                    <a:cubicBezTo>
                      <a:pt x="156344" y="196814"/>
                      <a:pt x="156344" y="196814"/>
                      <a:pt x="156198" y="196526"/>
                    </a:cubicBezTo>
                    <a:cubicBezTo>
                      <a:pt x="155756" y="195725"/>
                      <a:pt x="155756" y="195725"/>
                      <a:pt x="155283" y="195559"/>
                    </a:cubicBezTo>
                    <a:cubicBezTo>
                      <a:pt x="154920" y="195527"/>
                      <a:pt x="154566" y="195531"/>
                      <a:pt x="154201" y="195548"/>
                    </a:cubicBezTo>
                    <a:cubicBezTo>
                      <a:pt x="154061" y="195550"/>
                      <a:pt x="153918" y="195552"/>
                      <a:pt x="153778" y="195552"/>
                    </a:cubicBezTo>
                    <a:cubicBezTo>
                      <a:pt x="153471" y="195555"/>
                      <a:pt x="153163" y="195563"/>
                      <a:pt x="152855" y="195573"/>
                    </a:cubicBezTo>
                    <a:cubicBezTo>
                      <a:pt x="152348" y="195590"/>
                      <a:pt x="151842" y="195598"/>
                      <a:pt x="151335" y="195607"/>
                    </a:cubicBezTo>
                    <a:cubicBezTo>
                      <a:pt x="150586" y="195619"/>
                      <a:pt x="149834" y="195634"/>
                      <a:pt x="149084" y="195654"/>
                    </a:cubicBezTo>
                    <a:cubicBezTo>
                      <a:pt x="147850" y="195684"/>
                      <a:pt x="146615" y="195705"/>
                      <a:pt x="145381" y="195725"/>
                    </a:cubicBezTo>
                    <a:cubicBezTo>
                      <a:pt x="145273" y="195727"/>
                      <a:pt x="145167" y="195729"/>
                      <a:pt x="145057" y="195730"/>
                    </a:cubicBezTo>
                    <a:cubicBezTo>
                      <a:pt x="144618" y="195738"/>
                      <a:pt x="144178" y="195744"/>
                      <a:pt x="143737" y="195752"/>
                    </a:cubicBezTo>
                    <a:cubicBezTo>
                      <a:pt x="143049" y="195761"/>
                      <a:pt x="142363" y="195773"/>
                      <a:pt x="141675" y="195784"/>
                    </a:cubicBezTo>
                    <a:cubicBezTo>
                      <a:pt x="138036" y="195846"/>
                      <a:pt x="134398" y="195873"/>
                      <a:pt x="130760" y="195880"/>
                    </a:cubicBezTo>
                    <a:cubicBezTo>
                      <a:pt x="130726" y="195880"/>
                      <a:pt x="130726" y="195880"/>
                      <a:pt x="130560" y="195880"/>
                    </a:cubicBezTo>
                    <a:cubicBezTo>
                      <a:pt x="128789" y="195882"/>
                      <a:pt x="127019" y="195884"/>
                      <a:pt x="125247" y="195884"/>
                    </a:cubicBezTo>
                    <a:cubicBezTo>
                      <a:pt x="124405" y="195884"/>
                      <a:pt x="123561" y="195886"/>
                      <a:pt x="122719" y="195886"/>
                    </a:cubicBezTo>
                    <a:cubicBezTo>
                      <a:pt x="119062" y="195890"/>
                      <a:pt x="115404" y="195890"/>
                      <a:pt x="111746" y="195890"/>
                    </a:cubicBezTo>
                    <a:cubicBezTo>
                      <a:pt x="110601" y="195890"/>
                      <a:pt x="109456" y="195890"/>
                      <a:pt x="108310" y="195890"/>
                    </a:cubicBezTo>
                    <a:cubicBezTo>
                      <a:pt x="100693" y="195890"/>
                      <a:pt x="93075" y="195888"/>
                      <a:pt x="57435" y="195632"/>
                    </a:cubicBezTo>
                    <a:cubicBezTo>
                      <a:pt x="57346" y="195632"/>
                      <a:pt x="57256" y="195630"/>
                      <a:pt x="57162" y="195629"/>
                    </a:cubicBezTo>
                    <a:cubicBezTo>
                      <a:pt x="56272" y="195619"/>
                      <a:pt x="55382" y="195607"/>
                      <a:pt x="54492" y="195594"/>
                    </a:cubicBezTo>
                    <a:cubicBezTo>
                      <a:pt x="52809" y="195573"/>
                      <a:pt x="51127" y="195552"/>
                      <a:pt x="49443" y="195538"/>
                    </a:cubicBezTo>
                    <a:cubicBezTo>
                      <a:pt x="48797" y="195534"/>
                      <a:pt x="48152" y="195529"/>
                      <a:pt x="47504" y="195523"/>
                    </a:cubicBezTo>
                    <a:cubicBezTo>
                      <a:pt x="47344" y="195521"/>
                      <a:pt x="47183" y="195521"/>
                      <a:pt x="47023" y="195519"/>
                    </a:cubicBezTo>
                    <a:cubicBezTo>
                      <a:pt x="44867" y="195502"/>
                      <a:pt x="42715" y="195454"/>
                      <a:pt x="40561" y="195371"/>
                    </a:cubicBezTo>
                    <a:cubicBezTo>
                      <a:pt x="39075" y="195313"/>
                      <a:pt x="37592" y="195271"/>
                      <a:pt x="36103" y="195236"/>
                    </a:cubicBezTo>
                    <a:cubicBezTo>
                      <a:pt x="35221" y="195215"/>
                      <a:pt x="34339" y="195187"/>
                      <a:pt x="33457" y="195138"/>
                    </a:cubicBezTo>
                    <a:cubicBezTo>
                      <a:pt x="28047" y="194844"/>
                      <a:pt x="28047" y="194844"/>
                      <a:pt x="26830" y="195867"/>
                    </a:cubicBezTo>
                    <a:cubicBezTo>
                      <a:pt x="25913" y="196795"/>
                      <a:pt x="25390" y="197956"/>
                      <a:pt x="24916" y="199152"/>
                    </a:cubicBezTo>
                    <a:cubicBezTo>
                      <a:pt x="24591" y="199955"/>
                      <a:pt x="24110" y="200661"/>
                      <a:pt x="23630" y="201377"/>
                    </a:cubicBezTo>
                    <a:cubicBezTo>
                      <a:pt x="23410" y="201708"/>
                      <a:pt x="23203" y="202044"/>
                      <a:pt x="22993" y="202379"/>
                    </a:cubicBezTo>
                    <a:cubicBezTo>
                      <a:pt x="21390" y="204916"/>
                      <a:pt x="19738" y="207420"/>
                      <a:pt x="18073" y="209917"/>
                    </a:cubicBezTo>
                    <a:cubicBezTo>
                      <a:pt x="17857" y="210240"/>
                      <a:pt x="17643" y="210563"/>
                      <a:pt x="17429" y="210886"/>
                    </a:cubicBezTo>
                    <a:cubicBezTo>
                      <a:pt x="15388" y="213959"/>
                      <a:pt x="15388" y="213959"/>
                      <a:pt x="14329" y="215458"/>
                    </a:cubicBezTo>
                    <a:cubicBezTo>
                      <a:pt x="14250" y="215570"/>
                      <a:pt x="14173" y="215681"/>
                      <a:pt x="14094" y="215793"/>
                    </a:cubicBezTo>
                    <a:cubicBezTo>
                      <a:pt x="12912" y="217482"/>
                      <a:pt x="11098" y="219237"/>
                      <a:pt x="8995" y="219649"/>
                    </a:cubicBezTo>
                    <a:cubicBezTo>
                      <a:pt x="6806" y="219964"/>
                      <a:pt x="4728" y="219710"/>
                      <a:pt x="2916" y="218390"/>
                    </a:cubicBezTo>
                    <a:cubicBezTo>
                      <a:pt x="2666" y="218190"/>
                      <a:pt x="2430" y="217980"/>
                      <a:pt x="2195" y="217765"/>
                    </a:cubicBezTo>
                    <a:cubicBezTo>
                      <a:pt x="2133" y="217709"/>
                      <a:pt x="2074" y="217655"/>
                      <a:pt x="2013" y="217600"/>
                    </a:cubicBezTo>
                    <a:cubicBezTo>
                      <a:pt x="675" y="216360"/>
                      <a:pt x="82" y="214774"/>
                      <a:pt x="0" y="212966"/>
                    </a:cubicBezTo>
                    <a:cubicBezTo>
                      <a:pt x="-30" y="210094"/>
                      <a:pt x="1457" y="208018"/>
                      <a:pt x="2971" y="205691"/>
                    </a:cubicBezTo>
                    <a:cubicBezTo>
                      <a:pt x="3471" y="204920"/>
                      <a:pt x="3957" y="204139"/>
                      <a:pt x="4440" y="203355"/>
                    </a:cubicBezTo>
                    <a:cubicBezTo>
                      <a:pt x="4503" y="203251"/>
                      <a:pt x="4567" y="203146"/>
                      <a:pt x="4632" y="203040"/>
                    </a:cubicBezTo>
                    <a:cubicBezTo>
                      <a:pt x="4949" y="202521"/>
                      <a:pt x="5267" y="202002"/>
                      <a:pt x="5581" y="201483"/>
                    </a:cubicBezTo>
                    <a:cubicBezTo>
                      <a:pt x="6783" y="199515"/>
                      <a:pt x="8044" y="197589"/>
                      <a:pt x="9307" y="195661"/>
                    </a:cubicBezTo>
                    <a:cubicBezTo>
                      <a:pt x="9362" y="195577"/>
                      <a:pt x="9416" y="195492"/>
                      <a:pt x="9473" y="195406"/>
                    </a:cubicBezTo>
                    <a:cubicBezTo>
                      <a:pt x="10329" y="194099"/>
                      <a:pt x="11186" y="192795"/>
                      <a:pt x="12045" y="191492"/>
                    </a:cubicBezTo>
                    <a:cubicBezTo>
                      <a:pt x="12105" y="191400"/>
                      <a:pt x="12166" y="191310"/>
                      <a:pt x="12228" y="191216"/>
                    </a:cubicBezTo>
                    <a:cubicBezTo>
                      <a:pt x="14938" y="187100"/>
                      <a:pt x="17691" y="183020"/>
                      <a:pt x="20529" y="178993"/>
                    </a:cubicBezTo>
                    <a:cubicBezTo>
                      <a:pt x="20781" y="178638"/>
                      <a:pt x="21031" y="178280"/>
                      <a:pt x="21279" y="177925"/>
                    </a:cubicBezTo>
                    <a:cubicBezTo>
                      <a:pt x="22476" y="176214"/>
                      <a:pt x="23697" y="174524"/>
                      <a:pt x="24946" y="172852"/>
                    </a:cubicBezTo>
                    <a:cubicBezTo>
                      <a:pt x="25473" y="172145"/>
                      <a:pt x="25982" y="171445"/>
                      <a:pt x="26413" y="170674"/>
                    </a:cubicBezTo>
                    <a:cubicBezTo>
                      <a:pt x="26290" y="170667"/>
                      <a:pt x="26167" y="170659"/>
                      <a:pt x="26042" y="170651"/>
                    </a:cubicBezTo>
                    <a:cubicBezTo>
                      <a:pt x="21523" y="170361"/>
                      <a:pt x="17131" y="169821"/>
                      <a:pt x="13535" y="166830"/>
                    </a:cubicBezTo>
                    <a:cubicBezTo>
                      <a:pt x="13452" y="166765"/>
                      <a:pt x="13372" y="166700"/>
                      <a:pt x="13287" y="166632"/>
                    </a:cubicBezTo>
                    <a:cubicBezTo>
                      <a:pt x="9885" y="163922"/>
                      <a:pt x="8055" y="159682"/>
                      <a:pt x="7546" y="155433"/>
                    </a:cubicBezTo>
                    <a:cubicBezTo>
                      <a:pt x="7371" y="153749"/>
                      <a:pt x="7346" y="152065"/>
                      <a:pt x="7329" y="150374"/>
                    </a:cubicBezTo>
                    <a:cubicBezTo>
                      <a:pt x="7325" y="149976"/>
                      <a:pt x="7321" y="149576"/>
                      <a:pt x="7315" y="149176"/>
                    </a:cubicBezTo>
                    <a:cubicBezTo>
                      <a:pt x="7305" y="148390"/>
                      <a:pt x="7298" y="147604"/>
                      <a:pt x="7291" y="146818"/>
                    </a:cubicBezTo>
                    <a:cubicBezTo>
                      <a:pt x="7283" y="146168"/>
                      <a:pt x="7277" y="145517"/>
                      <a:pt x="7269" y="144867"/>
                    </a:cubicBezTo>
                    <a:cubicBezTo>
                      <a:pt x="7239" y="142117"/>
                      <a:pt x="7209" y="139366"/>
                      <a:pt x="7183" y="136616"/>
                    </a:cubicBezTo>
                    <a:cubicBezTo>
                      <a:pt x="7180" y="136293"/>
                      <a:pt x="7177" y="135972"/>
                      <a:pt x="7173" y="135649"/>
                    </a:cubicBezTo>
                    <a:cubicBezTo>
                      <a:pt x="7077" y="125885"/>
                      <a:pt x="6983" y="116121"/>
                      <a:pt x="6940" y="100087"/>
                    </a:cubicBezTo>
                    <a:cubicBezTo>
                      <a:pt x="6940" y="100010"/>
                      <a:pt x="6940" y="99933"/>
                      <a:pt x="6940" y="99854"/>
                    </a:cubicBezTo>
                    <a:cubicBezTo>
                      <a:pt x="6935" y="91195"/>
                      <a:pt x="7002" y="82537"/>
                      <a:pt x="7269" y="59330"/>
                    </a:cubicBezTo>
                    <a:cubicBezTo>
                      <a:pt x="7275" y="58870"/>
                      <a:pt x="7280" y="58409"/>
                      <a:pt x="7287" y="57950"/>
                    </a:cubicBezTo>
                    <a:cubicBezTo>
                      <a:pt x="7329" y="54563"/>
                      <a:pt x="7371" y="51178"/>
                      <a:pt x="7417" y="47792"/>
                    </a:cubicBezTo>
                    <a:cubicBezTo>
                      <a:pt x="7429" y="46986"/>
                      <a:pt x="7439" y="46183"/>
                      <a:pt x="7449" y="45379"/>
                    </a:cubicBezTo>
                    <a:cubicBezTo>
                      <a:pt x="7461" y="44405"/>
                      <a:pt x="7475" y="43432"/>
                      <a:pt x="7488" y="42458"/>
                    </a:cubicBezTo>
                    <a:cubicBezTo>
                      <a:pt x="7496" y="41968"/>
                      <a:pt x="7504" y="41478"/>
                      <a:pt x="7509" y="40987"/>
                    </a:cubicBezTo>
                    <a:cubicBezTo>
                      <a:pt x="7534" y="38937"/>
                      <a:pt x="7582" y="36886"/>
                      <a:pt x="7663" y="34837"/>
                    </a:cubicBezTo>
                    <a:cubicBezTo>
                      <a:pt x="7667" y="34741"/>
                      <a:pt x="7671" y="34647"/>
                      <a:pt x="7673" y="34549"/>
                    </a:cubicBezTo>
                    <a:cubicBezTo>
                      <a:pt x="7936" y="27568"/>
                      <a:pt x="10008" y="20587"/>
                      <a:pt x="14106" y="14878"/>
                    </a:cubicBezTo>
                    <a:cubicBezTo>
                      <a:pt x="14238" y="14694"/>
                      <a:pt x="14369" y="14509"/>
                      <a:pt x="14498" y="14321"/>
                    </a:cubicBezTo>
                    <a:cubicBezTo>
                      <a:pt x="17223" y="10407"/>
                      <a:pt x="20925" y="7211"/>
                      <a:pt x="25077" y="4903"/>
                    </a:cubicBezTo>
                    <a:cubicBezTo>
                      <a:pt x="25255" y="4803"/>
                      <a:pt x="25434" y="4701"/>
                      <a:pt x="25613" y="4601"/>
                    </a:cubicBezTo>
                    <a:cubicBezTo>
                      <a:pt x="29048" y="2673"/>
                      <a:pt x="32842" y="1647"/>
                      <a:pt x="36696" y="939"/>
                    </a:cubicBezTo>
                    <a:cubicBezTo>
                      <a:pt x="36776" y="924"/>
                      <a:pt x="36857" y="909"/>
                      <a:pt x="36941" y="893"/>
                    </a:cubicBezTo>
                    <a:cubicBezTo>
                      <a:pt x="37211" y="845"/>
                      <a:pt x="37482" y="805"/>
                      <a:pt x="37753" y="764"/>
                    </a:cubicBezTo>
                    <a:cubicBezTo>
                      <a:pt x="37862" y="747"/>
                      <a:pt x="37974" y="732"/>
                      <a:pt x="38087" y="715"/>
                    </a:cubicBezTo>
                    <a:cubicBezTo>
                      <a:pt x="39423" y="534"/>
                      <a:pt x="40759" y="547"/>
                      <a:pt x="42106" y="555"/>
                    </a:cubicBezTo>
                    <a:cubicBezTo>
                      <a:pt x="42462" y="557"/>
                      <a:pt x="42815" y="557"/>
                      <a:pt x="43171" y="557"/>
                    </a:cubicBezTo>
                    <a:cubicBezTo>
                      <a:pt x="43792" y="559"/>
                      <a:pt x="44411" y="561"/>
                      <a:pt x="45032" y="563"/>
                    </a:cubicBezTo>
                    <a:cubicBezTo>
                      <a:pt x="46039" y="567"/>
                      <a:pt x="47046" y="568"/>
                      <a:pt x="48053" y="570"/>
                    </a:cubicBezTo>
                    <a:cubicBezTo>
                      <a:pt x="48407" y="570"/>
                      <a:pt x="48759" y="572"/>
                      <a:pt x="49112" y="572"/>
                    </a:cubicBezTo>
                    <a:cubicBezTo>
                      <a:pt x="49200" y="572"/>
                      <a:pt x="49289" y="572"/>
                      <a:pt x="49381" y="572"/>
                    </a:cubicBezTo>
                    <a:cubicBezTo>
                      <a:pt x="50024" y="574"/>
                      <a:pt x="50665" y="576"/>
                      <a:pt x="51310" y="576"/>
                    </a:cubicBezTo>
                    <a:cubicBezTo>
                      <a:pt x="55634" y="586"/>
                      <a:pt x="59959" y="592"/>
                      <a:pt x="64283" y="590"/>
                    </a:cubicBezTo>
                    <a:cubicBezTo>
                      <a:pt x="64383" y="590"/>
                      <a:pt x="64485" y="590"/>
                      <a:pt x="64589" y="590"/>
                    </a:cubicBezTo>
                    <a:cubicBezTo>
                      <a:pt x="73376" y="588"/>
                      <a:pt x="82160" y="509"/>
                      <a:pt x="90944" y="397"/>
                    </a:cubicBezTo>
                    <a:cubicBezTo>
                      <a:pt x="91740" y="388"/>
                      <a:pt x="92533" y="378"/>
                      <a:pt x="93329" y="369"/>
                    </a:cubicBezTo>
                    <a:cubicBezTo>
                      <a:pt x="93681" y="365"/>
                      <a:pt x="94035" y="359"/>
                      <a:pt x="94388" y="355"/>
                    </a:cubicBezTo>
                    <a:cubicBezTo>
                      <a:pt x="94829" y="349"/>
                      <a:pt x="95269" y="344"/>
                      <a:pt x="95708" y="340"/>
                    </a:cubicBezTo>
                    <a:cubicBezTo>
                      <a:pt x="95798" y="338"/>
                      <a:pt x="95884" y="336"/>
                      <a:pt x="95974" y="336"/>
                    </a:cubicBezTo>
                    <a:cubicBezTo>
                      <a:pt x="97027" y="322"/>
                      <a:pt x="98083" y="309"/>
                      <a:pt x="99136" y="296"/>
                    </a:cubicBezTo>
                    <a:cubicBezTo>
                      <a:pt x="99572" y="292"/>
                      <a:pt x="100010" y="286"/>
                      <a:pt x="100447" y="280"/>
                    </a:cubicBezTo>
                    <a:cubicBezTo>
                      <a:pt x="108074" y="184"/>
                      <a:pt x="115698" y="119"/>
                      <a:pt x="123325" y="67"/>
                    </a:cubicBezTo>
                    <a:cubicBezTo>
                      <a:pt x="124542" y="59"/>
                      <a:pt x="125756" y="49"/>
                      <a:pt x="126973" y="42"/>
                    </a:cubicBezTo>
                    <a:cubicBezTo>
                      <a:pt x="128337" y="30"/>
                      <a:pt x="129702" y="21"/>
                      <a:pt x="131069" y="13"/>
                    </a:cubicBezTo>
                    <a:cubicBezTo>
                      <a:pt x="131757" y="9"/>
                      <a:pt x="132445" y="3"/>
                      <a:pt x="133135" y="0"/>
                    </a:cubicBezTo>
                    <a:cubicBezTo>
                      <a:pt x="135855" y="-23"/>
                      <a:pt x="138575" y="-15"/>
                      <a:pt x="141294" y="65"/>
                    </a:cubicBezTo>
                    <a:close/>
                    <a:moveTo>
                      <a:pt x="49743" y="3073"/>
                    </a:moveTo>
                    <a:cubicBezTo>
                      <a:pt x="48362" y="3084"/>
                      <a:pt x="46980" y="3102"/>
                      <a:pt x="45601" y="3123"/>
                    </a:cubicBezTo>
                    <a:cubicBezTo>
                      <a:pt x="45204" y="3129"/>
                      <a:pt x="44807" y="3134"/>
                      <a:pt x="44411" y="3138"/>
                    </a:cubicBezTo>
                    <a:cubicBezTo>
                      <a:pt x="36988" y="3219"/>
                      <a:pt x="30034" y="5012"/>
                      <a:pt x="23904" y="9287"/>
                    </a:cubicBezTo>
                    <a:cubicBezTo>
                      <a:pt x="23734" y="9406"/>
                      <a:pt x="23560" y="9523"/>
                      <a:pt x="23390" y="9643"/>
                    </a:cubicBezTo>
                    <a:cubicBezTo>
                      <a:pt x="16368" y="14538"/>
                      <a:pt x="12107" y="22353"/>
                      <a:pt x="10456" y="31129"/>
                    </a:cubicBezTo>
                    <a:cubicBezTo>
                      <a:pt x="10441" y="31206"/>
                      <a:pt x="10427" y="31283"/>
                      <a:pt x="10414" y="31362"/>
                    </a:cubicBezTo>
                    <a:cubicBezTo>
                      <a:pt x="10402" y="31431"/>
                      <a:pt x="10389" y="31498"/>
                      <a:pt x="10377" y="31567"/>
                    </a:cubicBezTo>
                    <a:cubicBezTo>
                      <a:pt x="10337" y="31806"/>
                      <a:pt x="10302" y="32046"/>
                      <a:pt x="10267" y="32286"/>
                    </a:cubicBezTo>
                    <a:cubicBezTo>
                      <a:pt x="10250" y="32392"/>
                      <a:pt x="10233" y="32498"/>
                      <a:pt x="10216" y="32607"/>
                    </a:cubicBezTo>
                    <a:cubicBezTo>
                      <a:pt x="9998" y="34129"/>
                      <a:pt x="10046" y="35677"/>
                      <a:pt x="10048" y="37213"/>
                    </a:cubicBezTo>
                    <a:cubicBezTo>
                      <a:pt x="10050" y="37564"/>
                      <a:pt x="10050" y="37914"/>
                      <a:pt x="10048" y="38266"/>
                    </a:cubicBezTo>
                    <a:cubicBezTo>
                      <a:pt x="10048" y="39117"/>
                      <a:pt x="10048" y="39969"/>
                      <a:pt x="10050" y="40820"/>
                    </a:cubicBezTo>
                    <a:cubicBezTo>
                      <a:pt x="10050" y="41635"/>
                      <a:pt x="10050" y="42452"/>
                      <a:pt x="10050" y="43267"/>
                    </a:cubicBezTo>
                    <a:cubicBezTo>
                      <a:pt x="10045" y="47459"/>
                      <a:pt x="10068" y="51649"/>
                      <a:pt x="10116" y="55841"/>
                    </a:cubicBezTo>
                    <a:cubicBezTo>
                      <a:pt x="10216" y="64158"/>
                      <a:pt x="10286" y="72473"/>
                      <a:pt x="10281" y="80789"/>
                    </a:cubicBezTo>
                    <a:cubicBezTo>
                      <a:pt x="10279" y="80889"/>
                      <a:pt x="10279" y="80991"/>
                      <a:pt x="10279" y="81095"/>
                    </a:cubicBezTo>
                    <a:cubicBezTo>
                      <a:pt x="10277" y="83601"/>
                      <a:pt x="10273" y="86108"/>
                      <a:pt x="10269" y="88614"/>
                    </a:cubicBezTo>
                    <a:cubicBezTo>
                      <a:pt x="10266" y="91072"/>
                      <a:pt x="10264" y="93529"/>
                      <a:pt x="10262" y="95987"/>
                    </a:cubicBezTo>
                    <a:cubicBezTo>
                      <a:pt x="10260" y="97031"/>
                      <a:pt x="10260" y="98076"/>
                      <a:pt x="10258" y="99120"/>
                    </a:cubicBezTo>
                    <a:cubicBezTo>
                      <a:pt x="10258" y="99235"/>
                      <a:pt x="10258" y="99351"/>
                      <a:pt x="10258" y="99472"/>
                    </a:cubicBezTo>
                    <a:cubicBezTo>
                      <a:pt x="10256" y="102180"/>
                      <a:pt x="10254" y="104888"/>
                      <a:pt x="10250" y="107596"/>
                    </a:cubicBezTo>
                    <a:cubicBezTo>
                      <a:pt x="10250" y="107714"/>
                      <a:pt x="10250" y="107831"/>
                      <a:pt x="10250" y="107952"/>
                    </a:cubicBezTo>
                    <a:cubicBezTo>
                      <a:pt x="10246" y="110712"/>
                      <a:pt x="10242" y="113470"/>
                      <a:pt x="10238" y="116228"/>
                    </a:cubicBezTo>
                    <a:cubicBezTo>
                      <a:pt x="10238" y="116349"/>
                      <a:pt x="10238" y="116469"/>
                      <a:pt x="10238" y="116594"/>
                    </a:cubicBezTo>
                    <a:cubicBezTo>
                      <a:pt x="10237" y="117562"/>
                      <a:pt x="10235" y="118531"/>
                      <a:pt x="10233" y="119500"/>
                    </a:cubicBezTo>
                    <a:cubicBezTo>
                      <a:pt x="10227" y="123503"/>
                      <a:pt x="10223" y="127507"/>
                      <a:pt x="10221" y="131511"/>
                    </a:cubicBezTo>
                    <a:cubicBezTo>
                      <a:pt x="10221" y="132076"/>
                      <a:pt x="10221" y="132641"/>
                      <a:pt x="10220" y="133204"/>
                    </a:cubicBezTo>
                    <a:cubicBezTo>
                      <a:pt x="10220" y="133315"/>
                      <a:pt x="10220" y="133427"/>
                      <a:pt x="10220" y="133540"/>
                    </a:cubicBezTo>
                    <a:cubicBezTo>
                      <a:pt x="10220" y="135314"/>
                      <a:pt x="10216" y="137086"/>
                      <a:pt x="10212" y="138861"/>
                    </a:cubicBezTo>
                    <a:cubicBezTo>
                      <a:pt x="10208" y="140635"/>
                      <a:pt x="10206" y="142409"/>
                      <a:pt x="10206" y="144183"/>
                    </a:cubicBezTo>
                    <a:cubicBezTo>
                      <a:pt x="10206" y="145230"/>
                      <a:pt x="10204" y="146280"/>
                      <a:pt x="10200" y="147329"/>
                    </a:cubicBezTo>
                    <a:cubicBezTo>
                      <a:pt x="10198" y="148033"/>
                      <a:pt x="10198" y="148734"/>
                      <a:pt x="10198" y="149438"/>
                    </a:cubicBezTo>
                    <a:cubicBezTo>
                      <a:pt x="10200" y="149836"/>
                      <a:pt x="10198" y="150235"/>
                      <a:pt x="10197" y="150633"/>
                    </a:cubicBezTo>
                    <a:cubicBezTo>
                      <a:pt x="10186" y="152223"/>
                      <a:pt x="10252" y="153758"/>
                      <a:pt x="10533" y="155327"/>
                    </a:cubicBezTo>
                    <a:cubicBezTo>
                      <a:pt x="10545" y="155392"/>
                      <a:pt x="10555" y="155459"/>
                      <a:pt x="10569" y="155529"/>
                    </a:cubicBezTo>
                    <a:cubicBezTo>
                      <a:pt x="11231" y="159167"/>
                      <a:pt x="12956" y="162696"/>
                      <a:pt x="16022" y="164883"/>
                    </a:cubicBezTo>
                    <a:cubicBezTo>
                      <a:pt x="18234" y="166371"/>
                      <a:pt x="20790" y="167115"/>
                      <a:pt x="23397" y="167540"/>
                    </a:cubicBezTo>
                    <a:cubicBezTo>
                      <a:pt x="23468" y="167551"/>
                      <a:pt x="23538" y="167563"/>
                      <a:pt x="23608" y="167574"/>
                    </a:cubicBezTo>
                    <a:cubicBezTo>
                      <a:pt x="26716" y="168084"/>
                      <a:pt x="29888" y="168010"/>
                      <a:pt x="33025" y="168003"/>
                    </a:cubicBezTo>
                    <a:cubicBezTo>
                      <a:pt x="33515" y="168001"/>
                      <a:pt x="34003" y="168001"/>
                      <a:pt x="34491" y="167999"/>
                    </a:cubicBezTo>
                    <a:cubicBezTo>
                      <a:pt x="39221" y="167993"/>
                      <a:pt x="43950" y="167953"/>
                      <a:pt x="48679" y="167909"/>
                    </a:cubicBezTo>
                    <a:cubicBezTo>
                      <a:pt x="51667" y="167882"/>
                      <a:pt x="54654" y="167857"/>
                      <a:pt x="57640" y="167836"/>
                    </a:cubicBezTo>
                    <a:cubicBezTo>
                      <a:pt x="57677" y="167836"/>
                      <a:pt x="57677" y="167836"/>
                      <a:pt x="57858" y="167834"/>
                    </a:cubicBezTo>
                    <a:cubicBezTo>
                      <a:pt x="64856" y="167782"/>
                      <a:pt x="71856" y="167768"/>
                      <a:pt x="78856" y="167764"/>
                    </a:cubicBezTo>
                    <a:cubicBezTo>
                      <a:pt x="78931" y="167764"/>
                      <a:pt x="79006" y="167764"/>
                      <a:pt x="79083" y="167764"/>
                    </a:cubicBezTo>
                    <a:cubicBezTo>
                      <a:pt x="82906" y="167764"/>
                      <a:pt x="86729" y="167764"/>
                      <a:pt x="90554" y="167766"/>
                    </a:cubicBezTo>
                    <a:cubicBezTo>
                      <a:pt x="92701" y="167766"/>
                      <a:pt x="94848" y="167766"/>
                      <a:pt x="96994" y="167766"/>
                    </a:cubicBezTo>
                    <a:cubicBezTo>
                      <a:pt x="104735" y="167766"/>
                      <a:pt x="112473" y="167768"/>
                      <a:pt x="133512" y="167845"/>
                    </a:cubicBezTo>
                    <a:cubicBezTo>
                      <a:pt x="133798" y="167847"/>
                      <a:pt x="134087" y="167849"/>
                      <a:pt x="134375" y="167851"/>
                    </a:cubicBezTo>
                    <a:cubicBezTo>
                      <a:pt x="137733" y="167874"/>
                      <a:pt x="141090" y="167899"/>
                      <a:pt x="144448" y="167936"/>
                    </a:cubicBezTo>
                    <a:cubicBezTo>
                      <a:pt x="145181" y="167943"/>
                      <a:pt x="145911" y="167949"/>
                      <a:pt x="146643" y="167957"/>
                    </a:cubicBezTo>
                    <a:cubicBezTo>
                      <a:pt x="146712" y="167957"/>
                      <a:pt x="146782" y="167959"/>
                      <a:pt x="146853" y="167959"/>
                    </a:cubicBezTo>
                    <a:cubicBezTo>
                      <a:pt x="147197" y="167963"/>
                      <a:pt x="147539" y="167964"/>
                      <a:pt x="147883" y="167968"/>
                    </a:cubicBezTo>
                    <a:cubicBezTo>
                      <a:pt x="148514" y="167974"/>
                      <a:pt x="149144" y="167980"/>
                      <a:pt x="149774" y="167987"/>
                    </a:cubicBezTo>
                    <a:cubicBezTo>
                      <a:pt x="152138" y="168020"/>
                      <a:pt x="154482" y="168001"/>
                      <a:pt x="156840" y="167813"/>
                    </a:cubicBezTo>
                    <a:cubicBezTo>
                      <a:pt x="156938" y="167805"/>
                      <a:pt x="157036" y="167797"/>
                      <a:pt x="157138" y="167789"/>
                    </a:cubicBezTo>
                    <a:cubicBezTo>
                      <a:pt x="158966" y="167642"/>
                      <a:pt x="160732" y="167338"/>
                      <a:pt x="162494" y="166830"/>
                    </a:cubicBezTo>
                    <a:cubicBezTo>
                      <a:pt x="162525" y="166821"/>
                      <a:pt x="162525" y="166821"/>
                      <a:pt x="162681" y="166777"/>
                    </a:cubicBezTo>
                    <a:cubicBezTo>
                      <a:pt x="165941" y="165833"/>
                      <a:pt x="168874" y="163872"/>
                      <a:pt x="170567" y="160872"/>
                    </a:cubicBezTo>
                    <a:cubicBezTo>
                      <a:pt x="171622" y="158954"/>
                      <a:pt x="172367" y="157091"/>
                      <a:pt x="172681" y="154914"/>
                    </a:cubicBezTo>
                    <a:cubicBezTo>
                      <a:pt x="172689" y="154860"/>
                      <a:pt x="172689" y="154860"/>
                      <a:pt x="172732" y="154595"/>
                    </a:cubicBezTo>
                    <a:cubicBezTo>
                      <a:pt x="172898" y="153437"/>
                      <a:pt x="172901" y="152294"/>
                      <a:pt x="172894" y="151125"/>
                    </a:cubicBezTo>
                    <a:cubicBezTo>
                      <a:pt x="172894" y="150902"/>
                      <a:pt x="172894" y="150679"/>
                      <a:pt x="172894" y="150456"/>
                    </a:cubicBezTo>
                    <a:cubicBezTo>
                      <a:pt x="172894" y="149853"/>
                      <a:pt x="172894" y="149249"/>
                      <a:pt x="172893" y="148646"/>
                    </a:cubicBezTo>
                    <a:cubicBezTo>
                      <a:pt x="172891" y="148261"/>
                      <a:pt x="172891" y="147877"/>
                      <a:pt x="172891" y="147493"/>
                    </a:cubicBezTo>
                    <a:cubicBezTo>
                      <a:pt x="172885" y="142614"/>
                      <a:pt x="172847" y="137738"/>
                      <a:pt x="172802" y="132862"/>
                    </a:cubicBezTo>
                    <a:cubicBezTo>
                      <a:pt x="172729" y="124295"/>
                      <a:pt x="172680" y="115729"/>
                      <a:pt x="172659" y="93594"/>
                    </a:cubicBezTo>
                    <a:cubicBezTo>
                      <a:pt x="172659" y="92076"/>
                      <a:pt x="172656" y="90559"/>
                      <a:pt x="172656" y="89041"/>
                    </a:cubicBezTo>
                    <a:cubicBezTo>
                      <a:pt x="172651" y="78754"/>
                      <a:pt x="172677" y="68469"/>
                      <a:pt x="172802" y="58182"/>
                    </a:cubicBezTo>
                    <a:cubicBezTo>
                      <a:pt x="172812" y="57483"/>
                      <a:pt x="172820" y="56781"/>
                      <a:pt x="172829" y="56081"/>
                    </a:cubicBezTo>
                    <a:cubicBezTo>
                      <a:pt x="172829" y="56039"/>
                      <a:pt x="172829" y="56039"/>
                      <a:pt x="172832" y="55824"/>
                    </a:cubicBezTo>
                    <a:cubicBezTo>
                      <a:pt x="172884" y="51628"/>
                      <a:pt x="172898" y="47434"/>
                      <a:pt x="172908" y="43240"/>
                    </a:cubicBezTo>
                    <a:cubicBezTo>
                      <a:pt x="172910" y="42790"/>
                      <a:pt x="172910" y="42341"/>
                      <a:pt x="172912" y="41891"/>
                    </a:cubicBezTo>
                    <a:cubicBezTo>
                      <a:pt x="172912" y="41529"/>
                      <a:pt x="172914" y="41168"/>
                      <a:pt x="172914" y="40809"/>
                    </a:cubicBezTo>
                    <a:cubicBezTo>
                      <a:pt x="172914" y="40640"/>
                      <a:pt x="172916" y="40472"/>
                      <a:pt x="172916" y="40305"/>
                    </a:cubicBezTo>
                    <a:cubicBezTo>
                      <a:pt x="172932" y="34387"/>
                      <a:pt x="172932" y="34387"/>
                      <a:pt x="172489" y="31517"/>
                    </a:cubicBezTo>
                    <a:cubicBezTo>
                      <a:pt x="172472" y="31408"/>
                      <a:pt x="172456" y="31298"/>
                      <a:pt x="172439" y="31185"/>
                    </a:cubicBezTo>
                    <a:cubicBezTo>
                      <a:pt x="172337" y="30549"/>
                      <a:pt x="172212" y="29922"/>
                      <a:pt x="172068" y="29296"/>
                    </a:cubicBezTo>
                    <a:cubicBezTo>
                      <a:pt x="172049" y="29205"/>
                      <a:pt x="172028" y="29115"/>
                      <a:pt x="172007" y="29021"/>
                    </a:cubicBezTo>
                    <a:cubicBezTo>
                      <a:pt x="171574" y="27093"/>
                      <a:pt x="170952" y="25261"/>
                      <a:pt x="170183" y="23445"/>
                    </a:cubicBezTo>
                    <a:cubicBezTo>
                      <a:pt x="170154" y="23374"/>
                      <a:pt x="170123" y="23304"/>
                      <a:pt x="170092" y="23231"/>
                    </a:cubicBezTo>
                    <a:cubicBezTo>
                      <a:pt x="167199" y="16400"/>
                      <a:pt x="162243" y="10898"/>
                      <a:pt x="153692" y="6239"/>
                    </a:cubicBezTo>
                    <a:cubicBezTo>
                      <a:pt x="149911" y="4714"/>
                      <a:pt x="145886" y="3663"/>
                      <a:pt x="141796" y="3594"/>
                    </a:cubicBezTo>
                    <a:cubicBezTo>
                      <a:pt x="141629" y="3590"/>
                      <a:pt x="141461" y="3586"/>
                      <a:pt x="141294" y="3582"/>
                    </a:cubicBezTo>
                    <a:cubicBezTo>
                      <a:pt x="140829" y="3573"/>
                      <a:pt x="140364" y="3565"/>
                      <a:pt x="139899" y="3557"/>
                    </a:cubicBezTo>
                    <a:cubicBezTo>
                      <a:pt x="139593" y="3552"/>
                      <a:pt x="139288" y="3546"/>
                      <a:pt x="138982" y="3540"/>
                    </a:cubicBezTo>
                    <a:cubicBezTo>
                      <a:pt x="131855" y="3407"/>
                      <a:pt x="124728" y="3330"/>
                      <a:pt x="117601" y="3254"/>
                    </a:cubicBezTo>
                    <a:cubicBezTo>
                      <a:pt x="117301" y="3252"/>
                      <a:pt x="117003" y="3248"/>
                      <a:pt x="116703" y="3244"/>
                    </a:cubicBezTo>
                    <a:cubicBezTo>
                      <a:pt x="106911" y="3138"/>
                      <a:pt x="97118" y="3063"/>
                      <a:pt x="72498" y="3034"/>
                    </a:cubicBezTo>
                    <a:cubicBezTo>
                      <a:pt x="71610" y="3034"/>
                      <a:pt x="70722" y="3034"/>
                      <a:pt x="69836" y="3034"/>
                    </a:cubicBezTo>
                    <a:cubicBezTo>
                      <a:pt x="66807" y="3034"/>
                      <a:pt x="63779" y="3034"/>
                      <a:pt x="60752" y="3038"/>
                    </a:cubicBezTo>
                    <a:cubicBezTo>
                      <a:pt x="59983" y="3038"/>
                      <a:pt x="59214" y="3038"/>
                      <a:pt x="58446" y="3038"/>
                    </a:cubicBezTo>
                    <a:cubicBezTo>
                      <a:pt x="55546" y="3038"/>
                      <a:pt x="52643" y="3048"/>
                      <a:pt x="49743" y="3073"/>
                    </a:cubicBezTo>
                    <a:close/>
                    <a:moveTo>
                      <a:pt x="26286" y="174532"/>
                    </a:moveTo>
                    <a:cubicBezTo>
                      <a:pt x="25965" y="175251"/>
                      <a:pt x="25567" y="175916"/>
                      <a:pt x="25154" y="176583"/>
                    </a:cubicBezTo>
                    <a:cubicBezTo>
                      <a:pt x="24960" y="176902"/>
                      <a:pt x="24773" y="177227"/>
                      <a:pt x="24587" y="177550"/>
                    </a:cubicBezTo>
                    <a:cubicBezTo>
                      <a:pt x="24004" y="178545"/>
                      <a:pt x="23393" y="179522"/>
                      <a:pt x="22784" y="180498"/>
                    </a:cubicBezTo>
                    <a:cubicBezTo>
                      <a:pt x="22127" y="181557"/>
                      <a:pt x="21473" y="182616"/>
                      <a:pt x="20829" y="183683"/>
                    </a:cubicBezTo>
                    <a:cubicBezTo>
                      <a:pt x="20797" y="183739"/>
                      <a:pt x="20764" y="183793"/>
                      <a:pt x="20729" y="183850"/>
                    </a:cubicBezTo>
                    <a:cubicBezTo>
                      <a:pt x="20662" y="183962"/>
                      <a:pt x="20594" y="184073"/>
                      <a:pt x="20525" y="184187"/>
                    </a:cubicBezTo>
                    <a:cubicBezTo>
                      <a:pt x="18021" y="188338"/>
                      <a:pt x="15395" y="192405"/>
                      <a:pt x="12706" y="196442"/>
                    </a:cubicBezTo>
                    <a:cubicBezTo>
                      <a:pt x="12653" y="196520"/>
                      <a:pt x="12599" y="196601"/>
                      <a:pt x="12545" y="196684"/>
                    </a:cubicBezTo>
                    <a:cubicBezTo>
                      <a:pt x="10711" y="199436"/>
                      <a:pt x="8853" y="202169"/>
                      <a:pt x="6954" y="204878"/>
                    </a:cubicBezTo>
                    <a:cubicBezTo>
                      <a:pt x="6787" y="205116"/>
                      <a:pt x="6622" y="205354"/>
                      <a:pt x="6454" y="205591"/>
                    </a:cubicBezTo>
                    <a:cubicBezTo>
                      <a:pt x="5941" y="206325"/>
                      <a:pt x="5426" y="207057"/>
                      <a:pt x="4891" y="207776"/>
                    </a:cubicBezTo>
                    <a:cubicBezTo>
                      <a:pt x="3577" y="209546"/>
                      <a:pt x="2460" y="211180"/>
                      <a:pt x="2729" y="213484"/>
                    </a:cubicBezTo>
                    <a:cubicBezTo>
                      <a:pt x="2929" y="214622"/>
                      <a:pt x="3605" y="215495"/>
                      <a:pt x="4517" y="216177"/>
                    </a:cubicBezTo>
                    <a:cubicBezTo>
                      <a:pt x="5545" y="216883"/>
                      <a:pt x="6718" y="217198"/>
                      <a:pt x="7961" y="216996"/>
                    </a:cubicBezTo>
                    <a:cubicBezTo>
                      <a:pt x="9329" y="216712"/>
                      <a:pt x="10433" y="215908"/>
                      <a:pt x="11203" y="214751"/>
                    </a:cubicBezTo>
                    <a:cubicBezTo>
                      <a:pt x="11528" y="214234"/>
                      <a:pt x="11838" y="213706"/>
                      <a:pt x="12144" y="213175"/>
                    </a:cubicBezTo>
                    <a:cubicBezTo>
                      <a:pt x="12493" y="212570"/>
                      <a:pt x="12853" y="211970"/>
                      <a:pt x="13212" y="211370"/>
                    </a:cubicBezTo>
                    <a:cubicBezTo>
                      <a:pt x="13251" y="211309"/>
                      <a:pt x="13287" y="211247"/>
                      <a:pt x="13323" y="211182"/>
                    </a:cubicBezTo>
                    <a:cubicBezTo>
                      <a:pt x="14131" y="209833"/>
                      <a:pt x="14988" y="208522"/>
                      <a:pt x="15864" y="207217"/>
                    </a:cubicBezTo>
                    <a:cubicBezTo>
                      <a:pt x="15884" y="207190"/>
                      <a:pt x="15884" y="207190"/>
                      <a:pt x="15974" y="207055"/>
                    </a:cubicBezTo>
                    <a:cubicBezTo>
                      <a:pt x="16437" y="206367"/>
                      <a:pt x="16901" y="205681"/>
                      <a:pt x="17367" y="204995"/>
                    </a:cubicBezTo>
                    <a:cubicBezTo>
                      <a:pt x="17631" y="204608"/>
                      <a:pt x="17892" y="204218"/>
                      <a:pt x="18153" y="203830"/>
                    </a:cubicBezTo>
                    <a:cubicBezTo>
                      <a:pt x="20020" y="201062"/>
                      <a:pt x="21919" y="198319"/>
                      <a:pt x="23960" y="195679"/>
                    </a:cubicBezTo>
                    <a:cubicBezTo>
                      <a:pt x="24047" y="195565"/>
                      <a:pt x="24133" y="195452"/>
                      <a:pt x="24220" y="195340"/>
                    </a:cubicBezTo>
                    <a:cubicBezTo>
                      <a:pt x="24260" y="195286"/>
                      <a:pt x="24300" y="195235"/>
                      <a:pt x="24341" y="195181"/>
                    </a:cubicBezTo>
                    <a:cubicBezTo>
                      <a:pt x="24376" y="195135"/>
                      <a:pt x="24410" y="195090"/>
                      <a:pt x="24447" y="195042"/>
                    </a:cubicBezTo>
                    <a:cubicBezTo>
                      <a:pt x="25688" y="193501"/>
                      <a:pt x="25688" y="193501"/>
                      <a:pt x="26544" y="193266"/>
                    </a:cubicBezTo>
                    <a:cubicBezTo>
                      <a:pt x="26905" y="193232"/>
                      <a:pt x="27261" y="193232"/>
                      <a:pt x="27623" y="193234"/>
                    </a:cubicBezTo>
                    <a:cubicBezTo>
                      <a:pt x="27756" y="193234"/>
                      <a:pt x="27889" y="193234"/>
                      <a:pt x="28022" y="193234"/>
                    </a:cubicBezTo>
                    <a:cubicBezTo>
                      <a:pt x="28091" y="193234"/>
                      <a:pt x="28160" y="193234"/>
                      <a:pt x="28231" y="193234"/>
                    </a:cubicBezTo>
                    <a:cubicBezTo>
                      <a:pt x="35760" y="193226"/>
                      <a:pt x="43287" y="193197"/>
                      <a:pt x="50815" y="193074"/>
                    </a:cubicBezTo>
                    <a:cubicBezTo>
                      <a:pt x="51073" y="193068"/>
                      <a:pt x="51330" y="193065"/>
                      <a:pt x="51588" y="193061"/>
                    </a:cubicBezTo>
                    <a:cubicBezTo>
                      <a:pt x="51717" y="193059"/>
                      <a:pt x="51848" y="193057"/>
                      <a:pt x="51978" y="193055"/>
                    </a:cubicBezTo>
                    <a:cubicBezTo>
                      <a:pt x="52044" y="193053"/>
                      <a:pt x="52107" y="193053"/>
                      <a:pt x="52174" y="193051"/>
                    </a:cubicBezTo>
                    <a:cubicBezTo>
                      <a:pt x="52372" y="193047"/>
                      <a:pt x="52568" y="193045"/>
                      <a:pt x="52766" y="193042"/>
                    </a:cubicBezTo>
                    <a:cubicBezTo>
                      <a:pt x="53099" y="193036"/>
                      <a:pt x="53433" y="193030"/>
                      <a:pt x="53765" y="193026"/>
                    </a:cubicBezTo>
                    <a:cubicBezTo>
                      <a:pt x="53900" y="193022"/>
                      <a:pt x="54035" y="193020"/>
                      <a:pt x="54169" y="193018"/>
                    </a:cubicBezTo>
                    <a:cubicBezTo>
                      <a:pt x="61975" y="192892"/>
                      <a:pt x="69781" y="192780"/>
                      <a:pt x="88989" y="192734"/>
                    </a:cubicBezTo>
                    <a:cubicBezTo>
                      <a:pt x="89075" y="192734"/>
                      <a:pt x="89162" y="192734"/>
                      <a:pt x="89252" y="192734"/>
                    </a:cubicBezTo>
                    <a:cubicBezTo>
                      <a:pt x="93587" y="192732"/>
                      <a:pt x="97921" y="192734"/>
                      <a:pt x="102257" y="192738"/>
                    </a:cubicBezTo>
                    <a:cubicBezTo>
                      <a:pt x="104954" y="192742"/>
                      <a:pt x="107653" y="192742"/>
                      <a:pt x="110349" y="192742"/>
                    </a:cubicBezTo>
                    <a:cubicBezTo>
                      <a:pt x="110711" y="192742"/>
                      <a:pt x="111072" y="192742"/>
                      <a:pt x="111433" y="192742"/>
                    </a:cubicBezTo>
                    <a:cubicBezTo>
                      <a:pt x="111477" y="192742"/>
                      <a:pt x="111477" y="192742"/>
                      <a:pt x="111704" y="192742"/>
                    </a:cubicBezTo>
                    <a:cubicBezTo>
                      <a:pt x="111975" y="192742"/>
                      <a:pt x="112246" y="192742"/>
                      <a:pt x="112517" y="192742"/>
                    </a:cubicBezTo>
                    <a:cubicBezTo>
                      <a:pt x="112606" y="192742"/>
                      <a:pt x="112694" y="192742"/>
                      <a:pt x="112786" y="192742"/>
                    </a:cubicBezTo>
                    <a:cubicBezTo>
                      <a:pt x="121003" y="192742"/>
                      <a:pt x="129220" y="192749"/>
                      <a:pt x="148396" y="192834"/>
                    </a:cubicBezTo>
                    <a:cubicBezTo>
                      <a:pt x="149065" y="192838"/>
                      <a:pt x="149732" y="192843"/>
                      <a:pt x="150399" y="192845"/>
                    </a:cubicBezTo>
                    <a:cubicBezTo>
                      <a:pt x="151177" y="192851"/>
                      <a:pt x="151954" y="192857"/>
                      <a:pt x="152732" y="192865"/>
                    </a:cubicBezTo>
                    <a:cubicBezTo>
                      <a:pt x="153115" y="192870"/>
                      <a:pt x="153496" y="192874"/>
                      <a:pt x="153878" y="192874"/>
                    </a:cubicBezTo>
                    <a:cubicBezTo>
                      <a:pt x="154282" y="192876"/>
                      <a:pt x="154685" y="192882"/>
                      <a:pt x="155088" y="192888"/>
                    </a:cubicBezTo>
                    <a:cubicBezTo>
                      <a:pt x="155147" y="192888"/>
                      <a:pt x="155147" y="192888"/>
                      <a:pt x="155437" y="192886"/>
                    </a:cubicBezTo>
                    <a:cubicBezTo>
                      <a:pt x="156365" y="192907"/>
                      <a:pt x="156998" y="193216"/>
                      <a:pt x="157647" y="193876"/>
                    </a:cubicBezTo>
                    <a:cubicBezTo>
                      <a:pt x="157753" y="193995"/>
                      <a:pt x="157857" y="194116"/>
                      <a:pt x="157957" y="194239"/>
                    </a:cubicBezTo>
                    <a:cubicBezTo>
                      <a:pt x="158014" y="194304"/>
                      <a:pt x="158070" y="194372"/>
                      <a:pt x="158129" y="194439"/>
                    </a:cubicBezTo>
                    <a:cubicBezTo>
                      <a:pt x="158783" y="195221"/>
                      <a:pt x="159360" y="196057"/>
                      <a:pt x="159936" y="196899"/>
                    </a:cubicBezTo>
                    <a:cubicBezTo>
                      <a:pt x="160053" y="197070"/>
                      <a:pt x="160173" y="197241"/>
                      <a:pt x="160292" y="197412"/>
                    </a:cubicBezTo>
                    <a:cubicBezTo>
                      <a:pt x="160473" y="197674"/>
                      <a:pt x="160653" y="197935"/>
                      <a:pt x="160834" y="198194"/>
                    </a:cubicBezTo>
                    <a:cubicBezTo>
                      <a:pt x="161176" y="198690"/>
                      <a:pt x="161522" y="199184"/>
                      <a:pt x="161872" y="199675"/>
                    </a:cubicBezTo>
                    <a:cubicBezTo>
                      <a:pt x="164501" y="203348"/>
                      <a:pt x="167029" y="207103"/>
                      <a:pt x="169485" y="210894"/>
                    </a:cubicBezTo>
                    <a:cubicBezTo>
                      <a:pt x="169535" y="210969"/>
                      <a:pt x="169583" y="211044"/>
                      <a:pt x="169635" y="211122"/>
                    </a:cubicBezTo>
                    <a:cubicBezTo>
                      <a:pt x="170115" y="211864"/>
                      <a:pt x="170590" y="212610"/>
                      <a:pt x="171053" y="213363"/>
                    </a:cubicBezTo>
                    <a:cubicBezTo>
                      <a:pt x="172856" y="216285"/>
                      <a:pt x="172856" y="216285"/>
                      <a:pt x="174604" y="216804"/>
                    </a:cubicBezTo>
                    <a:cubicBezTo>
                      <a:pt x="175907" y="217044"/>
                      <a:pt x="177077" y="216885"/>
                      <a:pt x="178194" y="216170"/>
                    </a:cubicBezTo>
                    <a:cubicBezTo>
                      <a:pt x="179080" y="215535"/>
                      <a:pt x="179713" y="214595"/>
                      <a:pt x="179985" y="213536"/>
                    </a:cubicBezTo>
                    <a:cubicBezTo>
                      <a:pt x="180300" y="211215"/>
                      <a:pt x="179093" y="209606"/>
                      <a:pt x="177823" y="207784"/>
                    </a:cubicBezTo>
                    <a:cubicBezTo>
                      <a:pt x="177662" y="207553"/>
                      <a:pt x="177500" y="207320"/>
                      <a:pt x="177338" y="207088"/>
                    </a:cubicBezTo>
                    <a:cubicBezTo>
                      <a:pt x="177213" y="206909"/>
                      <a:pt x="177087" y="206728"/>
                      <a:pt x="176962" y="206548"/>
                    </a:cubicBezTo>
                    <a:cubicBezTo>
                      <a:pt x="176899" y="206456"/>
                      <a:pt x="176833" y="206361"/>
                      <a:pt x="176765" y="206265"/>
                    </a:cubicBezTo>
                    <a:cubicBezTo>
                      <a:pt x="176441" y="205798"/>
                      <a:pt x="176114" y="205331"/>
                      <a:pt x="175787" y="204866"/>
                    </a:cubicBezTo>
                    <a:cubicBezTo>
                      <a:pt x="174857" y="203536"/>
                      <a:pt x="173956" y="202192"/>
                      <a:pt x="173058" y="200841"/>
                    </a:cubicBezTo>
                    <a:cubicBezTo>
                      <a:pt x="172637" y="200209"/>
                      <a:pt x="172215" y="199576"/>
                      <a:pt x="171791" y="198946"/>
                    </a:cubicBezTo>
                    <a:cubicBezTo>
                      <a:pt x="169800" y="195975"/>
                      <a:pt x="167824" y="192995"/>
                      <a:pt x="165925" y="189964"/>
                    </a:cubicBezTo>
                    <a:cubicBezTo>
                      <a:pt x="165752" y="189689"/>
                      <a:pt x="165579" y="189415"/>
                      <a:pt x="165406" y="189140"/>
                    </a:cubicBezTo>
                    <a:cubicBezTo>
                      <a:pt x="164075" y="187024"/>
                      <a:pt x="162756" y="184903"/>
                      <a:pt x="161476" y="182757"/>
                    </a:cubicBezTo>
                    <a:cubicBezTo>
                      <a:pt x="160673" y="181409"/>
                      <a:pt x="159860" y="180070"/>
                      <a:pt x="159044" y="178730"/>
                    </a:cubicBezTo>
                    <a:cubicBezTo>
                      <a:pt x="157936" y="176906"/>
                      <a:pt x="156830" y="175080"/>
                      <a:pt x="155737" y="173248"/>
                    </a:cubicBezTo>
                    <a:cubicBezTo>
                      <a:pt x="155694" y="173175"/>
                      <a:pt x="155650" y="173104"/>
                      <a:pt x="155606" y="173029"/>
                    </a:cubicBezTo>
                    <a:cubicBezTo>
                      <a:pt x="155529" y="172900"/>
                      <a:pt x="155452" y="172771"/>
                      <a:pt x="155375" y="172643"/>
                    </a:cubicBezTo>
                    <a:cubicBezTo>
                      <a:pt x="155300" y="172516"/>
                      <a:pt x="155222" y="172391"/>
                      <a:pt x="155140" y="172268"/>
                    </a:cubicBezTo>
                    <a:cubicBezTo>
                      <a:pt x="155020" y="172056"/>
                      <a:pt x="154935" y="171860"/>
                      <a:pt x="154847" y="171632"/>
                    </a:cubicBezTo>
                    <a:cubicBezTo>
                      <a:pt x="154649" y="171178"/>
                      <a:pt x="154443" y="170782"/>
                      <a:pt x="154037" y="170482"/>
                    </a:cubicBezTo>
                    <a:cubicBezTo>
                      <a:pt x="153211" y="170200"/>
                      <a:pt x="152279" y="170304"/>
                      <a:pt x="151421" y="170332"/>
                    </a:cubicBezTo>
                    <a:cubicBezTo>
                      <a:pt x="151164" y="170334"/>
                      <a:pt x="150907" y="170336"/>
                      <a:pt x="150649" y="170338"/>
                    </a:cubicBezTo>
                    <a:cubicBezTo>
                      <a:pt x="150043" y="170344"/>
                      <a:pt x="149438" y="170355"/>
                      <a:pt x="148832" y="170371"/>
                    </a:cubicBezTo>
                    <a:cubicBezTo>
                      <a:pt x="148142" y="170388"/>
                      <a:pt x="147450" y="170396"/>
                      <a:pt x="146760" y="170403"/>
                    </a:cubicBezTo>
                    <a:cubicBezTo>
                      <a:pt x="145342" y="170421"/>
                      <a:pt x="143923" y="170448"/>
                      <a:pt x="142505" y="170482"/>
                    </a:cubicBezTo>
                    <a:cubicBezTo>
                      <a:pt x="142564" y="170603"/>
                      <a:pt x="142624" y="170726"/>
                      <a:pt x="142684" y="170847"/>
                    </a:cubicBezTo>
                    <a:cubicBezTo>
                      <a:pt x="142699" y="170882"/>
                      <a:pt x="142699" y="170882"/>
                      <a:pt x="142784" y="171053"/>
                    </a:cubicBezTo>
                    <a:cubicBezTo>
                      <a:pt x="142940" y="171343"/>
                      <a:pt x="143137" y="171584"/>
                      <a:pt x="143350" y="171835"/>
                    </a:cubicBezTo>
                    <a:cubicBezTo>
                      <a:pt x="143443" y="171945"/>
                      <a:pt x="143533" y="172056"/>
                      <a:pt x="143626" y="172168"/>
                    </a:cubicBezTo>
                    <a:cubicBezTo>
                      <a:pt x="143650" y="172197"/>
                      <a:pt x="143650" y="172197"/>
                      <a:pt x="143771" y="172343"/>
                    </a:cubicBezTo>
                    <a:cubicBezTo>
                      <a:pt x="149657" y="179439"/>
                      <a:pt x="149657" y="179439"/>
                      <a:pt x="149453" y="182339"/>
                    </a:cubicBezTo>
                    <a:cubicBezTo>
                      <a:pt x="149444" y="182422"/>
                      <a:pt x="149434" y="182505"/>
                      <a:pt x="149424" y="182591"/>
                    </a:cubicBezTo>
                    <a:cubicBezTo>
                      <a:pt x="149423" y="182666"/>
                      <a:pt x="149421" y="182741"/>
                      <a:pt x="149421" y="182820"/>
                    </a:cubicBezTo>
                    <a:cubicBezTo>
                      <a:pt x="149400" y="183024"/>
                      <a:pt x="149400" y="183024"/>
                      <a:pt x="149232" y="183360"/>
                    </a:cubicBezTo>
                    <a:cubicBezTo>
                      <a:pt x="148387" y="183814"/>
                      <a:pt x="147443" y="183802"/>
                      <a:pt x="146508" y="183804"/>
                    </a:cubicBezTo>
                    <a:cubicBezTo>
                      <a:pt x="146353" y="183806"/>
                      <a:pt x="146195" y="183808"/>
                      <a:pt x="146039" y="183810"/>
                    </a:cubicBezTo>
                    <a:cubicBezTo>
                      <a:pt x="145611" y="183816"/>
                      <a:pt x="145183" y="183819"/>
                      <a:pt x="144754" y="183821"/>
                    </a:cubicBezTo>
                    <a:cubicBezTo>
                      <a:pt x="144292" y="183823"/>
                      <a:pt x="143829" y="183829"/>
                      <a:pt x="143366" y="183835"/>
                    </a:cubicBezTo>
                    <a:cubicBezTo>
                      <a:pt x="142457" y="183843"/>
                      <a:pt x="141548" y="183850"/>
                      <a:pt x="140637" y="183856"/>
                    </a:cubicBezTo>
                    <a:cubicBezTo>
                      <a:pt x="139887" y="183862"/>
                      <a:pt x="139138" y="183867"/>
                      <a:pt x="138388" y="183873"/>
                    </a:cubicBezTo>
                    <a:cubicBezTo>
                      <a:pt x="129126" y="183952"/>
                      <a:pt x="119861" y="183966"/>
                      <a:pt x="110599" y="183962"/>
                    </a:cubicBezTo>
                    <a:cubicBezTo>
                      <a:pt x="108979" y="183960"/>
                      <a:pt x="107358" y="183960"/>
                      <a:pt x="105738" y="183962"/>
                    </a:cubicBezTo>
                    <a:cubicBezTo>
                      <a:pt x="95165" y="183967"/>
                      <a:pt x="84594" y="183929"/>
                      <a:pt x="67929" y="183744"/>
                    </a:cubicBezTo>
                    <a:cubicBezTo>
                      <a:pt x="67841" y="183743"/>
                      <a:pt x="67754" y="183743"/>
                      <a:pt x="67664" y="183741"/>
                    </a:cubicBezTo>
                    <a:cubicBezTo>
                      <a:pt x="63478" y="183691"/>
                      <a:pt x="59290" y="183635"/>
                      <a:pt x="55103" y="183573"/>
                    </a:cubicBezTo>
                    <a:cubicBezTo>
                      <a:pt x="54048" y="183558"/>
                      <a:pt x="52993" y="183543"/>
                      <a:pt x="51937" y="183527"/>
                    </a:cubicBezTo>
                    <a:cubicBezTo>
                      <a:pt x="48626" y="183481"/>
                      <a:pt x="45315" y="183433"/>
                      <a:pt x="42005" y="183375"/>
                    </a:cubicBezTo>
                    <a:cubicBezTo>
                      <a:pt x="41280" y="183364"/>
                      <a:pt x="40557" y="183352"/>
                      <a:pt x="39833" y="183341"/>
                    </a:cubicBezTo>
                    <a:cubicBezTo>
                      <a:pt x="39075" y="183331"/>
                      <a:pt x="38316" y="183318"/>
                      <a:pt x="37557" y="183301"/>
                    </a:cubicBezTo>
                    <a:cubicBezTo>
                      <a:pt x="37200" y="183293"/>
                      <a:pt x="36844" y="183287"/>
                      <a:pt x="36486" y="183281"/>
                    </a:cubicBezTo>
                    <a:cubicBezTo>
                      <a:pt x="36117" y="183277"/>
                      <a:pt x="35746" y="183268"/>
                      <a:pt x="35377" y="183258"/>
                    </a:cubicBezTo>
                    <a:cubicBezTo>
                      <a:pt x="35273" y="183258"/>
                      <a:pt x="35168" y="183258"/>
                      <a:pt x="35062" y="183256"/>
                    </a:cubicBezTo>
                    <a:cubicBezTo>
                      <a:pt x="34599" y="183241"/>
                      <a:pt x="34287" y="183220"/>
                      <a:pt x="33939" y="182897"/>
                    </a:cubicBezTo>
                    <a:cubicBezTo>
                      <a:pt x="33707" y="182578"/>
                      <a:pt x="33657" y="182413"/>
                      <a:pt x="33695" y="182022"/>
                    </a:cubicBezTo>
                    <a:cubicBezTo>
                      <a:pt x="33705" y="181951"/>
                      <a:pt x="33717" y="181882"/>
                      <a:pt x="33728" y="181811"/>
                    </a:cubicBezTo>
                    <a:cubicBezTo>
                      <a:pt x="33739" y="181738"/>
                      <a:pt x="33751" y="181667"/>
                      <a:pt x="33763" y="181594"/>
                    </a:cubicBezTo>
                    <a:cubicBezTo>
                      <a:pt x="34082" y="179785"/>
                      <a:pt x="35039" y="178253"/>
                      <a:pt x="36011" y="176729"/>
                    </a:cubicBezTo>
                    <a:cubicBezTo>
                      <a:pt x="36138" y="176527"/>
                      <a:pt x="36266" y="176325"/>
                      <a:pt x="36392" y="176124"/>
                    </a:cubicBezTo>
                    <a:cubicBezTo>
                      <a:pt x="37311" y="174674"/>
                      <a:pt x="38286" y="173269"/>
                      <a:pt x="39317" y="171895"/>
                    </a:cubicBezTo>
                    <a:cubicBezTo>
                      <a:pt x="39368" y="171828"/>
                      <a:pt x="39417" y="171760"/>
                      <a:pt x="39469" y="171691"/>
                    </a:cubicBezTo>
                    <a:cubicBezTo>
                      <a:pt x="39564" y="171566"/>
                      <a:pt x="39658" y="171443"/>
                      <a:pt x="39752" y="171320"/>
                    </a:cubicBezTo>
                    <a:cubicBezTo>
                      <a:pt x="39989" y="171003"/>
                      <a:pt x="40059" y="170892"/>
                      <a:pt x="40059" y="170482"/>
                    </a:cubicBezTo>
                    <a:cubicBezTo>
                      <a:pt x="38656" y="170373"/>
                      <a:pt x="37255" y="170292"/>
                      <a:pt x="35848" y="170242"/>
                    </a:cubicBezTo>
                    <a:cubicBezTo>
                      <a:pt x="35195" y="170219"/>
                      <a:pt x="34543" y="170186"/>
                      <a:pt x="33891" y="170134"/>
                    </a:cubicBezTo>
                    <a:cubicBezTo>
                      <a:pt x="29699" y="169798"/>
                      <a:pt x="28004" y="170649"/>
                      <a:pt x="26286" y="174532"/>
                    </a:cubicBezTo>
                    <a:close/>
                    <a:moveTo>
                      <a:pt x="41961" y="173023"/>
                    </a:moveTo>
                    <a:cubicBezTo>
                      <a:pt x="41422" y="174159"/>
                      <a:pt x="40744" y="175178"/>
                      <a:pt x="40034" y="176214"/>
                    </a:cubicBezTo>
                    <a:cubicBezTo>
                      <a:pt x="39833" y="176510"/>
                      <a:pt x="39633" y="176808"/>
                      <a:pt x="39433" y="177106"/>
                    </a:cubicBezTo>
                    <a:cubicBezTo>
                      <a:pt x="38879" y="177936"/>
                      <a:pt x="38322" y="178764"/>
                      <a:pt x="37749" y="179581"/>
                    </a:cubicBezTo>
                    <a:cubicBezTo>
                      <a:pt x="37707" y="179641"/>
                      <a:pt x="37665" y="179702"/>
                      <a:pt x="37622" y="179764"/>
                    </a:cubicBezTo>
                    <a:cubicBezTo>
                      <a:pt x="37436" y="180029"/>
                      <a:pt x="37248" y="180294"/>
                      <a:pt x="37059" y="180558"/>
                    </a:cubicBezTo>
                    <a:cubicBezTo>
                      <a:pt x="36996" y="180646"/>
                      <a:pt x="36934" y="180733"/>
                      <a:pt x="36871" y="180823"/>
                    </a:cubicBezTo>
                    <a:cubicBezTo>
                      <a:pt x="36817" y="180896"/>
                      <a:pt x="36765" y="180971"/>
                      <a:pt x="36709" y="181046"/>
                    </a:cubicBezTo>
                    <a:cubicBezTo>
                      <a:pt x="36600" y="181246"/>
                      <a:pt x="36600" y="181246"/>
                      <a:pt x="36600" y="181630"/>
                    </a:cubicBezTo>
                    <a:cubicBezTo>
                      <a:pt x="36683" y="181628"/>
                      <a:pt x="36763" y="181626"/>
                      <a:pt x="36848" y="181624"/>
                    </a:cubicBezTo>
                    <a:cubicBezTo>
                      <a:pt x="56762" y="181186"/>
                      <a:pt x="56762" y="181186"/>
                      <a:pt x="67361" y="181061"/>
                    </a:cubicBezTo>
                    <a:cubicBezTo>
                      <a:pt x="67978" y="181056"/>
                      <a:pt x="68596" y="181048"/>
                      <a:pt x="69215" y="181040"/>
                    </a:cubicBezTo>
                    <a:cubicBezTo>
                      <a:pt x="78213" y="180934"/>
                      <a:pt x="87211" y="180867"/>
                      <a:pt x="109649" y="180836"/>
                    </a:cubicBezTo>
                    <a:cubicBezTo>
                      <a:pt x="109700" y="180836"/>
                      <a:pt x="109700" y="180836"/>
                      <a:pt x="109946" y="180836"/>
                    </a:cubicBezTo>
                    <a:cubicBezTo>
                      <a:pt x="118970" y="180836"/>
                      <a:pt x="127993" y="180838"/>
                      <a:pt x="145773" y="181054"/>
                    </a:cubicBezTo>
                    <a:cubicBezTo>
                      <a:pt x="145382" y="180035"/>
                      <a:pt x="145382" y="180035"/>
                      <a:pt x="145108" y="179635"/>
                    </a:cubicBezTo>
                    <a:cubicBezTo>
                      <a:pt x="145083" y="179597"/>
                      <a:pt x="145083" y="179597"/>
                      <a:pt x="144950" y="179403"/>
                    </a:cubicBezTo>
                    <a:cubicBezTo>
                      <a:pt x="144921" y="179362"/>
                      <a:pt x="144921" y="179362"/>
                      <a:pt x="144779" y="179158"/>
                    </a:cubicBezTo>
                    <a:cubicBezTo>
                      <a:pt x="144654" y="178972"/>
                      <a:pt x="144527" y="178787"/>
                      <a:pt x="144402" y="178603"/>
                    </a:cubicBezTo>
                    <a:cubicBezTo>
                      <a:pt x="144210" y="178320"/>
                      <a:pt x="144016" y="178040"/>
                      <a:pt x="143823" y="177759"/>
                    </a:cubicBezTo>
                    <a:cubicBezTo>
                      <a:pt x="143702" y="177584"/>
                      <a:pt x="143581" y="177407"/>
                      <a:pt x="143462" y="177231"/>
                    </a:cubicBezTo>
                    <a:cubicBezTo>
                      <a:pt x="143326" y="177031"/>
                      <a:pt x="143189" y="176835"/>
                      <a:pt x="143047" y="176639"/>
                    </a:cubicBezTo>
                    <a:cubicBezTo>
                      <a:pt x="142593" y="175993"/>
                      <a:pt x="142250" y="175353"/>
                      <a:pt x="141958" y="174619"/>
                    </a:cubicBezTo>
                    <a:cubicBezTo>
                      <a:pt x="140608" y="171255"/>
                      <a:pt x="140608" y="171255"/>
                      <a:pt x="139110" y="170517"/>
                    </a:cubicBezTo>
                    <a:cubicBezTo>
                      <a:pt x="137298" y="169888"/>
                      <a:pt x="135213" y="170054"/>
                      <a:pt x="133325" y="170111"/>
                    </a:cubicBezTo>
                    <a:cubicBezTo>
                      <a:pt x="132459" y="170138"/>
                      <a:pt x="131590" y="170134"/>
                      <a:pt x="130723" y="170130"/>
                    </a:cubicBezTo>
                    <a:cubicBezTo>
                      <a:pt x="129118" y="170125"/>
                      <a:pt x="127513" y="170142"/>
                      <a:pt x="125908" y="170171"/>
                    </a:cubicBezTo>
                    <a:cubicBezTo>
                      <a:pt x="124309" y="170202"/>
                      <a:pt x="122711" y="170221"/>
                      <a:pt x="121112" y="170225"/>
                    </a:cubicBezTo>
                    <a:cubicBezTo>
                      <a:pt x="121012" y="170227"/>
                      <a:pt x="120913" y="170227"/>
                      <a:pt x="120809" y="170227"/>
                    </a:cubicBezTo>
                    <a:cubicBezTo>
                      <a:pt x="120300" y="170229"/>
                      <a:pt x="119790" y="170230"/>
                      <a:pt x="119281" y="170232"/>
                    </a:cubicBezTo>
                    <a:cubicBezTo>
                      <a:pt x="115672" y="170242"/>
                      <a:pt x="112063" y="170277"/>
                      <a:pt x="108454" y="170323"/>
                    </a:cubicBezTo>
                    <a:cubicBezTo>
                      <a:pt x="104992" y="170367"/>
                      <a:pt x="101531" y="170402"/>
                      <a:pt x="98069" y="170425"/>
                    </a:cubicBezTo>
                    <a:cubicBezTo>
                      <a:pt x="98015" y="170425"/>
                      <a:pt x="98015" y="170425"/>
                      <a:pt x="97748" y="170427"/>
                    </a:cubicBezTo>
                    <a:cubicBezTo>
                      <a:pt x="96473" y="170434"/>
                      <a:pt x="95199" y="170442"/>
                      <a:pt x="93925" y="170450"/>
                    </a:cubicBezTo>
                    <a:cubicBezTo>
                      <a:pt x="92032" y="170461"/>
                      <a:pt x="90139" y="170475"/>
                      <a:pt x="88245" y="170486"/>
                    </a:cubicBezTo>
                    <a:cubicBezTo>
                      <a:pt x="88038" y="170488"/>
                      <a:pt x="87828" y="170490"/>
                      <a:pt x="87621" y="170490"/>
                    </a:cubicBezTo>
                    <a:cubicBezTo>
                      <a:pt x="84742" y="170509"/>
                      <a:pt x="81862" y="170534"/>
                      <a:pt x="78981" y="170567"/>
                    </a:cubicBezTo>
                    <a:cubicBezTo>
                      <a:pt x="77303" y="170584"/>
                      <a:pt x="75624" y="170603"/>
                      <a:pt x="73945" y="170619"/>
                    </a:cubicBezTo>
                    <a:cubicBezTo>
                      <a:pt x="73855" y="170621"/>
                      <a:pt x="73765" y="170621"/>
                      <a:pt x="73673" y="170623"/>
                    </a:cubicBezTo>
                    <a:cubicBezTo>
                      <a:pt x="66840" y="170692"/>
                      <a:pt x="60011" y="170649"/>
                      <a:pt x="53179" y="170550"/>
                    </a:cubicBezTo>
                    <a:cubicBezTo>
                      <a:pt x="52361" y="170538"/>
                      <a:pt x="51542" y="170527"/>
                      <a:pt x="50723" y="170519"/>
                    </a:cubicBezTo>
                    <a:cubicBezTo>
                      <a:pt x="50417" y="170515"/>
                      <a:pt x="50113" y="170511"/>
                      <a:pt x="49808" y="170509"/>
                    </a:cubicBezTo>
                    <a:cubicBezTo>
                      <a:pt x="49735" y="170507"/>
                      <a:pt x="49662" y="170507"/>
                      <a:pt x="49587" y="170505"/>
                    </a:cubicBezTo>
                    <a:cubicBezTo>
                      <a:pt x="48739" y="170496"/>
                      <a:pt x="47893" y="170477"/>
                      <a:pt x="47048" y="170436"/>
                    </a:cubicBezTo>
                    <a:cubicBezTo>
                      <a:pt x="46631" y="170417"/>
                      <a:pt x="46214" y="170403"/>
                      <a:pt x="45797" y="170390"/>
                    </a:cubicBezTo>
                    <a:cubicBezTo>
                      <a:pt x="45529" y="170380"/>
                      <a:pt x="45264" y="170361"/>
                      <a:pt x="44999" y="170342"/>
                    </a:cubicBezTo>
                    <a:cubicBezTo>
                      <a:pt x="43308" y="170265"/>
                      <a:pt x="42585" y="171601"/>
                      <a:pt x="41961" y="17302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36" name="New shape">
                <a:extLst>
                  <a:ext uri="{FF2B5EF4-FFF2-40B4-BE49-F238E27FC236}">
                    <a16:creationId xmlns:a16="http://schemas.microsoft.com/office/drawing/2014/main" id="{152E5F39-A7F2-AF76-5AB0-511D28F7388C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6364696" y="728616"/>
                <a:ext cx="65461" cy="18436"/>
              </a:xfrm>
              <a:custGeom>
                <a:avLst/>
                <a:gdLst/>
                <a:ahLst/>
                <a:cxnLst/>
                <a:rect l="l" t="t" r="r" b="b"/>
                <a:pathLst>
                  <a:path w="65461" h="18436">
                    <a:moveTo>
                      <a:pt x="50355" y="17"/>
                    </a:moveTo>
                    <a:cubicBezTo>
                      <a:pt x="51006" y="15"/>
                      <a:pt x="51661" y="11"/>
                      <a:pt x="52312" y="7"/>
                    </a:cubicBezTo>
                    <a:cubicBezTo>
                      <a:pt x="53098" y="3"/>
                      <a:pt x="53884" y="0"/>
                      <a:pt x="54668" y="1"/>
                    </a:cubicBezTo>
                    <a:cubicBezTo>
                      <a:pt x="55064" y="3"/>
                      <a:pt x="55460" y="3"/>
                      <a:pt x="55854" y="0"/>
                    </a:cubicBezTo>
                    <a:cubicBezTo>
                      <a:pt x="58528" y="-21"/>
                      <a:pt x="61052" y="322"/>
                      <a:pt x="63095" y="2214"/>
                    </a:cubicBezTo>
                    <a:cubicBezTo>
                      <a:pt x="64558" y="3671"/>
                      <a:pt x="65423" y="5627"/>
                      <a:pt x="65440" y="7692"/>
                    </a:cubicBezTo>
                    <a:cubicBezTo>
                      <a:pt x="65441" y="7793"/>
                      <a:pt x="65441" y="7893"/>
                      <a:pt x="65444" y="7999"/>
                    </a:cubicBezTo>
                    <a:cubicBezTo>
                      <a:pt x="65445" y="8212"/>
                      <a:pt x="65447" y="8426"/>
                      <a:pt x="65447" y="8639"/>
                    </a:cubicBezTo>
                    <a:cubicBezTo>
                      <a:pt x="65449" y="8958"/>
                      <a:pt x="65455" y="9279"/>
                      <a:pt x="65461" y="9598"/>
                    </a:cubicBezTo>
                    <a:cubicBezTo>
                      <a:pt x="65478" y="11290"/>
                      <a:pt x="65232" y="12887"/>
                      <a:pt x="64319" y="14346"/>
                    </a:cubicBezTo>
                    <a:cubicBezTo>
                      <a:pt x="64271" y="14424"/>
                      <a:pt x="64223" y="14501"/>
                      <a:pt x="64173" y="14582"/>
                    </a:cubicBezTo>
                    <a:cubicBezTo>
                      <a:pt x="63114" y="16201"/>
                      <a:pt x="61541" y="17279"/>
                      <a:pt x="59672" y="17740"/>
                    </a:cubicBezTo>
                    <a:cubicBezTo>
                      <a:pt x="59245" y="17817"/>
                      <a:pt x="58818" y="17802"/>
                      <a:pt x="58387" y="17794"/>
                    </a:cubicBezTo>
                    <a:cubicBezTo>
                      <a:pt x="58282" y="17794"/>
                      <a:pt x="58176" y="17792"/>
                      <a:pt x="58067" y="17792"/>
                    </a:cubicBezTo>
                    <a:cubicBezTo>
                      <a:pt x="57834" y="17790"/>
                      <a:pt x="57601" y="17786"/>
                      <a:pt x="57369" y="17784"/>
                    </a:cubicBezTo>
                    <a:cubicBezTo>
                      <a:pt x="56981" y="17780"/>
                      <a:pt x="56594" y="17777"/>
                      <a:pt x="56206" y="17775"/>
                    </a:cubicBezTo>
                    <a:cubicBezTo>
                      <a:pt x="56174" y="17775"/>
                      <a:pt x="56174" y="17775"/>
                      <a:pt x="56001" y="17773"/>
                    </a:cubicBezTo>
                    <a:cubicBezTo>
                      <a:pt x="55860" y="17773"/>
                      <a:pt x="55719" y="17771"/>
                      <a:pt x="55579" y="17771"/>
                    </a:cubicBezTo>
                    <a:cubicBezTo>
                      <a:pt x="55360" y="17769"/>
                      <a:pt x="55140" y="17767"/>
                      <a:pt x="54920" y="17765"/>
                    </a:cubicBezTo>
                    <a:cubicBezTo>
                      <a:pt x="49500" y="17729"/>
                      <a:pt x="44084" y="17777"/>
                      <a:pt x="38665" y="17909"/>
                    </a:cubicBezTo>
                    <a:cubicBezTo>
                      <a:pt x="38600" y="17911"/>
                      <a:pt x="38534" y="17913"/>
                      <a:pt x="38469" y="17913"/>
                    </a:cubicBezTo>
                    <a:cubicBezTo>
                      <a:pt x="36807" y="17953"/>
                      <a:pt x="35142" y="17996"/>
                      <a:pt x="33480" y="18038"/>
                    </a:cubicBezTo>
                    <a:cubicBezTo>
                      <a:pt x="30952" y="18103"/>
                      <a:pt x="28425" y="18167"/>
                      <a:pt x="25897" y="18228"/>
                    </a:cubicBezTo>
                    <a:cubicBezTo>
                      <a:pt x="25832" y="18228"/>
                      <a:pt x="25768" y="18230"/>
                      <a:pt x="25703" y="18232"/>
                    </a:cubicBezTo>
                    <a:cubicBezTo>
                      <a:pt x="21282" y="18338"/>
                      <a:pt x="16864" y="18422"/>
                      <a:pt x="12441" y="18428"/>
                    </a:cubicBezTo>
                    <a:cubicBezTo>
                      <a:pt x="11948" y="18430"/>
                      <a:pt x="11457" y="18432"/>
                      <a:pt x="10962" y="18434"/>
                    </a:cubicBezTo>
                    <a:cubicBezTo>
                      <a:pt x="10324" y="18438"/>
                      <a:pt x="9687" y="18438"/>
                      <a:pt x="9046" y="18436"/>
                    </a:cubicBezTo>
                    <a:cubicBezTo>
                      <a:pt x="8824" y="18436"/>
                      <a:pt x="8598" y="18436"/>
                      <a:pt x="8376" y="18436"/>
                    </a:cubicBezTo>
                    <a:cubicBezTo>
                      <a:pt x="6656" y="18445"/>
                      <a:pt x="4981" y="18209"/>
                      <a:pt x="3486" y="17288"/>
                    </a:cubicBezTo>
                    <a:cubicBezTo>
                      <a:pt x="3409" y="17240"/>
                      <a:pt x="3330" y="17192"/>
                      <a:pt x="3250" y="17144"/>
                    </a:cubicBezTo>
                    <a:cubicBezTo>
                      <a:pt x="1708" y="16129"/>
                      <a:pt x="526" y="14346"/>
                      <a:pt x="141" y="12539"/>
                    </a:cubicBezTo>
                    <a:cubicBezTo>
                      <a:pt x="37" y="11997"/>
                      <a:pt x="13" y="11466"/>
                      <a:pt x="5" y="10917"/>
                    </a:cubicBezTo>
                    <a:cubicBezTo>
                      <a:pt x="5" y="10865"/>
                      <a:pt x="5" y="10865"/>
                      <a:pt x="0" y="10604"/>
                    </a:cubicBezTo>
                    <a:cubicBezTo>
                      <a:pt x="-80" y="5108"/>
                      <a:pt x="-80" y="5108"/>
                      <a:pt x="1973" y="2983"/>
                    </a:cubicBezTo>
                    <a:cubicBezTo>
                      <a:pt x="2029" y="2921"/>
                      <a:pt x="2087" y="2861"/>
                      <a:pt x="2144" y="2800"/>
                    </a:cubicBezTo>
                    <a:cubicBezTo>
                      <a:pt x="3332" y="1570"/>
                      <a:pt x="4910" y="770"/>
                      <a:pt x="6638" y="659"/>
                    </a:cubicBezTo>
                    <a:cubicBezTo>
                      <a:pt x="6898" y="655"/>
                      <a:pt x="7157" y="659"/>
                      <a:pt x="7416" y="663"/>
                    </a:cubicBezTo>
                    <a:cubicBezTo>
                      <a:pt x="7516" y="663"/>
                      <a:pt x="7616" y="664"/>
                      <a:pt x="7718" y="664"/>
                    </a:cubicBezTo>
                    <a:cubicBezTo>
                      <a:pt x="7937" y="666"/>
                      <a:pt x="8155" y="670"/>
                      <a:pt x="8373" y="672"/>
                    </a:cubicBezTo>
                    <a:cubicBezTo>
                      <a:pt x="8931" y="680"/>
                      <a:pt x="9487" y="682"/>
                      <a:pt x="10044" y="686"/>
                    </a:cubicBezTo>
                    <a:cubicBezTo>
                      <a:pt x="10248" y="688"/>
                      <a:pt x="10452" y="689"/>
                      <a:pt x="10655" y="691"/>
                    </a:cubicBezTo>
                    <a:cubicBezTo>
                      <a:pt x="15468" y="726"/>
                      <a:pt x="20275" y="688"/>
                      <a:pt x="25086" y="547"/>
                    </a:cubicBezTo>
                    <a:cubicBezTo>
                      <a:pt x="25193" y="543"/>
                      <a:pt x="25303" y="542"/>
                      <a:pt x="25415" y="538"/>
                    </a:cubicBezTo>
                    <a:cubicBezTo>
                      <a:pt x="26647" y="503"/>
                      <a:pt x="27881" y="465"/>
                      <a:pt x="29112" y="428"/>
                    </a:cubicBezTo>
                    <a:cubicBezTo>
                      <a:pt x="36193" y="215"/>
                      <a:pt x="43271" y="32"/>
                      <a:pt x="50355" y="17"/>
                    </a:cubicBezTo>
                    <a:close/>
                    <a:moveTo>
                      <a:pt x="4147" y="4651"/>
                    </a:moveTo>
                    <a:cubicBezTo>
                      <a:pt x="3143" y="5967"/>
                      <a:pt x="3021" y="7503"/>
                      <a:pt x="3042" y="9108"/>
                    </a:cubicBezTo>
                    <a:cubicBezTo>
                      <a:pt x="3042" y="9200"/>
                      <a:pt x="3044" y="9295"/>
                      <a:pt x="3044" y="9389"/>
                    </a:cubicBezTo>
                    <a:cubicBezTo>
                      <a:pt x="3061" y="11053"/>
                      <a:pt x="3155" y="12577"/>
                      <a:pt x="4318" y="13869"/>
                    </a:cubicBezTo>
                    <a:cubicBezTo>
                      <a:pt x="5940" y="15272"/>
                      <a:pt x="7976" y="15176"/>
                      <a:pt x="9992" y="15176"/>
                    </a:cubicBezTo>
                    <a:cubicBezTo>
                      <a:pt x="10400" y="15176"/>
                      <a:pt x="10807" y="15180"/>
                      <a:pt x="11213" y="15182"/>
                    </a:cubicBezTo>
                    <a:cubicBezTo>
                      <a:pt x="11916" y="15188"/>
                      <a:pt x="12620" y="15191"/>
                      <a:pt x="13323" y="15193"/>
                    </a:cubicBezTo>
                    <a:cubicBezTo>
                      <a:pt x="15126" y="15201"/>
                      <a:pt x="16929" y="15216"/>
                      <a:pt x="18732" y="15232"/>
                    </a:cubicBezTo>
                    <a:cubicBezTo>
                      <a:pt x="19025" y="15236"/>
                      <a:pt x="19322" y="15238"/>
                      <a:pt x="19616" y="15239"/>
                    </a:cubicBezTo>
                    <a:cubicBezTo>
                      <a:pt x="22339" y="15261"/>
                      <a:pt x="25061" y="15305"/>
                      <a:pt x="27782" y="15380"/>
                    </a:cubicBezTo>
                    <a:cubicBezTo>
                      <a:pt x="27865" y="15382"/>
                      <a:pt x="27946" y="15384"/>
                      <a:pt x="28030" y="15386"/>
                    </a:cubicBezTo>
                    <a:cubicBezTo>
                      <a:pt x="28855" y="15407"/>
                      <a:pt x="29678" y="15430"/>
                      <a:pt x="30502" y="15453"/>
                    </a:cubicBezTo>
                    <a:cubicBezTo>
                      <a:pt x="36491" y="15620"/>
                      <a:pt x="42478" y="15708"/>
                      <a:pt x="48472" y="15714"/>
                    </a:cubicBezTo>
                    <a:cubicBezTo>
                      <a:pt x="49141" y="15714"/>
                      <a:pt x="49810" y="15716"/>
                      <a:pt x="50479" y="15718"/>
                    </a:cubicBezTo>
                    <a:cubicBezTo>
                      <a:pt x="51378" y="15720"/>
                      <a:pt x="52275" y="15720"/>
                      <a:pt x="53173" y="15718"/>
                    </a:cubicBezTo>
                    <a:cubicBezTo>
                      <a:pt x="53502" y="15718"/>
                      <a:pt x="53830" y="15718"/>
                      <a:pt x="54159" y="15720"/>
                    </a:cubicBezTo>
                    <a:cubicBezTo>
                      <a:pt x="55629" y="15724"/>
                      <a:pt x="57083" y="15716"/>
                      <a:pt x="58542" y="15501"/>
                    </a:cubicBezTo>
                    <a:cubicBezTo>
                      <a:pt x="58639" y="15487"/>
                      <a:pt x="58737" y="15474"/>
                      <a:pt x="58839" y="15459"/>
                    </a:cubicBezTo>
                    <a:cubicBezTo>
                      <a:pt x="59904" y="15278"/>
                      <a:pt x="60884" y="14797"/>
                      <a:pt x="61526" y="13904"/>
                    </a:cubicBezTo>
                    <a:cubicBezTo>
                      <a:pt x="62745" y="11930"/>
                      <a:pt x="62903" y="9173"/>
                      <a:pt x="62393" y="6932"/>
                    </a:cubicBezTo>
                    <a:cubicBezTo>
                      <a:pt x="61993" y="5570"/>
                      <a:pt x="61152" y="4557"/>
                      <a:pt x="59937" y="3836"/>
                    </a:cubicBezTo>
                    <a:cubicBezTo>
                      <a:pt x="59043" y="3400"/>
                      <a:pt x="58084" y="3467"/>
                      <a:pt x="57108" y="3463"/>
                    </a:cubicBezTo>
                    <a:cubicBezTo>
                      <a:pt x="56888" y="3461"/>
                      <a:pt x="56671" y="3457"/>
                      <a:pt x="56452" y="3453"/>
                    </a:cubicBezTo>
                    <a:cubicBezTo>
                      <a:pt x="55858" y="3446"/>
                      <a:pt x="55262" y="3440"/>
                      <a:pt x="54668" y="3434"/>
                    </a:cubicBezTo>
                    <a:cubicBezTo>
                      <a:pt x="54095" y="3430"/>
                      <a:pt x="53525" y="3421"/>
                      <a:pt x="52952" y="3413"/>
                    </a:cubicBezTo>
                    <a:cubicBezTo>
                      <a:pt x="51795" y="3398"/>
                      <a:pt x="50636" y="3384"/>
                      <a:pt x="49477" y="3373"/>
                    </a:cubicBezTo>
                    <a:cubicBezTo>
                      <a:pt x="47760" y="3353"/>
                      <a:pt x="46044" y="3332"/>
                      <a:pt x="44329" y="3309"/>
                    </a:cubicBezTo>
                    <a:cubicBezTo>
                      <a:pt x="44185" y="3307"/>
                      <a:pt x="44041" y="3305"/>
                      <a:pt x="43897" y="3305"/>
                    </a:cubicBezTo>
                    <a:cubicBezTo>
                      <a:pt x="43319" y="3298"/>
                      <a:pt x="42740" y="3290"/>
                      <a:pt x="42161" y="3282"/>
                    </a:cubicBezTo>
                    <a:cubicBezTo>
                      <a:pt x="41291" y="3271"/>
                      <a:pt x="40418" y="3259"/>
                      <a:pt x="39547" y="3248"/>
                    </a:cubicBezTo>
                    <a:cubicBezTo>
                      <a:pt x="35855" y="3202"/>
                      <a:pt x="32165" y="3144"/>
                      <a:pt x="28473" y="3065"/>
                    </a:cubicBezTo>
                    <a:cubicBezTo>
                      <a:pt x="28367" y="3063"/>
                      <a:pt x="28259" y="3061"/>
                      <a:pt x="28148" y="3057"/>
                    </a:cubicBezTo>
                    <a:cubicBezTo>
                      <a:pt x="26237" y="3017"/>
                      <a:pt x="24327" y="2975"/>
                      <a:pt x="22414" y="2931"/>
                    </a:cubicBezTo>
                    <a:cubicBezTo>
                      <a:pt x="20022" y="2877"/>
                      <a:pt x="17629" y="2827"/>
                      <a:pt x="15236" y="2790"/>
                    </a:cubicBezTo>
                    <a:cubicBezTo>
                      <a:pt x="15149" y="2788"/>
                      <a:pt x="15064" y="2786"/>
                      <a:pt x="14976" y="2785"/>
                    </a:cubicBezTo>
                    <a:cubicBezTo>
                      <a:pt x="13844" y="2767"/>
                      <a:pt x="12713" y="2754"/>
                      <a:pt x="11582" y="2746"/>
                    </a:cubicBezTo>
                    <a:cubicBezTo>
                      <a:pt x="11257" y="2744"/>
                      <a:pt x="10934" y="2740"/>
                      <a:pt x="10611" y="2736"/>
                    </a:cubicBezTo>
                    <a:cubicBezTo>
                      <a:pt x="8181" y="2702"/>
                      <a:pt x="5913" y="2760"/>
                      <a:pt x="4147" y="465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37" name="New shape">
                <a:extLst>
                  <a:ext uri="{FF2B5EF4-FFF2-40B4-BE49-F238E27FC236}">
                    <a16:creationId xmlns:a16="http://schemas.microsoft.com/office/drawing/2014/main" id="{957A71AA-0CA9-E111-5277-1BB1518BDD9D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6329340" y="754040"/>
                <a:ext cx="136214" cy="60110"/>
              </a:xfrm>
              <a:custGeom>
                <a:avLst/>
                <a:gdLst/>
                <a:ahLst/>
                <a:cxnLst/>
                <a:rect l="l" t="t" r="r" b="b"/>
                <a:pathLst>
                  <a:path w="136214" h="60110">
                    <a:moveTo>
                      <a:pt x="112823" y="40"/>
                    </a:moveTo>
                    <a:cubicBezTo>
                      <a:pt x="115108" y="26"/>
                      <a:pt x="117393" y="17"/>
                      <a:pt x="119681" y="11"/>
                    </a:cubicBezTo>
                    <a:cubicBezTo>
                      <a:pt x="120190" y="9"/>
                      <a:pt x="120699" y="7"/>
                      <a:pt x="121208" y="5"/>
                    </a:cubicBezTo>
                    <a:cubicBezTo>
                      <a:pt x="121860" y="1"/>
                      <a:pt x="122511" y="1"/>
                      <a:pt x="123163" y="1"/>
                    </a:cubicBezTo>
                    <a:cubicBezTo>
                      <a:pt x="123390" y="1"/>
                      <a:pt x="123617" y="0"/>
                      <a:pt x="123845" y="0"/>
                    </a:cubicBezTo>
                    <a:cubicBezTo>
                      <a:pt x="126880" y="-19"/>
                      <a:pt x="129854" y="395"/>
                      <a:pt x="132280" y="2352"/>
                    </a:cubicBezTo>
                    <a:cubicBezTo>
                      <a:pt x="132350" y="2410"/>
                      <a:pt x="132424" y="2469"/>
                      <a:pt x="132498" y="2529"/>
                    </a:cubicBezTo>
                    <a:cubicBezTo>
                      <a:pt x="134284" y="4019"/>
                      <a:pt x="135242" y="6029"/>
                      <a:pt x="135772" y="8257"/>
                    </a:cubicBezTo>
                    <a:cubicBezTo>
                      <a:pt x="135780" y="8291"/>
                      <a:pt x="135780" y="8291"/>
                      <a:pt x="135822" y="8468"/>
                    </a:cubicBezTo>
                    <a:cubicBezTo>
                      <a:pt x="136216" y="10171"/>
                      <a:pt x="136229" y="11855"/>
                      <a:pt x="136214" y="13594"/>
                    </a:cubicBezTo>
                    <a:cubicBezTo>
                      <a:pt x="136212" y="14054"/>
                      <a:pt x="136214" y="14511"/>
                      <a:pt x="136214" y="14970"/>
                    </a:cubicBezTo>
                    <a:cubicBezTo>
                      <a:pt x="136216" y="15864"/>
                      <a:pt x="136212" y="16758"/>
                      <a:pt x="136208" y="17652"/>
                    </a:cubicBezTo>
                    <a:cubicBezTo>
                      <a:pt x="136204" y="18697"/>
                      <a:pt x="136203" y="19743"/>
                      <a:pt x="136203" y="20787"/>
                    </a:cubicBezTo>
                    <a:cubicBezTo>
                      <a:pt x="136203" y="22655"/>
                      <a:pt x="136199" y="24521"/>
                      <a:pt x="136191" y="26387"/>
                    </a:cubicBezTo>
                    <a:cubicBezTo>
                      <a:pt x="136185" y="28192"/>
                      <a:pt x="136181" y="29995"/>
                      <a:pt x="136180" y="31798"/>
                    </a:cubicBezTo>
                    <a:cubicBezTo>
                      <a:pt x="136180" y="31854"/>
                      <a:pt x="136180" y="31854"/>
                      <a:pt x="136180" y="32136"/>
                    </a:cubicBezTo>
                    <a:cubicBezTo>
                      <a:pt x="136180" y="32582"/>
                      <a:pt x="136180" y="33030"/>
                      <a:pt x="136177" y="33478"/>
                    </a:cubicBezTo>
                    <a:cubicBezTo>
                      <a:pt x="136177" y="35312"/>
                      <a:pt x="136173" y="37147"/>
                      <a:pt x="136169" y="38981"/>
                    </a:cubicBezTo>
                    <a:cubicBezTo>
                      <a:pt x="136169" y="39396"/>
                      <a:pt x="136168" y="39811"/>
                      <a:pt x="136168" y="40226"/>
                    </a:cubicBezTo>
                    <a:cubicBezTo>
                      <a:pt x="136166" y="41318"/>
                      <a:pt x="136164" y="42410"/>
                      <a:pt x="136160" y="43501"/>
                    </a:cubicBezTo>
                    <a:cubicBezTo>
                      <a:pt x="136159" y="43951"/>
                      <a:pt x="136156" y="44401"/>
                      <a:pt x="136156" y="44853"/>
                    </a:cubicBezTo>
                    <a:cubicBezTo>
                      <a:pt x="136149" y="50611"/>
                      <a:pt x="136149" y="50611"/>
                      <a:pt x="135607" y="52470"/>
                    </a:cubicBezTo>
                    <a:cubicBezTo>
                      <a:pt x="135572" y="52587"/>
                      <a:pt x="135539" y="52706"/>
                      <a:pt x="135504" y="52827"/>
                    </a:cubicBezTo>
                    <a:cubicBezTo>
                      <a:pt x="134803" y="55174"/>
                      <a:pt x="133388" y="57354"/>
                      <a:pt x="131195" y="58544"/>
                    </a:cubicBezTo>
                    <a:cubicBezTo>
                      <a:pt x="130325" y="58957"/>
                      <a:pt x="129370" y="59214"/>
                      <a:pt x="128435" y="59437"/>
                    </a:cubicBezTo>
                    <a:cubicBezTo>
                      <a:pt x="128374" y="59453"/>
                      <a:pt x="128314" y="59468"/>
                      <a:pt x="128251" y="59485"/>
                    </a:cubicBezTo>
                    <a:cubicBezTo>
                      <a:pt x="127449" y="59676"/>
                      <a:pt x="126648" y="59654"/>
                      <a:pt x="125831" y="59649"/>
                    </a:cubicBezTo>
                    <a:cubicBezTo>
                      <a:pt x="125664" y="59649"/>
                      <a:pt x="125496" y="59649"/>
                      <a:pt x="125329" y="59649"/>
                    </a:cubicBezTo>
                    <a:cubicBezTo>
                      <a:pt x="124870" y="59649"/>
                      <a:pt x="124411" y="59647"/>
                      <a:pt x="123952" y="59645"/>
                    </a:cubicBezTo>
                    <a:cubicBezTo>
                      <a:pt x="123453" y="59645"/>
                      <a:pt x="122954" y="59643"/>
                      <a:pt x="122456" y="59643"/>
                    </a:cubicBezTo>
                    <a:cubicBezTo>
                      <a:pt x="121587" y="59641"/>
                      <a:pt x="120716" y="59639"/>
                      <a:pt x="119848" y="59637"/>
                    </a:cubicBezTo>
                    <a:cubicBezTo>
                      <a:pt x="118448" y="59633"/>
                      <a:pt x="117051" y="59631"/>
                      <a:pt x="115652" y="59629"/>
                    </a:cubicBezTo>
                    <a:cubicBezTo>
                      <a:pt x="115168" y="59629"/>
                      <a:pt x="114681" y="59629"/>
                      <a:pt x="114197" y="59628"/>
                    </a:cubicBezTo>
                    <a:cubicBezTo>
                      <a:pt x="114074" y="59628"/>
                      <a:pt x="113953" y="59628"/>
                      <a:pt x="113827" y="59628"/>
                    </a:cubicBezTo>
                    <a:cubicBezTo>
                      <a:pt x="112945" y="59628"/>
                      <a:pt x="112066" y="59626"/>
                      <a:pt x="111183" y="59624"/>
                    </a:cubicBezTo>
                    <a:cubicBezTo>
                      <a:pt x="105451" y="59614"/>
                      <a:pt x="99718" y="59610"/>
                      <a:pt x="93986" y="59610"/>
                    </a:cubicBezTo>
                    <a:cubicBezTo>
                      <a:pt x="93853" y="59610"/>
                      <a:pt x="93721" y="59610"/>
                      <a:pt x="93588" y="59610"/>
                    </a:cubicBezTo>
                    <a:cubicBezTo>
                      <a:pt x="86794" y="59610"/>
                      <a:pt x="80002" y="59624"/>
                      <a:pt x="73207" y="59714"/>
                    </a:cubicBezTo>
                    <a:cubicBezTo>
                      <a:pt x="73169" y="59714"/>
                      <a:pt x="73169" y="59714"/>
                      <a:pt x="72969" y="59718"/>
                    </a:cubicBezTo>
                    <a:cubicBezTo>
                      <a:pt x="70901" y="59745"/>
                      <a:pt x="68830" y="59776"/>
                      <a:pt x="66762" y="59808"/>
                    </a:cubicBezTo>
                    <a:cubicBezTo>
                      <a:pt x="64052" y="59849"/>
                      <a:pt x="61344" y="59889"/>
                      <a:pt x="58636" y="59925"/>
                    </a:cubicBezTo>
                    <a:cubicBezTo>
                      <a:pt x="58559" y="59925"/>
                      <a:pt x="58484" y="59927"/>
                      <a:pt x="58405" y="59927"/>
                    </a:cubicBezTo>
                    <a:cubicBezTo>
                      <a:pt x="49183" y="60050"/>
                      <a:pt x="39961" y="60072"/>
                      <a:pt x="30739" y="60081"/>
                    </a:cubicBezTo>
                    <a:cubicBezTo>
                      <a:pt x="28988" y="60083"/>
                      <a:pt x="27235" y="60089"/>
                      <a:pt x="25484" y="60093"/>
                    </a:cubicBezTo>
                    <a:cubicBezTo>
                      <a:pt x="23497" y="60098"/>
                      <a:pt x="21509" y="60102"/>
                      <a:pt x="19522" y="60102"/>
                    </a:cubicBezTo>
                    <a:cubicBezTo>
                      <a:pt x="18499" y="60102"/>
                      <a:pt x="17477" y="60102"/>
                      <a:pt x="16454" y="60106"/>
                    </a:cubicBezTo>
                    <a:cubicBezTo>
                      <a:pt x="15597" y="60110"/>
                      <a:pt x="14742" y="60110"/>
                      <a:pt x="13885" y="60108"/>
                    </a:cubicBezTo>
                    <a:cubicBezTo>
                      <a:pt x="13452" y="60106"/>
                      <a:pt x="13022" y="60106"/>
                      <a:pt x="12589" y="60110"/>
                    </a:cubicBezTo>
                    <a:cubicBezTo>
                      <a:pt x="9169" y="60135"/>
                      <a:pt x="5681" y="59672"/>
                      <a:pt x="3123" y="57173"/>
                    </a:cubicBezTo>
                    <a:cubicBezTo>
                      <a:pt x="1514" y="55487"/>
                      <a:pt x="701" y="53069"/>
                      <a:pt x="303" y="50817"/>
                    </a:cubicBezTo>
                    <a:cubicBezTo>
                      <a:pt x="292" y="50748"/>
                      <a:pt x="279" y="50676"/>
                      <a:pt x="267" y="50605"/>
                    </a:cubicBezTo>
                    <a:cubicBezTo>
                      <a:pt x="-3" y="49047"/>
                      <a:pt x="-27" y="47524"/>
                      <a:pt x="0" y="45948"/>
                    </a:cubicBezTo>
                    <a:cubicBezTo>
                      <a:pt x="6" y="45520"/>
                      <a:pt x="7" y="45091"/>
                      <a:pt x="11" y="44664"/>
                    </a:cubicBezTo>
                    <a:cubicBezTo>
                      <a:pt x="15" y="44070"/>
                      <a:pt x="19" y="43478"/>
                      <a:pt x="24" y="42886"/>
                    </a:cubicBezTo>
                    <a:cubicBezTo>
                      <a:pt x="42" y="41097"/>
                      <a:pt x="46" y="39306"/>
                      <a:pt x="46" y="37516"/>
                    </a:cubicBezTo>
                    <a:cubicBezTo>
                      <a:pt x="46" y="36793"/>
                      <a:pt x="46" y="36073"/>
                      <a:pt x="48" y="35350"/>
                    </a:cubicBezTo>
                    <a:cubicBezTo>
                      <a:pt x="48" y="35267"/>
                      <a:pt x="48" y="35187"/>
                      <a:pt x="48" y="35102"/>
                    </a:cubicBezTo>
                    <a:cubicBezTo>
                      <a:pt x="50" y="32888"/>
                      <a:pt x="58" y="30676"/>
                      <a:pt x="65" y="28461"/>
                    </a:cubicBezTo>
                    <a:cubicBezTo>
                      <a:pt x="67" y="28023"/>
                      <a:pt x="68" y="27587"/>
                      <a:pt x="71" y="27149"/>
                    </a:cubicBezTo>
                    <a:cubicBezTo>
                      <a:pt x="71" y="27062"/>
                      <a:pt x="71" y="26976"/>
                      <a:pt x="71" y="26885"/>
                    </a:cubicBezTo>
                    <a:cubicBezTo>
                      <a:pt x="76" y="25465"/>
                      <a:pt x="79" y="24044"/>
                      <a:pt x="79" y="22622"/>
                    </a:cubicBezTo>
                    <a:cubicBezTo>
                      <a:pt x="79" y="21142"/>
                      <a:pt x="84" y="19662"/>
                      <a:pt x="92" y="18180"/>
                    </a:cubicBezTo>
                    <a:cubicBezTo>
                      <a:pt x="96" y="17358"/>
                      <a:pt x="98" y="16535"/>
                      <a:pt x="96" y="15712"/>
                    </a:cubicBezTo>
                    <a:cubicBezTo>
                      <a:pt x="79" y="6412"/>
                      <a:pt x="79" y="6412"/>
                      <a:pt x="3152" y="3156"/>
                    </a:cubicBezTo>
                    <a:cubicBezTo>
                      <a:pt x="4640" y="1731"/>
                      <a:pt x="6498" y="972"/>
                      <a:pt x="8499" y="622"/>
                    </a:cubicBezTo>
                    <a:cubicBezTo>
                      <a:pt x="8583" y="605"/>
                      <a:pt x="8668" y="588"/>
                      <a:pt x="8755" y="570"/>
                    </a:cubicBezTo>
                    <a:cubicBezTo>
                      <a:pt x="9973" y="359"/>
                      <a:pt x="11205" y="405"/>
                      <a:pt x="12438" y="411"/>
                    </a:cubicBezTo>
                    <a:cubicBezTo>
                      <a:pt x="12634" y="413"/>
                      <a:pt x="12830" y="413"/>
                      <a:pt x="13026" y="413"/>
                    </a:cubicBezTo>
                    <a:cubicBezTo>
                      <a:pt x="15861" y="420"/>
                      <a:pt x="18694" y="463"/>
                      <a:pt x="21527" y="501"/>
                    </a:cubicBezTo>
                    <a:cubicBezTo>
                      <a:pt x="28056" y="592"/>
                      <a:pt x="34583" y="653"/>
                      <a:pt x="41112" y="657"/>
                    </a:cubicBezTo>
                    <a:cubicBezTo>
                      <a:pt x="41206" y="659"/>
                      <a:pt x="41302" y="659"/>
                      <a:pt x="41399" y="659"/>
                    </a:cubicBezTo>
                    <a:cubicBezTo>
                      <a:pt x="50459" y="665"/>
                      <a:pt x="59520" y="551"/>
                      <a:pt x="73105" y="392"/>
                    </a:cubicBezTo>
                    <a:cubicBezTo>
                      <a:pt x="74604" y="374"/>
                      <a:pt x="76103" y="357"/>
                      <a:pt x="77603" y="340"/>
                    </a:cubicBezTo>
                    <a:cubicBezTo>
                      <a:pt x="77883" y="336"/>
                      <a:pt x="78162" y="332"/>
                      <a:pt x="78443" y="328"/>
                    </a:cubicBezTo>
                    <a:cubicBezTo>
                      <a:pt x="86123" y="240"/>
                      <a:pt x="93805" y="165"/>
                      <a:pt x="111277" y="49"/>
                    </a:cubicBezTo>
                    <a:cubicBezTo>
                      <a:pt x="111793" y="46"/>
                      <a:pt x="112307" y="44"/>
                      <a:pt x="112823" y="40"/>
                    </a:cubicBezTo>
                    <a:close/>
                    <a:moveTo>
                      <a:pt x="14296" y="3188"/>
                    </a:moveTo>
                    <a:cubicBezTo>
                      <a:pt x="14002" y="3194"/>
                      <a:pt x="13708" y="3198"/>
                      <a:pt x="13416" y="3204"/>
                    </a:cubicBezTo>
                    <a:cubicBezTo>
                      <a:pt x="12962" y="3209"/>
                      <a:pt x="12510" y="3219"/>
                      <a:pt x="12057" y="3229"/>
                    </a:cubicBezTo>
                    <a:cubicBezTo>
                      <a:pt x="11895" y="3232"/>
                      <a:pt x="11734" y="3234"/>
                      <a:pt x="11572" y="3236"/>
                    </a:cubicBezTo>
                    <a:cubicBezTo>
                      <a:pt x="9260" y="3271"/>
                      <a:pt x="6852" y="3748"/>
                      <a:pt x="5147" y="5433"/>
                    </a:cubicBezTo>
                    <a:cubicBezTo>
                      <a:pt x="3757" y="6948"/>
                      <a:pt x="3119" y="8941"/>
                      <a:pt x="3056" y="10965"/>
                    </a:cubicBezTo>
                    <a:cubicBezTo>
                      <a:pt x="3052" y="11076"/>
                      <a:pt x="3048" y="11190"/>
                      <a:pt x="3044" y="11303"/>
                    </a:cubicBezTo>
                    <a:cubicBezTo>
                      <a:pt x="3031" y="11688"/>
                      <a:pt x="3019" y="12070"/>
                      <a:pt x="3008" y="12454"/>
                    </a:cubicBezTo>
                    <a:cubicBezTo>
                      <a:pt x="3006" y="12524"/>
                      <a:pt x="3004" y="12593"/>
                      <a:pt x="3002" y="12664"/>
                    </a:cubicBezTo>
                    <a:cubicBezTo>
                      <a:pt x="2857" y="17746"/>
                      <a:pt x="2894" y="22832"/>
                      <a:pt x="2925" y="27915"/>
                    </a:cubicBezTo>
                    <a:cubicBezTo>
                      <a:pt x="2925" y="28002"/>
                      <a:pt x="2925" y="28088"/>
                      <a:pt x="2925" y="28177"/>
                    </a:cubicBezTo>
                    <a:cubicBezTo>
                      <a:pt x="2942" y="30983"/>
                      <a:pt x="2964" y="33787"/>
                      <a:pt x="2988" y="36592"/>
                    </a:cubicBezTo>
                    <a:cubicBezTo>
                      <a:pt x="2994" y="37303"/>
                      <a:pt x="3000" y="38014"/>
                      <a:pt x="3006" y="38725"/>
                    </a:cubicBezTo>
                    <a:cubicBezTo>
                      <a:pt x="3012" y="39603"/>
                      <a:pt x="3019" y="40482"/>
                      <a:pt x="3029" y="41360"/>
                    </a:cubicBezTo>
                    <a:cubicBezTo>
                      <a:pt x="3033" y="41812"/>
                      <a:pt x="3037" y="42266"/>
                      <a:pt x="3040" y="42717"/>
                    </a:cubicBezTo>
                    <a:cubicBezTo>
                      <a:pt x="3052" y="44597"/>
                      <a:pt x="3116" y="46463"/>
                      <a:pt x="3286" y="48335"/>
                    </a:cubicBezTo>
                    <a:cubicBezTo>
                      <a:pt x="3294" y="48418"/>
                      <a:pt x="3302" y="48501"/>
                      <a:pt x="3308" y="48587"/>
                    </a:cubicBezTo>
                    <a:cubicBezTo>
                      <a:pt x="3504" y="50769"/>
                      <a:pt x="3963" y="53256"/>
                      <a:pt x="5616" y="54824"/>
                    </a:cubicBezTo>
                    <a:cubicBezTo>
                      <a:pt x="5639" y="54847"/>
                      <a:pt x="5639" y="54847"/>
                      <a:pt x="5760" y="54965"/>
                    </a:cubicBezTo>
                    <a:cubicBezTo>
                      <a:pt x="6436" y="55595"/>
                      <a:pt x="7225" y="55918"/>
                      <a:pt x="8090" y="56218"/>
                    </a:cubicBezTo>
                    <a:cubicBezTo>
                      <a:pt x="8180" y="56248"/>
                      <a:pt x="8270" y="56279"/>
                      <a:pt x="8363" y="56312"/>
                    </a:cubicBezTo>
                    <a:cubicBezTo>
                      <a:pt x="9731" y="56746"/>
                      <a:pt x="11183" y="56775"/>
                      <a:pt x="12606" y="56773"/>
                    </a:cubicBezTo>
                    <a:cubicBezTo>
                      <a:pt x="12760" y="56775"/>
                      <a:pt x="12914" y="56775"/>
                      <a:pt x="13070" y="56775"/>
                    </a:cubicBezTo>
                    <a:cubicBezTo>
                      <a:pt x="13489" y="56777"/>
                      <a:pt x="13908" y="56779"/>
                      <a:pt x="14329" y="56779"/>
                    </a:cubicBezTo>
                    <a:cubicBezTo>
                      <a:pt x="14784" y="56779"/>
                      <a:pt x="15241" y="56781"/>
                      <a:pt x="15699" y="56783"/>
                    </a:cubicBezTo>
                    <a:cubicBezTo>
                      <a:pt x="16495" y="56787"/>
                      <a:pt x="17291" y="56789"/>
                      <a:pt x="18086" y="56791"/>
                    </a:cubicBezTo>
                    <a:cubicBezTo>
                      <a:pt x="19368" y="56792"/>
                      <a:pt x="20649" y="56798"/>
                      <a:pt x="21931" y="56802"/>
                    </a:cubicBezTo>
                    <a:cubicBezTo>
                      <a:pt x="22376" y="56804"/>
                      <a:pt x="22821" y="56806"/>
                      <a:pt x="23266" y="56806"/>
                    </a:cubicBezTo>
                    <a:cubicBezTo>
                      <a:pt x="23378" y="56808"/>
                      <a:pt x="23489" y="56808"/>
                      <a:pt x="23604" y="56808"/>
                    </a:cubicBezTo>
                    <a:cubicBezTo>
                      <a:pt x="24767" y="56812"/>
                      <a:pt x="25928" y="56816"/>
                      <a:pt x="27091" y="56819"/>
                    </a:cubicBezTo>
                    <a:cubicBezTo>
                      <a:pt x="32040" y="56835"/>
                      <a:pt x="36992" y="56854"/>
                      <a:pt x="41943" y="56877"/>
                    </a:cubicBezTo>
                    <a:cubicBezTo>
                      <a:pt x="42064" y="56877"/>
                      <a:pt x="42185" y="56877"/>
                      <a:pt x="42308" y="56879"/>
                    </a:cubicBezTo>
                    <a:cubicBezTo>
                      <a:pt x="48686" y="56906"/>
                      <a:pt x="55060" y="56946"/>
                      <a:pt x="61438" y="57037"/>
                    </a:cubicBezTo>
                    <a:cubicBezTo>
                      <a:pt x="61515" y="57037"/>
                      <a:pt x="61594" y="57038"/>
                      <a:pt x="61675" y="57038"/>
                    </a:cubicBezTo>
                    <a:cubicBezTo>
                      <a:pt x="63708" y="57067"/>
                      <a:pt x="65742" y="57098"/>
                      <a:pt x="67775" y="57129"/>
                    </a:cubicBezTo>
                    <a:cubicBezTo>
                      <a:pt x="70370" y="57169"/>
                      <a:pt x="72963" y="57208"/>
                      <a:pt x="75558" y="57242"/>
                    </a:cubicBezTo>
                    <a:cubicBezTo>
                      <a:pt x="75627" y="57244"/>
                      <a:pt x="75696" y="57244"/>
                      <a:pt x="75767" y="57246"/>
                    </a:cubicBezTo>
                    <a:cubicBezTo>
                      <a:pt x="82984" y="57346"/>
                      <a:pt x="90202" y="57365"/>
                      <a:pt x="108500" y="57325"/>
                    </a:cubicBezTo>
                    <a:cubicBezTo>
                      <a:pt x="109084" y="57323"/>
                      <a:pt x="109669" y="57321"/>
                      <a:pt x="110252" y="57319"/>
                    </a:cubicBezTo>
                    <a:cubicBezTo>
                      <a:pt x="112869" y="57308"/>
                      <a:pt x="115486" y="57292"/>
                      <a:pt x="118102" y="57269"/>
                    </a:cubicBezTo>
                    <a:cubicBezTo>
                      <a:pt x="118700" y="57263"/>
                      <a:pt x="119298" y="57260"/>
                      <a:pt x="119894" y="57256"/>
                    </a:cubicBezTo>
                    <a:cubicBezTo>
                      <a:pt x="120598" y="57252"/>
                      <a:pt x="121299" y="57246"/>
                      <a:pt x="122002" y="57237"/>
                    </a:cubicBezTo>
                    <a:cubicBezTo>
                      <a:pt x="122349" y="57233"/>
                      <a:pt x="122694" y="57229"/>
                      <a:pt x="123040" y="57227"/>
                    </a:cubicBezTo>
                    <a:cubicBezTo>
                      <a:pt x="124421" y="57219"/>
                      <a:pt x="125748" y="57135"/>
                      <a:pt x="127102" y="56869"/>
                    </a:cubicBezTo>
                    <a:cubicBezTo>
                      <a:pt x="127219" y="56846"/>
                      <a:pt x="127336" y="56823"/>
                      <a:pt x="127455" y="56800"/>
                    </a:cubicBezTo>
                    <a:cubicBezTo>
                      <a:pt x="129085" y="56450"/>
                      <a:pt x="130640" y="55662"/>
                      <a:pt x="131580" y="54246"/>
                    </a:cubicBezTo>
                    <a:cubicBezTo>
                      <a:pt x="131620" y="54182"/>
                      <a:pt x="131660" y="54121"/>
                      <a:pt x="131703" y="54056"/>
                    </a:cubicBezTo>
                    <a:cubicBezTo>
                      <a:pt x="131745" y="53990"/>
                      <a:pt x="131788" y="53925"/>
                      <a:pt x="131832" y="53857"/>
                    </a:cubicBezTo>
                    <a:cubicBezTo>
                      <a:pt x="133470" y="51284"/>
                      <a:pt x="133325" y="48001"/>
                      <a:pt x="133304" y="45072"/>
                    </a:cubicBezTo>
                    <a:cubicBezTo>
                      <a:pt x="133302" y="44553"/>
                      <a:pt x="133302" y="44034"/>
                      <a:pt x="133302" y="43515"/>
                    </a:cubicBezTo>
                    <a:cubicBezTo>
                      <a:pt x="133302" y="42513"/>
                      <a:pt x="133298" y="41512"/>
                      <a:pt x="133292" y="40509"/>
                    </a:cubicBezTo>
                    <a:cubicBezTo>
                      <a:pt x="133288" y="39700"/>
                      <a:pt x="133287" y="38889"/>
                      <a:pt x="133283" y="38079"/>
                    </a:cubicBezTo>
                    <a:cubicBezTo>
                      <a:pt x="133277" y="35150"/>
                      <a:pt x="133263" y="32223"/>
                      <a:pt x="133246" y="29295"/>
                    </a:cubicBezTo>
                    <a:cubicBezTo>
                      <a:pt x="133240" y="28546"/>
                      <a:pt x="133237" y="27794"/>
                      <a:pt x="133233" y="27043"/>
                    </a:cubicBezTo>
                    <a:cubicBezTo>
                      <a:pt x="133222" y="24729"/>
                      <a:pt x="133208" y="22415"/>
                      <a:pt x="133187" y="20100"/>
                    </a:cubicBezTo>
                    <a:cubicBezTo>
                      <a:pt x="133181" y="19522"/>
                      <a:pt x="133177" y="18943"/>
                      <a:pt x="133174" y="18365"/>
                    </a:cubicBezTo>
                    <a:cubicBezTo>
                      <a:pt x="133106" y="7934"/>
                      <a:pt x="133106" y="7934"/>
                      <a:pt x="130523" y="5366"/>
                    </a:cubicBezTo>
                    <a:cubicBezTo>
                      <a:pt x="128631" y="3617"/>
                      <a:pt x="126242" y="3419"/>
                      <a:pt x="123765" y="3425"/>
                    </a:cubicBezTo>
                    <a:cubicBezTo>
                      <a:pt x="123517" y="3423"/>
                      <a:pt x="123269" y="3421"/>
                      <a:pt x="123021" y="3419"/>
                    </a:cubicBezTo>
                    <a:cubicBezTo>
                      <a:pt x="122487" y="3417"/>
                      <a:pt x="121953" y="3415"/>
                      <a:pt x="121418" y="3415"/>
                    </a:cubicBezTo>
                    <a:cubicBezTo>
                      <a:pt x="120622" y="3413"/>
                      <a:pt x="119825" y="3409"/>
                      <a:pt x="119029" y="3405"/>
                    </a:cubicBezTo>
                    <a:cubicBezTo>
                      <a:pt x="117705" y="3398"/>
                      <a:pt x="116378" y="3394"/>
                      <a:pt x="115054" y="3390"/>
                    </a:cubicBezTo>
                    <a:cubicBezTo>
                      <a:pt x="113230" y="3386"/>
                      <a:pt x="111408" y="3378"/>
                      <a:pt x="109586" y="3369"/>
                    </a:cubicBezTo>
                    <a:cubicBezTo>
                      <a:pt x="109434" y="3369"/>
                      <a:pt x="109284" y="3369"/>
                      <a:pt x="109134" y="3367"/>
                    </a:cubicBezTo>
                    <a:cubicBezTo>
                      <a:pt x="109060" y="3367"/>
                      <a:pt x="108986" y="3367"/>
                      <a:pt x="108909" y="3367"/>
                    </a:cubicBezTo>
                    <a:cubicBezTo>
                      <a:pt x="108757" y="3365"/>
                      <a:pt x="108605" y="3365"/>
                      <a:pt x="108453" y="3365"/>
                    </a:cubicBezTo>
                    <a:cubicBezTo>
                      <a:pt x="108071" y="3363"/>
                      <a:pt x="107687" y="3361"/>
                      <a:pt x="107305" y="3359"/>
                    </a:cubicBezTo>
                    <a:cubicBezTo>
                      <a:pt x="106511" y="3355"/>
                      <a:pt x="105717" y="3352"/>
                      <a:pt x="104923" y="3350"/>
                    </a:cubicBezTo>
                    <a:cubicBezTo>
                      <a:pt x="100906" y="3334"/>
                      <a:pt x="96889" y="3309"/>
                      <a:pt x="92871" y="3269"/>
                    </a:cubicBezTo>
                    <a:cubicBezTo>
                      <a:pt x="92328" y="3265"/>
                      <a:pt x="91784" y="3259"/>
                      <a:pt x="91240" y="3254"/>
                    </a:cubicBezTo>
                    <a:cubicBezTo>
                      <a:pt x="91130" y="3252"/>
                      <a:pt x="91020" y="3252"/>
                      <a:pt x="90909" y="3250"/>
                    </a:cubicBezTo>
                    <a:cubicBezTo>
                      <a:pt x="82337" y="3165"/>
                      <a:pt x="73765" y="3106"/>
                      <a:pt x="49660" y="3096"/>
                    </a:cubicBezTo>
                    <a:cubicBezTo>
                      <a:pt x="47317" y="3096"/>
                      <a:pt x="44974" y="3096"/>
                      <a:pt x="42629" y="3096"/>
                    </a:cubicBezTo>
                    <a:cubicBezTo>
                      <a:pt x="39844" y="3094"/>
                      <a:pt x="37057" y="3094"/>
                      <a:pt x="34270" y="3094"/>
                    </a:cubicBezTo>
                    <a:cubicBezTo>
                      <a:pt x="33972" y="3094"/>
                      <a:pt x="33672" y="3094"/>
                      <a:pt x="33374" y="3094"/>
                    </a:cubicBezTo>
                    <a:cubicBezTo>
                      <a:pt x="33338" y="3094"/>
                      <a:pt x="33338" y="3094"/>
                      <a:pt x="33151" y="3094"/>
                    </a:cubicBezTo>
                    <a:cubicBezTo>
                      <a:pt x="32143" y="3094"/>
                      <a:pt x="31133" y="3094"/>
                      <a:pt x="30124" y="3094"/>
                    </a:cubicBezTo>
                    <a:cubicBezTo>
                      <a:pt x="24848" y="3092"/>
                      <a:pt x="19570" y="3092"/>
                      <a:pt x="14296" y="318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38" name="New shape">
                <a:extLst>
                  <a:ext uri="{FF2B5EF4-FFF2-40B4-BE49-F238E27FC236}">
                    <a16:creationId xmlns:a16="http://schemas.microsoft.com/office/drawing/2014/main" id="{2CD2B8FE-961D-9FC6-2F8A-F21A163DD793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6329328" y="833659"/>
                <a:ext cx="31733" cy="29815"/>
              </a:xfrm>
              <a:custGeom>
                <a:avLst/>
                <a:gdLst/>
                <a:ahLst/>
                <a:cxnLst/>
                <a:rect l="l" t="t" r="r" b="b"/>
                <a:pathLst>
                  <a:path w="31732" h="29813">
                    <a:moveTo>
                      <a:pt x="22157" y="0"/>
                    </a:moveTo>
                    <a:cubicBezTo>
                      <a:pt x="22228" y="44"/>
                      <a:pt x="22300" y="88"/>
                      <a:pt x="22373" y="134"/>
                    </a:cubicBezTo>
                    <a:cubicBezTo>
                      <a:pt x="22726" y="370"/>
                      <a:pt x="22899" y="497"/>
                      <a:pt x="23043" y="907"/>
                    </a:cubicBezTo>
                    <a:cubicBezTo>
                      <a:pt x="23053" y="1020"/>
                      <a:pt x="23061" y="1132"/>
                      <a:pt x="23070" y="1249"/>
                    </a:cubicBezTo>
                    <a:cubicBezTo>
                      <a:pt x="23082" y="1362"/>
                      <a:pt x="23091" y="1476"/>
                      <a:pt x="23103" y="1591"/>
                    </a:cubicBezTo>
                    <a:cubicBezTo>
                      <a:pt x="23116" y="1895"/>
                      <a:pt x="23122" y="2194"/>
                      <a:pt x="23118" y="2498"/>
                    </a:cubicBezTo>
                    <a:cubicBezTo>
                      <a:pt x="23074" y="2446"/>
                      <a:pt x="23031" y="2394"/>
                      <a:pt x="22987" y="2342"/>
                    </a:cubicBezTo>
                    <a:cubicBezTo>
                      <a:pt x="22476" y="1779"/>
                      <a:pt x="22040" y="1553"/>
                      <a:pt x="21304" y="1393"/>
                    </a:cubicBezTo>
                    <a:cubicBezTo>
                      <a:pt x="21198" y="1370"/>
                      <a:pt x="21092" y="1347"/>
                      <a:pt x="20985" y="1324"/>
                    </a:cubicBezTo>
                    <a:cubicBezTo>
                      <a:pt x="16771" y="522"/>
                      <a:pt x="12787" y="1524"/>
                      <a:pt x="9239" y="3853"/>
                    </a:cubicBezTo>
                    <a:cubicBezTo>
                      <a:pt x="8720" y="4211"/>
                      <a:pt x="8224" y="4593"/>
                      <a:pt x="7742" y="4997"/>
                    </a:cubicBezTo>
                    <a:cubicBezTo>
                      <a:pt x="7709" y="5024"/>
                      <a:pt x="7709" y="5024"/>
                      <a:pt x="7546" y="5160"/>
                    </a:cubicBezTo>
                    <a:cubicBezTo>
                      <a:pt x="5333" y="7055"/>
                      <a:pt x="3921" y="10123"/>
                      <a:pt x="3678" y="13000"/>
                    </a:cubicBezTo>
                    <a:cubicBezTo>
                      <a:pt x="3456" y="16374"/>
                      <a:pt x="4464" y="19937"/>
                      <a:pt x="6660" y="22557"/>
                    </a:cubicBezTo>
                    <a:cubicBezTo>
                      <a:pt x="7001" y="22939"/>
                      <a:pt x="7361" y="23297"/>
                      <a:pt x="7742" y="23641"/>
                    </a:cubicBezTo>
                    <a:cubicBezTo>
                      <a:pt x="7803" y="23698"/>
                      <a:pt x="7866" y="23754"/>
                      <a:pt x="7930" y="23814"/>
                    </a:cubicBezTo>
                    <a:cubicBezTo>
                      <a:pt x="10427" y="26014"/>
                      <a:pt x="13642" y="26747"/>
                      <a:pt x="16888" y="26578"/>
                    </a:cubicBezTo>
                    <a:cubicBezTo>
                      <a:pt x="20141" y="26362"/>
                      <a:pt x="23178" y="24838"/>
                      <a:pt x="25424" y="22488"/>
                    </a:cubicBezTo>
                    <a:cubicBezTo>
                      <a:pt x="26599" y="21144"/>
                      <a:pt x="27512" y="19551"/>
                      <a:pt x="28116" y="17875"/>
                    </a:cubicBezTo>
                    <a:cubicBezTo>
                      <a:pt x="28147" y="17790"/>
                      <a:pt x="28177" y="17705"/>
                      <a:pt x="28209" y="17617"/>
                    </a:cubicBezTo>
                    <a:cubicBezTo>
                      <a:pt x="29278" y="14574"/>
                      <a:pt x="28878" y="11121"/>
                      <a:pt x="27518" y="8260"/>
                    </a:cubicBezTo>
                    <a:cubicBezTo>
                      <a:pt x="26861" y="6915"/>
                      <a:pt x="26055" y="5779"/>
                      <a:pt x="25058" y="4657"/>
                    </a:cubicBezTo>
                    <a:cubicBezTo>
                      <a:pt x="24713" y="4266"/>
                      <a:pt x="24383" y="3865"/>
                      <a:pt x="24056" y="3459"/>
                    </a:cubicBezTo>
                    <a:cubicBezTo>
                      <a:pt x="23996" y="3390"/>
                      <a:pt x="23937" y="3321"/>
                      <a:pt x="23876" y="3248"/>
                    </a:cubicBezTo>
                    <a:cubicBezTo>
                      <a:pt x="23824" y="3182"/>
                      <a:pt x="23772" y="3117"/>
                      <a:pt x="23718" y="3052"/>
                    </a:cubicBezTo>
                    <a:cubicBezTo>
                      <a:pt x="23672" y="2994"/>
                      <a:pt x="23624" y="2938"/>
                      <a:pt x="23578" y="2881"/>
                    </a:cubicBezTo>
                    <a:cubicBezTo>
                      <a:pt x="23462" y="2588"/>
                      <a:pt x="23579" y="2394"/>
                      <a:pt x="23695" y="2114"/>
                    </a:cubicBezTo>
                    <a:cubicBezTo>
                      <a:pt x="24762" y="2171"/>
                      <a:pt x="25410" y="2439"/>
                      <a:pt x="26241" y="3111"/>
                    </a:cubicBezTo>
                    <a:cubicBezTo>
                      <a:pt x="26296" y="3152"/>
                      <a:pt x="26348" y="3194"/>
                      <a:pt x="26401" y="3238"/>
                    </a:cubicBezTo>
                    <a:cubicBezTo>
                      <a:pt x="29123" y="5406"/>
                      <a:pt x="31267" y="8862"/>
                      <a:pt x="31732" y="12341"/>
                    </a:cubicBezTo>
                    <a:cubicBezTo>
                      <a:pt x="32136" y="16379"/>
                      <a:pt x="31312" y="20406"/>
                      <a:pt x="28769" y="23637"/>
                    </a:cubicBezTo>
                    <a:cubicBezTo>
                      <a:pt x="28556" y="23898"/>
                      <a:pt x="28337" y="24154"/>
                      <a:pt x="28116" y="24410"/>
                    </a:cubicBezTo>
                    <a:cubicBezTo>
                      <a:pt x="28054" y="24483"/>
                      <a:pt x="27992" y="24554"/>
                      <a:pt x="27929" y="24629"/>
                    </a:cubicBezTo>
                    <a:cubicBezTo>
                      <a:pt x="25290" y="27662"/>
                      <a:pt x="21180" y="29538"/>
                      <a:pt x="17202" y="29814"/>
                    </a:cubicBezTo>
                    <a:cubicBezTo>
                      <a:pt x="12570" y="30016"/>
                      <a:pt x="8332" y="28719"/>
                      <a:pt x="4859" y="25563"/>
                    </a:cubicBezTo>
                    <a:cubicBezTo>
                      <a:pt x="1762" y="22664"/>
                      <a:pt x="146" y="18326"/>
                      <a:pt x="0" y="14134"/>
                    </a:cubicBezTo>
                    <a:cubicBezTo>
                      <a:pt x="-71" y="9796"/>
                      <a:pt x="1806" y="5700"/>
                      <a:pt x="4771" y="2588"/>
                    </a:cubicBezTo>
                    <a:cubicBezTo>
                      <a:pt x="9108" y="-1843"/>
                      <a:pt x="16764" y="-3419"/>
                      <a:pt x="22157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39" name="New shape">
                <a:extLst>
                  <a:ext uri="{FF2B5EF4-FFF2-40B4-BE49-F238E27FC236}">
                    <a16:creationId xmlns:a16="http://schemas.microsoft.com/office/drawing/2014/main" id="{E188860A-7BCA-432C-A93D-880AEE776C42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6433893" y="833512"/>
                <a:ext cx="31762" cy="30163"/>
              </a:xfrm>
              <a:custGeom>
                <a:avLst/>
                <a:gdLst/>
                <a:ahLst/>
                <a:cxnLst/>
                <a:rect l="l" t="t" r="r" b="b"/>
                <a:pathLst>
                  <a:path w="31762" h="30162">
                    <a:moveTo>
                      <a:pt x="22352" y="367"/>
                    </a:moveTo>
                    <a:cubicBezTo>
                      <a:pt x="22807" y="772"/>
                      <a:pt x="22993" y="1287"/>
                      <a:pt x="23113" y="1877"/>
                    </a:cubicBezTo>
                    <a:cubicBezTo>
                      <a:pt x="23164" y="1816"/>
                      <a:pt x="23216" y="1754"/>
                      <a:pt x="23270" y="1693"/>
                    </a:cubicBezTo>
                    <a:cubicBezTo>
                      <a:pt x="23639" y="1368"/>
                      <a:pt x="23943" y="1368"/>
                      <a:pt x="24421" y="1381"/>
                    </a:cubicBezTo>
                    <a:cubicBezTo>
                      <a:pt x="25390" y="1560"/>
                      <a:pt x="26228" y="2417"/>
                      <a:pt x="26957" y="3031"/>
                    </a:cubicBezTo>
                    <a:cubicBezTo>
                      <a:pt x="26989" y="3056"/>
                      <a:pt x="26989" y="3056"/>
                      <a:pt x="27157" y="3192"/>
                    </a:cubicBezTo>
                    <a:cubicBezTo>
                      <a:pt x="29543" y="5172"/>
                      <a:pt x="31445" y="9008"/>
                      <a:pt x="31762" y="12064"/>
                    </a:cubicBezTo>
                    <a:cubicBezTo>
                      <a:pt x="32046" y="16510"/>
                      <a:pt x="31477" y="20783"/>
                      <a:pt x="28506" y="24292"/>
                    </a:cubicBezTo>
                    <a:cubicBezTo>
                      <a:pt x="28313" y="24512"/>
                      <a:pt x="28116" y="24727"/>
                      <a:pt x="27918" y="24942"/>
                    </a:cubicBezTo>
                    <a:cubicBezTo>
                      <a:pt x="27854" y="25013"/>
                      <a:pt x="27791" y="25086"/>
                      <a:pt x="27726" y="25161"/>
                    </a:cubicBezTo>
                    <a:cubicBezTo>
                      <a:pt x="25054" y="28196"/>
                      <a:pt x="21137" y="29834"/>
                      <a:pt x="17158" y="30162"/>
                    </a:cubicBezTo>
                    <a:cubicBezTo>
                      <a:pt x="12934" y="30412"/>
                      <a:pt x="8724" y="29253"/>
                      <a:pt x="5506" y="26439"/>
                    </a:cubicBezTo>
                    <a:cubicBezTo>
                      <a:pt x="2358" y="23608"/>
                      <a:pt x="234" y="19626"/>
                      <a:pt x="0" y="15359"/>
                    </a:cubicBezTo>
                    <a:cubicBezTo>
                      <a:pt x="-101" y="13114"/>
                      <a:pt x="50" y="11111"/>
                      <a:pt x="817" y="8989"/>
                    </a:cubicBezTo>
                    <a:cubicBezTo>
                      <a:pt x="834" y="8937"/>
                      <a:pt x="834" y="8937"/>
                      <a:pt x="920" y="8683"/>
                    </a:cubicBezTo>
                    <a:cubicBezTo>
                      <a:pt x="2187" y="4978"/>
                      <a:pt x="5072" y="1941"/>
                      <a:pt x="8505" y="148"/>
                    </a:cubicBezTo>
                    <a:cubicBezTo>
                      <a:pt x="8551" y="123"/>
                      <a:pt x="8551" y="123"/>
                      <a:pt x="8780" y="0"/>
                    </a:cubicBezTo>
                    <a:cubicBezTo>
                      <a:pt x="12658" y="-2041"/>
                      <a:pt x="18646" y="-2289"/>
                      <a:pt x="22352" y="367"/>
                    </a:cubicBezTo>
                    <a:close/>
                    <a:moveTo>
                      <a:pt x="5562" y="6250"/>
                    </a:moveTo>
                    <a:cubicBezTo>
                      <a:pt x="4778" y="7267"/>
                      <a:pt x="4191" y="8382"/>
                      <a:pt x="3700" y="9566"/>
                    </a:cubicBezTo>
                    <a:cubicBezTo>
                      <a:pt x="3665" y="9646"/>
                      <a:pt x="3633" y="9727"/>
                      <a:pt x="3596" y="9812"/>
                    </a:cubicBezTo>
                    <a:cubicBezTo>
                      <a:pt x="2527" y="12468"/>
                      <a:pt x="2891" y="16028"/>
                      <a:pt x="3977" y="18605"/>
                    </a:cubicBezTo>
                    <a:cubicBezTo>
                      <a:pt x="5191" y="21411"/>
                      <a:pt x="6888" y="23706"/>
                      <a:pt x="9618" y="25198"/>
                    </a:cubicBezTo>
                    <a:cubicBezTo>
                      <a:pt x="9824" y="25311"/>
                      <a:pt x="10023" y="25428"/>
                      <a:pt x="10225" y="25549"/>
                    </a:cubicBezTo>
                    <a:cubicBezTo>
                      <a:pt x="12926" y="27122"/>
                      <a:pt x="16349" y="27279"/>
                      <a:pt x="19318" y="26512"/>
                    </a:cubicBezTo>
                    <a:cubicBezTo>
                      <a:pt x="21488" y="25920"/>
                      <a:pt x="23390" y="24729"/>
                      <a:pt x="25034" y="23212"/>
                    </a:cubicBezTo>
                    <a:cubicBezTo>
                      <a:pt x="25103" y="23149"/>
                      <a:pt x="25171" y="23087"/>
                      <a:pt x="25242" y="23024"/>
                    </a:cubicBezTo>
                    <a:cubicBezTo>
                      <a:pt x="27582" y="20840"/>
                      <a:pt x="28754" y="17427"/>
                      <a:pt x="28878" y="14296"/>
                    </a:cubicBezTo>
                    <a:cubicBezTo>
                      <a:pt x="28936" y="10575"/>
                      <a:pt x="27462" y="7094"/>
                      <a:pt x="24896" y="4447"/>
                    </a:cubicBezTo>
                    <a:cubicBezTo>
                      <a:pt x="24764" y="4313"/>
                      <a:pt x="24633" y="4178"/>
                      <a:pt x="24500" y="4044"/>
                    </a:cubicBezTo>
                    <a:cubicBezTo>
                      <a:pt x="24245" y="3776"/>
                      <a:pt x="24010" y="3498"/>
                      <a:pt x="23777" y="3209"/>
                    </a:cubicBezTo>
                    <a:cubicBezTo>
                      <a:pt x="22488" y="1612"/>
                      <a:pt x="21094" y="1170"/>
                      <a:pt x="19086" y="938"/>
                    </a:cubicBezTo>
                    <a:cubicBezTo>
                      <a:pt x="14290" y="434"/>
                      <a:pt x="8683" y="2467"/>
                      <a:pt x="5562" y="625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A5CCDE2-728B-D2CD-7E86-B7B45DFB7F6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6172200" y="1595209"/>
              <a:ext cx="1720596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lang="en-US" b="1" noProof="1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171M+ tCO₂e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719C7BE-A0B7-FDD7-FFC1-71FFCBD793C4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6172200" y="1922040"/>
              <a:ext cx="1720596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Potential Emissions</a:t>
              </a:r>
              <a:b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</a:br>
              <a: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Eligible for Reduction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77F436E-F7FB-10F1-5E14-4EFBF73253D5}"/>
              </a:ext>
            </a:extLst>
          </p:cNvPr>
          <p:cNvGrpSpPr/>
          <p:nvPr/>
        </p:nvGrpSpPr>
        <p:grpSpPr>
          <a:xfrm>
            <a:off x="5556888" y="874465"/>
            <a:ext cx="1728852" cy="825641"/>
            <a:chOff x="8036940" y="1353382"/>
            <a:chExt cx="1728852" cy="825641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E9217D5-5EE2-FE29-DABA-E60DCA9B1E07}"/>
                </a:ext>
              </a:extLst>
            </p:cNvPr>
            <p:cNvGrpSpPr/>
            <p:nvPr>
              <p:custDataLst>
                <p:tags r:id="rId20"/>
              </p:custDataLst>
            </p:nvPr>
          </p:nvGrpSpPr>
          <p:grpSpPr>
            <a:xfrm>
              <a:off x="8795590" y="1353382"/>
              <a:ext cx="219809" cy="218749"/>
              <a:chOff x="8160589" y="718382"/>
              <a:chExt cx="219809" cy="218749"/>
            </a:xfrm>
          </p:grpSpPr>
          <p:sp>
            <p:nvSpPr>
              <p:cNvPr id="45" name="New shape">
                <a:extLst>
                  <a:ext uri="{FF2B5EF4-FFF2-40B4-BE49-F238E27FC236}">
                    <a16:creationId xmlns:a16="http://schemas.microsoft.com/office/drawing/2014/main" id="{BAF8A2E8-6AE1-E7D4-0CF5-5503C3D77DDE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8350527" y="718382"/>
                <a:ext cx="2984" cy="12753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12752">
                    <a:moveTo>
                      <a:pt x="965" y="0"/>
                    </a:moveTo>
                    <a:cubicBezTo>
                      <a:pt x="1385" y="140"/>
                      <a:pt x="1806" y="280"/>
                      <a:pt x="2240" y="425"/>
                    </a:cubicBezTo>
                    <a:cubicBezTo>
                      <a:pt x="2895" y="3073"/>
                      <a:pt x="3175" y="5530"/>
                      <a:pt x="2984" y="8263"/>
                    </a:cubicBezTo>
                    <a:cubicBezTo>
                      <a:pt x="2967" y="8514"/>
                      <a:pt x="2950" y="8765"/>
                      <a:pt x="2933" y="9024"/>
                    </a:cubicBezTo>
                    <a:cubicBezTo>
                      <a:pt x="2809" y="10461"/>
                      <a:pt x="2558" y="11511"/>
                      <a:pt x="1815" y="12752"/>
                    </a:cubicBezTo>
                    <a:cubicBezTo>
                      <a:pt x="1534" y="12752"/>
                      <a:pt x="1254" y="12752"/>
                      <a:pt x="965" y="12752"/>
                    </a:cubicBezTo>
                    <a:cubicBezTo>
                      <a:pt x="76" y="10725"/>
                      <a:pt x="-17" y="8850"/>
                      <a:pt x="3" y="6674"/>
                    </a:cubicBezTo>
                    <a:cubicBezTo>
                      <a:pt x="8" y="6138"/>
                      <a:pt x="3" y="5598"/>
                      <a:pt x="0" y="5058"/>
                    </a:cubicBezTo>
                    <a:cubicBezTo>
                      <a:pt x="-3" y="3226"/>
                      <a:pt x="42" y="1640"/>
                      <a:pt x="965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46" name="New shape">
                <a:extLst>
                  <a:ext uri="{FF2B5EF4-FFF2-40B4-BE49-F238E27FC236}">
                    <a16:creationId xmlns:a16="http://schemas.microsoft.com/office/drawing/2014/main" id="{06F86490-ACDE-70E6-1F8C-89D53C3841D7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8357866" y="734828"/>
                <a:ext cx="12328" cy="3511"/>
              </a:xfrm>
              <a:custGeom>
                <a:avLst/>
                <a:gdLst/>
                <a:ahLst/>
                <a:cxnLst/>
                <a:rect l="l" t="t" r="r" b="b"/>
                <a:pathLst>
                  <a:path w="12327" h="3511">
                    <a:moveTo>
                      <a:pt x="5900" y="0"/>
                    </a:moveTo>
                    <a:cubicBezTo>
                      <a:pt x="6160" y="0"/>
                      <a:pt x="6418" y="0"/>
                      <a:pt x="6687" y="0"/>
                    </a:cubicBezTo>
                    <a:cubicBezTo>
                      <a:pt x="8773" y="46"/>
                      <a:pt x="10483" y="446"/>
                      <a:pt x="12327" y="1407"/>
                    </a:cubicBezTo>
                    <a:cubicBezTo>
                      <a:pt x="12115" y="2010"/>
                      <a:pt x="11979" y="2219"/>
                      <a:pt x="11401" y="2516"/>
                    </a:cubicBezTo>
                    <a:cubicBezTo>
                      <a:pt x="9828" y="3013"/>
                      <a:pt x="8314" y="3324"/>
                      <a:pt x="6670" y="3451"/>
                    </a:cubicBezTo>
                    <a:cubicBezTo>
                      <a:pt x="6432" y="3473"/>
                      <a:pt x="6194" y="3494"/>
                      <a:pt x="5946" y="3511"/>
                    </a:cubicBezTo>
                    <a:cubicBezTo>
                      <a:pt x="3749" y="3634"/>
                      <a:pt x="1985" y="3166"/>
                      <a:pt x="0" y="2257"/>
                    </a:cubicBezTo>
                    <a:cubicBezTo>
                      <a:pt x="144" y="1653"/>
                      <a:pt x="144" y="1653"/>
                      <a:pt x="425" y="982"/>
                    </a:cubicBezTo>
                    <a:cubicBezTo>
                      <a:pt x="2036" y="-8"/>
                      <a:pt x="4068" y="-16"/>
                      <a:pt x="5900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47" name="New shape">
                <a:extLst>
                  <a:ext uri="{FF2B5EF4-FFF2-40B4-BE49-F238E27FC236}">
                    <a16:creationId xmlns:a16="http://schemas.microsoft.com/office/drawing/2014/main" id="{3795F39A-167C-D17E-6C18-E49160107A2C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8334487" y="735917"/>
                <a:ext cx="11903" cy="2963"/>
              </a:xfrm>
              <a:custGeom>
                <a:avLst/>
                <a:gdLst/>
                <a:ahLst/>
                <a:cxnLst/>
                <a:rect l="l" t="t" r="r" b="b"/>
                <a:pathLst>
                  <a:path w="11903" h="2962">
                    <a:moveTo>
                      <a:pt x="7626" y="0"/>
                    </a:moveTo>
                    <a:cubicBezTo>
                      <a:pt x="7741" y="8"/>
                      <a:pt x="7741" y="8"/>
                      <a:pt x="8327" y="51"/>
                    </a:cubicBezTo>
                    <a:cubicBezTo>
                      <a:pt x="9704" y="178"/>
                      <a:pt x="10708" y="463"/>
                      <a:pt x="11903" y="1169"/>
                    </a:cubicBezTo>
                    <a:cubicBezTo>
                      <a:pt x="9828" y="2937"/>
                      <a:pt x="7770" y="2945"/>
                      <a:pt x="5101" y="2950"/>
                    </a:cubicBezTo>
                    <a:cubicBezTo>
                      <a:pt x="4846" y="2954"/>
                      <a:pt x="4591" y="2958"/>
                      <a:pt x="4322" y="2962"/>
                    </a:cubicBezTo>
                    <a:cubicBezTo>
                      <a:pt x="2703" y="2971"/>
                      <a:pt x="1449" y="2754"/>
                      <a:pt x="0" y="2019"/>
                    </a:cubicBezTo>
                    <a:cubicBezTo>
                      <a:pt x="0" y="1598"/>
                      <a:pt x="0" y="1177"/>
                      <a:pt x="0" y="743"/>
                    </a:cubicBezTo>
                    <a:cubicBezTo>
                      <a:pt x="2568" y="106"/>
                      <a:pt x="4982" y="-203"/>
                      <a:pt x="7626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48" name="New shape">
                <a:extLst>
                  <a:ext uri="{FF2B5EF4-FFF2-40B4-BE49-F238E27FC236}">
                    <a16:creationId xmlns:a16="http://schemas.microsoft.com/office/drawing/2014/main" id="{B6D42157-E375-48D9-A9D9-2FAFF476B057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8160589" y="741008"/>
                <a:ext cx="197920" cy="196123"/>
              </a:xfrm>
              <a:custGeom>
                <a:avLst/>
                <a:gdLst/>
                <a:ahLst/>
                <a:cxnLst/>
                <a:rect l="l" t="t" r="r" b="b"/>
                <a:pathLst>
                  <a:path w="197920" h="196122">
                    <a:moveTo>
                      <a:pt x="153527" y="9046"/>
                    </a:moveTo>
                    <a:cubicBezTo>
                      <a:pt x="153910" y="9250"/>
                      <a:pt x="154297" y="9454"/>
                      <a:pt x="154679" y="9653"/>
                    </a:cubicBezTo>
                    <a:cubicBezTo>
                      <a:pt x="160899" y="12931"/>
                      <a:pt x="166399" y="17220"/>
                      <a:pt x="171432" y="22105"/>
                    </a:cubicBezTo>
                    <a:cubicBezTo>
                      <a:pt x="171794" y="22453"/>
                      <a:pt x="172155" y="22798"/>
                      <a:pt x="172521" y="23142"/>
                    </a:cubicBezTo>
                    <a:cubicBezTo>
                      <a:pt x="186604" y="36464"/>
                      <a:pt x="195667" y="54463"/>
                      <a:pt x="197865" y="75731"/>
                    </a:cubicBezTo>
                    <a:cubicBezTo>
                      <a:pt x="197873" y="75833"/>
                      <a:pt x="197873" y="75833"/>
                      <a:pt x="197920" y="76338"/>
                    </a:cubicBezTo>
                    <a:cubicBezTo>
                      <a:pt x="198154" y="78978"/>
                      <a:pt x="198099" y="81452"/>
                      <a:pt x="197704" y="84071"/>
                    </a:cubicBezTo>
                    <a:cubicBezTo>
                      <a:pt x="197563" y="84071"/>
                      <a:pt x="197423" y="84071"/>
                      <a:pt x="197278" y="84071"/>
                    </a:cubicBezTo>
                    <a:cubicBezTo>
                      <a:pt x="197261" y="83939"/>
                      <a:pt x="197244" y="83803"/>
                      <a:pt x="197227" y="83663"/>
                    </a:cubicBezTo>
                    <a:cubicBezTo>
                      <a:pt x="196356" y="76627"/>
                      <a:pt x="195438" y="69647"/>
                      <a:pt x="193453" y="62816"/>
                    </a:cubicBezTo>
                    <a:cubicBezTo>
                      <a:pt x="193406" y="62650"/>
                      <a:pt x="193354" y="62480"/>
                      <a:pt x="193304" y="62306"/>
                    </a:cubicBezTo>
                    <a:cubicBezTo>
                      <a:pt x="190749" y="53562"/>
                      <a:pt x="186829" y="44465"/>
                      <a:pt x="181125" y="37310"/>
                    </a:cubicBezTo>
                    <a:cubicBezTo>
                      <a:pt x="180840" y="36940"/>
                      <a:pt x="180555" y="36566"/>
                      <a:pt x="180270" y="36192"/>
                    </a:cubicBezTo>
                    <a:cubicBezTo>
                      <a:pt x="178281" y="33616"/>
                      <a:pt x="176121" y="31189"/>
                      <a:pt x="173898" y="28808"/>
                    </a:cubicBezTo>
                    <a:cubicBezTo>
                      <a:pt x="173732" y="28630"/>
                      <a:pt x="173563" y="28447"/>
                      <a:pt x="173388" y="28256"/>
                    </a:cubicBezTo>
                    <a:cubicBezTo>
                      <a:pt x="160971" y="14857"/>
                      <a:pt x="143049" y="7383"/>
                      <a:pt x="121611" y="5428"/>
                    </a:cubicBezTo>
                    <a:cubicBezTo>
                      <a:pt x="121386" y="5415"/>
                      <a:pt x="121160" y="5398"/>
                      <a:pt x="120931" y="5381"/>
                    </a:cubicBezTo>
                    <a:cubicBezTo>
                      <a:pt x="119592" y="5305"/>
                      <a:pt x="118274" y="5343"/>
                      <a:pt x="116935" y="5428"/>
                    </a:cubicBezTo>
                    <a:cubicBezTo>
                      <a:pt x="116795" y="5437"/>
                      <a:pt x="116654" y="5445"/>
                      <a:pt x="116506" y="5454"/>
                    </a:cubicBezTo>
                    <a:cubicBezTo>
                      <a:pt x="101227" y="6363"/>
                      <a:pt x="85916" y="10852"/>
                      <a:pt x="73507" y="20047"/>
                    </a:cubicBezTo>
                    <a:cubicBezTo>
                      <a:pt x="73155" y="20306"/>
                      <a:pt x="72801" y="20557"/>
                      <a:pt x="72445" y="20812"/>
                    </a:cubicBezTo>
                    <a:cubicBezTo>
                      <a:pt x="65945" y="25433"/>
                      <a:pt x="59675" y="31410"/>
                      <a:pt x="55233" y="38054"/>
                    </a:cubicBezTo>
                    <a:cubicBezTo>
                      <a:pt x="54875" y="38581"/>
                      <a:pt x="54505" y="39091"/>
                      <a:pt x="54123" y="39602"/>
                    </a:cubicBezTo>
                    <a:cubicBezTo>
                      <a:pt x="47079" y="49111"/>
                      <a:pt x="43100" y="60066"/>
                      <a:pt x="40834" y="71577"/>
                    </a:cubicBezTo>
                    <a:cubicBezTo>
                      <a:pt x="40800" y="71756"/>
                      <a:pt x="40762" y="71939"/>
                      <a:pt x="40724" y="72126"/>
                    </a:cubicBezTo>
                    <a:cubicBezTo>
                      <a:pt x="40189" y="74931"/>
                      <a:pt x="39925" y="77699"/>
                      <a:pt x="39908" y="80560"/>
                    </a:cubicBezTo>
                    <a:cubicBezTo>
                      <a:pt x="39903" y="80866"/>
                      <a:pt x="39899" y="81172"/>
                      <a:pt x="39899" y="81474"/>
                    </a:cubicBezTo>
                    <a:cubicBezTo>
                      <a:pt x="39891" y="82447"/>
                      <a:pt x="39886" y="83421"/>
                      <a:pt x="39886" y="84390"/>
                    </a:cubicBezTo>
                    <a:cubicBezTo>
                      <a:pt x="39886" y="84560"/>
                      <a:pt x="39886" y="84726"/>
                      <a:pt x="39886" y="84896"/>
                    </a:cubicBezTo>
                    <a:cubicBezTo>
                      <a:pt x="39891" y="90239"/>
                      <a:pt x="40027" y="95430"/>
                      <a:pt x="41268" y="100650"/>
                    </a:cubicBezTo>
                    <a:cubicBezTo>
                      <a:pt x="41315" y="100854"/>
                      <a:pt x="41361" y="101054"/>
                      <a:pt x="41412" y="101262"/>
                    </a:cubicBezTo>
                    <a:cubicBezTo>
                      <a:pt x="42836" y="107247"/>
                      <a:pt x="44647" y="112952"/>
                      <a:pt x="47406" y="118457"/>
                    </a:cubicBezTo>
                    <a:cubicBezTo>
                      <a:pt x="47653" y="118950"/>
                      <a:pt x="47900" y="119447"/>
                      <a:pt x="48142" y="119945"/>
                    </a:cubicBezTo>
                    <a:cubicBezTo>
                      <a:pt x="51215" y="126194"/>
                      <a:pt x="54756" y="131660"/>
                      <a:pt x="59547" y="136749"/>
                    </a:cubicBezTo>
                    <a:cubicBezTo>
                      <a:pt x="60062" y="137310"/>
                      <a:pt x="60550" y="137888"/>
                      <a:pt x="61035" y="138475"/>
                    </a:cubicBezTo>
                    <a:cubicBezTo>
                      <a:pt x="72669" y="152316"/>
                      <a:pt x="90932" y="159662"/>
                      <a:pt x="110401" y="162182"/>
                    </a:cubicBezTo>
                    <a:cubicBezTo>
                      <a:pt x="111162" y="162234"/>
                      <a:pt x="111923" y="162268"/>
                      <a:pt x="112684" y="162289"/>
                    </a:cubicBezTo>
                    <a:cubicBezTo>
                      <a:pt x="112879" y="162297"/>
                      <a:pt x="113079" y="162310"/>
                      <a:pt x="113283" y="162318"/>
                    </a:cubicBezTo>
                    <a:cubicBezTo>
                      <a:pt x="132608" y="163101"/>
                      <a:pt x="153255" y="155644"/>
                      <a:pt x="170659" y="140745"/>
                    </a:cubicBezTo>
                    <a:cubicBezTo>
                      <a:pt x="171280" y="140162"/>
                      <a:pt x="171900" y="139576"/>
                      <a:pt x="172516" y="138989"/>
                    </a:cubicBezTo>
                    <a:cubicBezTo>
                      <a:pt x="172963" y="138568"/>
                      <a:pt x="173409" y="138152"/>
                      <a:pt x="173864" y="137739"/>
                    </a:cubicBezTo>
                    <a:cubicBezTo>
                      <a:pt x="186949" y="125539"/>
                      <a:pt x="195209" y="106027"/>
                      <a:pt x="196628" y="88454"/>
                    </a:cubicBezTo>
                    <a:cubicBezTo>
                      <a:pt x="196650" y="88211"/>
                      <a:pt x="196670" y="87969"/>
                      <a:pt x="196688" y="87718"/>
                    </a:cubicBezTo>
                    <a:cubicBezTo>
                      <a:pt x="196696" y="87616"/>
                      <a:pt x="196696" y="87616"/>
                      <a:pt x="196725" y="87102"/>
                    </a:cubicBezTo>
                    <a:cubicBezTo>
                      <a:pt x="196853" y="86622"/>
                      <a:pt x="196853" y="86622"/>
                      <a:pt x="197291" y="86341"/>
                    </a:cubicBezTo>
                    <a:cubicBezTo>
                      <a:pt x="197427" y="86294"/>
                      <a:pt x="197563" y="86247"/>
                      <a:pt x="197704" y="86196"/>
                    </a:cubicBezTo>
                    <a:cubicBezTo>
                      <a:pt x="201096" y="100705"/>
                      <a:pt x="192985" y="120514"/>
                      <a:pt x="185511" y="132579"/>
                    </a:cubicBezTo>
                    <a:cubicBezTo>
                      <a:pt x="184577" y="134024"/>
                      <a:pt x="183535" y="135376"/>
                      <a:pt x="182417" y="136685"/>
                    </a:cubicBezTo>
                    <a:cubicBezTo>
                      <a:pt x="181967" y="137225"/>
                      <a:pt x="181533" y="137769"/>
                      <a:pt x="181099" y="138326"/>
                    </a:cubicBezTo>
                    <a:cubicBezTo>
                      <a:pt x="177273" y="143198"/>
                      <a:pt x="173052" y="147912"/>
                      <a:pt x="168095" y="151653"/>
                    </a:cubicBezTo>
                    <a:cubicBezTo>
                      <a:pt x="167509" y="152099"/>
                      <a:pt x="166930" y="152558"/>
                      <a:pt x="166353" y="153022"/>
                    </a:cubicBezTo>
                    <a:cubicBezTo>
                      <a:pt x="154046" y="162727"/>
                      <a:pt x="138156" y="168691"/>
                      <a:pt x="122500" y="169307"/>
                    </a:cubicBezTo>
                    <a:cubicBezTo>
                      <a:pt x="121853" y="169333"/>
                      <a:pt x="121208" y="169358"/>
                      <a:pt x="120566" y="169388"/>
                    </a:cubicBezTo>
                    <a:cubicBezTo>
                      <a:pt x="120357" y="169396"/>
                      <a:pt x="120145" y="169405"/>
                      <a:pt x="119928" y="169413"/>
                    </a:cubicBezTo>
                    <a:cubicBezTo>
                      <a:pt x="119515" y="169430"/>
                      <a:pt x="119099" y="169447"/>
                      <a:pt x="118682" y="169469"/>
                    </a:cubicBezTo>
                    <a:cubicBezTo>
                      <a:pt x="117760" y="169507"/>
                      <a:pt x="116863" y="169524"/>
                      <a:pt x="115944" y="169435"/>
                    </a:cubicBezTo>
                    <a:cubicBezTo>
                      <a:pt x="113870" y="169243"/>
                      <a:pt x="113870" y="169243"/>
                      <a:pt x="112944" y="170000"/>
                    </a:cubicBezTo>
                    <a:cubicBezTo>
                      <a:pt x="112480" y="170582"/>
                      <a:pt x="112085" y="171156"/>
                      <a:pt x="111707" y="171794"/>
                    </a:cubicBezTo>
                    <a:cubicBezTo>
                      <a:pt x="111286" y="172495"/>
                      <a:pt x="110827" y="173167"/>
                      <a:pt x="110376" y="173847"/>
                    </a:cubicBezTo>
                    <a:cubicBezTo>
                      <a:pt x="110283" y="173987"/>
                      <a:pt x="110193" y="174123"/>
                      <a:pt x="110100" y="174268"/>
                    </a:cubicBezTo>
                    <a:cubicBezTo>
                      <a:pt x="107545" y="178132"/>
                      <a:pt x="104042" y="181218"/>
                      <a:pt x="100356" y="183969"/>
                    </a:cubicBezTo>
                    <a:cubicBezTo>
                      <a:pt x="100144" y="184130"/>
                      <a:pt x="99931" y="184287"/>
                      <a:pt x="99714" y="184453"/>
                    </a:cubicBezTo>
                    <a:cubicBezTo>
                      <a:pt x="86307" y="194371"/>
                      <a:pt x="69494" y="198486"/>
                      <a:pt x="52507" y="196122"/>
                    </a:cubicBezTo>
                    <a:cubicBezTo>
                      <a:pt x="39682" y="194090"/>
                      <a:pt x="28770" y="187786"/>
                      <a:pt x="19163" y="179293"/>
                    </a:cubicBezTo>
                    <a:cubicBezTo>
                      <a:pt x="19010" y="179161"/>
                      <a:pt x="18856" y="179025"/>
                      <a:pt x="18699" y="178885"/>
                    </a:cubicBezTo>
                    <a:cubicBezTo>
                      <a:pt x="7936" y="169235"/>
                      <a:pt x="2469" y="154084"/>
                      <a:pt x="458" y="140184"/>
                    </a:cubicBezTo>
                    <a:cubicBezTo>
                      <a:pt x="429" y="139992"/>
                      <a:pt x="399" y="139801"/>
                      <a:pt x="369" y="139601"/>
                    </a:cubicBezTo>
                    <a:cubicBezTo>
                      <a:pt x="199" y="138522"/>
                      <a:pt x="93" y="137450"/>
                      <a:pt x="34" y="136358"/>
                    </a:cubicBezTo>
                    <a:cubicBezTo>
                      <a:pt x="29" y="136264"/>
                      <a:pt x="29" y="136264"/>
                      <a:pt x="0" y="135775"/>
                    </a:cubicBezTo>
                    <a:cubicBezTo>
                      <a:pt x="-658" y="123023"/>
                      <a:pt x="3094" y="109496"/>
                      <a:pt x="10236" y="98949"/>
                    </a:cubicBezTo>
                    <a:cubicBezTo>
                      <a:pt x="10308" y="98843"/>
                      <a:pt x="10308" y="98843"/>
                      <a:pt x="10683" y="98290"/>
                    </a:cubicBezTo>
                    <a:cubicBezTo>
                      <a:pt x="14078" y="93330"/>
                      <a:pt x="18274" y="88683"/>
                      <a:pt x="22989" y="84951"/>
                    </a:cubicBezTo>
                    <a:cubicBezTo>
                      <a:pt x="23112" y="84853"/>
                      <a:pt x="23231" y="84755"/>
                      <a:pt x="23355" y="84658"/>
                    </a:cubicBezTo>
                    <a:cubicBezTo>
                      <a:pt x="24710" y="83595"/>
                      <a:pt x="26066" y="82702"/>
                      <a:pt x="27631" y="81979"/>
                    </a:cubicBezTo>
                    <a:cubicBezTo>
                      <a:pt x="31533" y="80156"/>
                      <a:pt x="31533" y="80156"/>
                      <a:pt x="32226" y="78783"/>
                    </a:cubicBezTo>
                    <a:cubicBezTo>
                      <a:pt x="32622" y="77363"/>
                      <a:pt x="32656" y="75918"/>
                      <a:pt x="32694" y="74459"/>
                    </a:cubicBezTo>
                    <a:cubicBezTo>
                      <a:pt x="32757" y="72445"/>
                      <a:pt x="33144" y="70481"/>
                      <a:pt x="33510" y="68504"/>
                    </a:cubicBezTo>
                    <a:cubicBezTo>
                      <a:pt x="33548" y="68304"/>
                      <a:pt x="33582" y="68109"/>
                      <a:pt x="33621" y="67904"/>
                    </a:cubicBezTo>
                    <a:cubicBezTo>
                      <a:pt x="34968" y="60584"/>
                      <a:pt x="37127" y="53762"/>
                      <a:pt x="40418" y="47088"/>
                    </a:cubicBezTo>
                    <a:cubicBezTo>
                      <a:pt x="40571" y="46777"/>
                      <a:pt x="40724" y="46467"/>
                      <a:pt x="40877" y="46152"/>
                    </a:cubicBezTo>
                    <a:cubicBezTo>
                      <a:pt x="43028" y="41770"/>
                      <a:pt x="45511" y="37774"/>
                      <a:pt x="48494" y="33910"/>
                    </a:cubicBezTo>
                    <a:cubicBezTo>
                      <a:pt x="48571" y="33812"/>
                      <a:pt x="48571" y="33812"/>
                      <a:pt x="48958" y="33306"/>
                    </a:cubicBezTo>
                    <a:cubicBezTo>
                      <a:pt x="60376" y="18513"/>
                      <a:pt x="75799" y="7243"/>
                      <a:pt x="104816" y="0"/>
                    </a:cubicBezTo>
                    <a:cubicBezTo>
                      <a:pt x="121670" y="-2091"/>
                      <a:pt x="138589" y="994"/>
                      <a:pt x="153527" y="9046"/>
                    </a:cubicBezTo>
                    <a:close/>
                    <a:moveTo>
                      <a:pt x="31095" y="82558"/>
                    </a:moveTo>
                    <a:cubicBezTo>
                      <a:pt x="31010" y="82621"/>
                      <a:pt x="31010" y="82621"/>
                      <a:pt x="30585" y="82961"/>
                    </a:cubicBezTo>
                    <a:cubicBezTo>
                      <a:pt x="29608" y="83752"/>
                      <a:pt x="28634" y="84547"/>
                      <a:pt x="27664" y="85346"/>
                    </a:cubicBezTo>
                    <a:cubicBezTo>
                      <a:pt x="27491" y="85495"/>
                      <a:pt x="27312" y="85640"/>
                      <a:pt x="27129" y="85788"/>
                    </a:cubicBezTo>
                    <a:cubicBezTo>
                      <a:pt x="15524" y="95464"/>
                      <a:pt x="7966" y="110533"/>
                      <a:pt x="6495" y="125526"/>
                    </a:cubicBezTo>
                    <a:cubicBezTo>
                      <a:pt x="6325" y="127503"/>
                      <a:pt x="6308" y="129488"/>
                      <a:pt x="6304" y="131469"/>
                    </a:cubicBezTo>
                    <a:cubicBezTo>
                      <a:pt x="6304" y="131694"/>
                      <a:pt x="6304" y="131916"/>
                      <a:pt x="6304" y="132145"/>
                    </a:cubicBezTo>
                    <a:cubicBezTo>
                      <a:pt x="6312" y="136226"/>
                      <a:pt x="6708" y="140052"/>
                      <a:pt x="7685" y="144010"/>
                    </a:cubicBezTo>
                    <a:cubicBezTo>
                      <a:pt x="7702" y="144082"/>
                      <a:pt x="7702" y="144082"/>
                      <a:pt x="7791" y="144452"/>
                    </a:cubicBezTo>
                    <a:cubicBezTo>
                      <a:pt x="10019" y="153625"/>
                      <a:pt x="14181" y="162421"/>
                      <a:pt x="20438" y="169515"/>
                    </a:cubicBezTo>
                    <a:cubicBezTo>
                      <a:pt x="20749" y="169877"/>
                      <a:pt x="21059" y="170238"/>
                      <a:pt x="21365" y="170599"/>
                    </a:cubicBezTo>
                    <a:cubicBezTo>
                      <a:pt x="28809" y="179203"/>
                      <a:pt x="38700" y="185469"/>
                      <a:pt x="49668" y="188500"/>
                    </a:cubicBezTo>
                    <a:cubicBezTo>
                      <a:pt x="50025" y="188598"/>
                      <a:pt x="50382" y="188700"/>
                      <a:pt x="50739" y="188802"/>
                    </a:cubicBezTo>
                    <a:cubicBezTo>
                      <a:pt x="60278" y="191514"/>
                      <a:pt x="70391" y="191939"/>
                      <a:pt x="79952" y="189070"/>
                    </a:cubicBezTo>
                    <a:cubicBezTo>
                      <a:pt x="80105" y="189027"/>
                      <a:pt x="80257" y="188981"/>
                      <a:pt x="80415" y="188934"/>
                    </a:cubicBezTo>
                    <a:cubicBezTo>
                      <a:pt x="90388" y="185962"/>
                      <a:pt x="100590" y="180500"/>
                      <a:pt x="107711" y="172810"/>
                    </a:cubicBezTo>
                    <a:cubicBezTo>
                      <a:pt x="108344" y="172134"/>
                      <a:pt x="109024" y="171501"/>
                      <a:pt x="109691" y="170850"/>
                    </a:cubicBezTo>
                    <a:cubicBezTo>
                      <a:pt x="110193" y="170302"/>
                      <a:pt x="110576" y="169715"/>
                      <a:pt x="110983" y="169090"/>
                    </a:cubicBezTo>
                    <a:cubicBezTo>
                      <a:pt x="110869" y="169073"/>
                      <a:pt x="110754" y="169052"/>
                      <a:pt x="110635" y="169031"/>
                    </a:cubicBezTo>
                    <a:cubicBezTo>
                      <a:pt x="109645" y="168848"/>
                      <a:pt x="108654" y="168669"/>
                      <a:pt x="107663" y="168487"/>
                    </a:cubicBezTo>
                    <a:cubicBezTo>
                      <a:pt x="106801" y="168329"/>
                      <a:pt x="105933" y="168176"/>
                      <a:pt x="105071" y="168019"/>
                    </a:cubicBezTo>
                    <a:cubicBezTo>
                      <a:pt x="87119" y="164797"/>
                      <a:pt x="72176" y="157294"/>
                      <a:pt x="58646" y="145102"/>
                    </a:cubicBezTo>
                    <a:cubicBezTo>
                      <a:pt x="58544" y="145009"/>
                      <a:pt x="58544" y="145009"/>
                      <a:pt x="58034" y="144554"/>
                    </a:cubicBezTo>
                    <a:cubicBezTo>
                      <a:pt x="57846" y="144384"/>
                      <a:pt x="57664" y="144214"/>
                      <a:pt x="57473" y="144039"/>
                    </a:cubicBezTo>
                    <a:cubicBezTo>
                      <a:pt x="57307" y="143891"/>
                      <a:pt x="57146" y="143742"/>
                      <a:pt x="56975" y="143589"/>
                    </a:cubicBezTo>
                    <a:cubicBezTo>
                      <a:pt x="56588" y="143176"/>
                      <a:pt x="56363" y="142828"/>
                      <a:pt x="56146" y="142309"/>
                    </a:cubicBezTo>
                    <a:cubicBezTo>
                      <a:pt x="55866" y="142309"/>
                      <a:pt x="55585" y="142309"/>
                      <a:pt x="55296" y="142309"/>
                    </a:cubicBezTo>
                    <a:cubicBezTo>
                      <a:pt x="55185" y="142063"/>
                      <a:pt x="55075" y="141816"/>
                      <a:pt x="54960" y="141557"/>
                    </a:cubicBezTo>
                    <a:cubicBezTo>
                      <a:pt x="54459" y="140558"/>
                      <a:pt x="53783" y="139844"/>
                      <a:pt x="53013" y="139044"/>
                    </a:cubicBezTo>
                    <a:cubicBezTo>
                      <a:pt x="48362" y="133973"/>
                      <a:pt x="44830" y="127992"/>
                      <a:pt x="41693" y="121905"/>
                    </a:cubicBezTo>
                    <a:cubicBezTo>
                      <a:pt x="41621" y="121769"/>
                      <a:pt x="41553" y="121632"/>
                      <a:pt x="41476" y="121492"/>
                    </a:cubicBezTo>
                    <a:cubicBezTo>
                      <a:pt x="35079" y="109194"/>
                      <a:pt x="32987" y="95634"/>
                      <a:pt x="32341" y="81945"/>
                    </a:cubicBezTo>
                    <a:cubicBezTo>
                      <a:pt x="31750" y="81945"/>
                      <a:pt x="31554" y="82192"/>
                      <a:pt x="31095" y="8255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49" name="New shape">
                <a:extLst>
                  <a:ext uri="{FF2B5EF4-FFF2-40B4-BE49-F238E27FC236}">
                    <a16:creationId xmlns:a16="http://schemas.microsoft.com/office/drawing/2014/main" id="{1E94D73F-7A10-6FD8-597C-5FE5D75651F7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8350952" y="742613"/>
                <a:ext cx="3222" cy="13178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13177">
                    <a:moveTo>
                      <a:pt x="965" y="0"/>
                    </a:moveTo>
                    <a:cubicBezTo>
                      <a:pt x="1551" y="80"/>
                      <a:pt x="1551" y="80"/>
                      <a:pt x="2240" y="425"/>
                    </a:cubicBezTo>
                    <a:cubicBezTo>
                      <a:pt x="3299" y="2053"/>
                      <a:pt x="3239" y="3978"/>
                      <a:pt x="3222" y="5845"/>
                    </a:cubicBezTo>
                    <a:cubicBezTo>
                      <a:pt x="3222" y="5993"/>
                      <a:pt x="3222" y="6142"/>
                      <a:pt x="3222" y="6299"/>
                    </a:cubicBezTo>
                    <a:cubicBezTo>
                      <a:pt x="3213" y="8765"/>
                      <a:pt x="2865" y="10925"/>
                      <a:pt x="1815" y="13177"/>
                    </a:cubicBezTo>
                    <a:cubicBezTo>
                      <a:pt x="1420" y="13058"/>
                      <a:pt x="1420" y="13058"/>
                      <a:pt x="965" y="12752"/>
                    </a:cubicBezTo>
                    <a:cubicBezTo>
                      <a:pt x="757" y="12238"/>
                      <a:pt x="617" y="11792"/>
                      <a:pt x="493" y="11256"/>
                    </a:cubicBezTo>
                    <a:cubicBezTo>
                      <a:pt x="459" y="11107"/>
                      <a:pt x="420" y="10954"/>
                      <a:pt x="386" y="10801"/>
                    </a:cubicBezTo>
                    <a:cubicBezTo>
                      <a:pt x="47" y="9245"/>
                      <a:pt x="-12" y="7711"/>
                      <a:pt x="4" y="6125"/>
                    </a:cubicBezTo>
                    <a:cubicBezTo>
                      <a:pt x="8" y="5653"/>
                      <a:pt x="4" y="5186"/>
                      <a:pt x="0" y="4714"/>
                    </a:cubicBezTo>
                    <a:cubicBezTo>
                      <a:pt x="-3" y="3001"/>
                      <a:pt x="140" y="1543"/>
                      <a:pt x="965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0" name="New shape">
                <a:extLst>
                  <a:ext uri="{FF2B5EF4-FFF2-40B4-BE49-F238E27FC236}">
                    <a16:creationId xmlns:a16="http://schemas.microsoft.com/office/drawing/2014/main" id="{F0662521-4489-67DB-EEF8-BD9DB50C76F8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8210679" y="758605"/>
                <a:ext cx="131461" cy="132889"/>
              </a:xfrm>
              <a:custGeom>
                <a:avLst/>
                <a:gdLst/>
                <a:ahLst/>
                <a:cxnLst/>
                <a:rect l="l" t="t" r="r" b="b"/>
                <a:pathLst>
                  <a:path w="131460" h="132889">
                    <a:moveTo>
                      <a:pt x="71973" y="55"/>
                    </a:moveTo>
                    <a:cubicBezTo>
                      <a:pt x="72070" y="63"/>
                      <a:pt x="72070" y="63"/>
                      <a:pt x="72555" y="110"/>
                    </a:cubicBezTo>
                    <a:cubicBezTo>
                      <a:pt x="87328" y="1572"/>
                      <a:pt x="101244" y="8442"/>
                      <a:pt x="111825" y="18797"/>
                    </a:cubicBezTo>
                    <a:cubicBezTo>
                      <a:pt x="112259" y="19222"/>
                      <a:pt x="112705" y="19639"/>
                      <a:pt x="113156" y="20051"/>
                    </a:cubicBezTo>
                    <a:cubicBezTo>
                      <a:pt x="117288" y="23890"/>
                      <a:pt x="120387" y="28804"/>
                      <a:pt x="123120" y="33697"/>
                    </a:cubicBezTo>
                    <a:cubicBezTo>
                      <a:pt x="123299" y="34020"/>
                      <a:pt x="123482" y="34347"/>
                      <a:pt x="123669" y="34675"/>
                    </a:cubicBezTo>
                    <a:cubicBezTo>
                      <a:pt x="131686" y="48915"/>
                      <a:pt x="134968" y="64754"/>
                      <a:pt x="131460" y="80929"/>
                    </a:cubicBezTo>
                    <a:cubicBezTo>
                      <a:pt x="131422" y="81108"/>
                      <a:pt x="131385" y="81282"/>
                      <a:pt x="131342" y="81465"/>
                    </a:cubicBezTo>
                    <a:cubicBezTo>
                      <a:pt x="128770" y="93134"/>
                      <a:pt x="122882" y="103221"/>
                      <a:pt x="114882" y="111961"/>
                    </a:cubicBezTo>
                    <a:cubicBezTo>
                      <a:pt x="114801" y="112046"/>
                      <a:pt x="114801" y="112046"/>
                      <a:pt x="114402" y="112489"/>
                    </a:cubicBezTo>
                    <a:cubicBezTo>
                      <a:pt x="112093" y="114975"/>
                      <a:pt x="109492" y="117126"/>
                      <a:pt x="106805" y="119188"/>
                    </a:cubicBezTo>
                    <a:cubicBezTo>
                      <a:pt x="106707" y="119265"/>
                      <a:pt x="106707" y="119265"/>
                      <a:pt x="106205" y="119647"/>
                    </a:cubicBezTo>
                    <a:cubicBezTo>
                      <a:pt x="91982" y="130394"/>
                      <a:pt x="73971" y="135189"/>
                      <a:pt x="56261" y="132889"/>
                    </a:cubicBezTo>
                    <a:cubicBezTo>
                      <a:pt x="49013" y="131860"/>
                      <a:pt x="41931" y="129688"/>
                      <a:pt x="35389" y="126415"/>
                    </a:cubicBezTo>
                    <a:cubicBezTo>
                      <a:pt x="35138" y="126292"/>
                      <a:pt x="34887" y="126168"/>
                      <a:pt x="34632" y="126041"/>
                    </a:cubicBezTo>
                    <a:cubicBezTo>
                      <a:pt x="23001" y="120174"/>
                      <a:pt x="13896" y="109798"/>
                      <a:pt x="7983" y="98367"/>
                    </a:cubicBezTo>
                    <a:cubicBezTo>
                      <a:pt x="7830" y="98078"/>
                      <a:pt x="7681" y="97789"/>
                      <a:pt x="7528" y="97500"/>
                    </a:cubicBezTo>
                    <a:cubicBezTo>
                      <a:pt x="3966" y="90690"/>
                      <a:pt x="1730" y="83416"/>
                      <a:pt x="531" y="75828"/>
                    </a:cubicBezTo>
                    <a:cubicBezTo>
                      <a:pt x="489" y="75594"/>
                      <a:pt x="450" y="75365"/>
                      <a:pt x="407" y="75127"/>
                    </a:cubicBezTo>
                    <a:cubicBezTo>
                      <a:pt x="-55" y="72062"/>
                      <a:pt x="0" y="68954"/>
                      <a:pt x="0" y="65864"/>
                    </a:cubicBezTo>
                    <a:cubicBezTo>
                      <a:pt x="0" y="65715"/>
                      <a:pt x="0" y="65562"/>
                      <a:pt x="0" y="65405"/>
                    </a:cubicBezTo>
                    <a:cubicBezTo>
                      <a:pt x="-3" y="60682"/>
                      <a:pt x="161" y="56189"/>
                      <a:pt x="1381" y="51598"/>
                    </a:cubicBezTo>
                    <a:cubicBezTo>
                      <a:pt x="1454" y="51304"/>
                      <a:pt x="1526" y="51015"/>
                      <a:pt x="1603" y="50722"/>
                    </a:cubicBezTo>
                    <a:cubicBezTo>
                      <a:pt x="3978" y="41383"/>
                      <a:pt x="8046" y="32740"/>
                      <a:pt x="14134" y="25242"/>
                    </a:cubicBezTo>
                    <a:cubicBezTo>
                      <a:pt x="14316" y="25012"/>
                      <a:pt x="14499" y="24787"/>
                      <a:pt x="14682" y="24557"/>
                    </a:cubicBezTo>
                    <a:cubicBezTo>
                      <a:pt x="25174" y="11456"/>
                      <a:pt x="40979" y="2155"/>
                      <a:pt x="57728" y="233"/>
                    </a:cubicBezTo>
                    <a:cubicBezTo>
                      <a:pt x="58289" y="170"/>
                      <a:pt x="58846" y="110"/>
                      <a:pt x="59407" y="55"/>
                    </a:cubicBezTo>
                    <a:cubicBezTo>
                      <a:pt x="59576" y="38"/>
                      <a:pt x="59751" y="21"/>
                      <a:pt x="59930" y="0"/>
                    </a:cubicBezTo>
                    <a:cubicBezTo>
                      <a:pt x="63960" y="-395"/>
                      <a:pt x="67943" y="-331"/>
                      <a:pt x="71973" y="55"/>
                    </a:cubicBezTo>
                    <a:close/>
                    <a:moveTo>
                      <a:pt x="49630" y="4569"/>
                    </a:moveTo>
                    <a:cubicBezTo>
                      <a:pt x="49541" y="4590"/>
                      <a:pt x="49541" y="4590"/>
                      <a:pt x="49090" y="4697"/>
                    </a:cubicBezTo>
                    <a:cubicBezTo>
                      <a:pt x="47219" y="5147"/>
                      <a:pt x="45446" y="5679"/>
                      <a:pt x="43716" y="6529"/>
                    </a:cubicBezTo>
                    <a:cubicBezTo>
                      <a:pt x="43581" y="6593"/>
                      <a:pt x="43444" y="6661"/>
                      <a:pt x="43304" y="6729"/>
                    </a:cubicBezTo>
                    <a:cubicBezTo>
                      <a:pt x="42463" y="7167"/>
                      <a:pt x="41880" y="7677"/>
                      <a:pt x="41234" y="8361"/>
                    </a:cubicBezTo>
                    <a:cubicBezTo>
                      <a:pt x="40716" y="8850"/>
                      <a:pt x="40124" y="9114"/>
                      <a:pt x="39482" y="9411"/>
                    </a:cubicBezTo>
                    <a:cubicBezTo>
                      <a:pt x="39202" y="9543"/>
                      <a:pt x="38921" y="9679"/>
                      <a:pt x="38641" y="9811"/>
                    </a:cubicBezTo>
                    <a:cubicBezTo>
                      <a:pt x="38496" y="9879"/>
                      <a:pt x="38351" y="9947"/>
                      <a:pt x="38203" y="10019"/>
                    </a:cubicBezTo>
                    <a:cubicBezTo>
                      <a:pt x="32685" y="12625"/>
                      <a:pt x="28001" y="16072"/>
                      <a:pt x="23486" y="20141"/>
                    </a:cubicBezTo>
                    <a:cubicBezTo>
                      <a:pt x="23299" y="20306"/>
                      <a:pt x="23112" y="20476"/>
                      <a:pt x="22917" y="20646"/>
                    </a:cubicBezTo>
                    <a:cubicBezTo>
                      <a:pt x="17581" y="25488"/>
                      <a:pt x="13267" y="31661"/>
                      <a:pt x="9883" y="37995"/>
                    </a:cubicBezTo>
                    <a:cubicBezTo>
                      <a:pt x="9815" y="38122"/>
                      <a:pt x="9747" y="38250"/>
                      <a:pt x="9679" y="38377"/>
                    </a:cubicBezTo>
                    <a:cubicBezTo>
                      <a:pt x="5543" y="46169"/>
                      <a:pt x="3022" y="55105"/>
                      <a:pt x="2657" y="63926"/>
                    </a:cubicBezTo>
                    <a:cubicBezTo>
                      <a:pt x="2648" y="64142"/>
                      <a:pt x="2635" y="64355"/>
                      <a:pt x="2626" y="64576"/>
                    </a:cubicBezTo>
                    <a:cubicBezTo>
                      <a:pt x="2108" y="78859"/>
                      <a:pt x="6350" y="94150"/>
                      <a:pt x="15554" y="105245"/>
                    </a:cubicBezTo>
                    <a:cubicBezTo>
                      <a:pt x="15851" y="105606"/>
                      <a:pt x="16149" y="105972"/>
                      <a:pt x="16442" y="106337"/>
                    </a:cubicBezTo>
                    <a:cubicBezTo>
                      <a:pt x="27427" y="119860"/>
                      <a:pt x="43295" y="128260"/>
                      <a:pt x="60623" y="130139"/>
                    </a:cubicBezTo>
                    <a:cubicBezTo>
                      <a:pt x="72156" y="131261"/>
                      <a:pt x="83731" y="129203"/>
                      <a:pt x="94082" y="124060"/>
                    </a:cubicBezTo>
                    <a:cubicBezTo>
                      <a:pt x="94443" y="123881"/>
                      <a:pt x="94805" y="123707"/>
                      <a:pt x="95166" y="123533"/>
                    </a:cubicBezTo>
                    <a:cubicBezTo>
                      <a:pt x="100794" y="120778"/>
                      <a:pt x="105589" y="116846"/>
                      <a:pt x="110061" y="112510"/>
                    </a:cubicBezTo>
                    <a:cubicBezTo>
                      <a:pt x="110529" y="112055"/>
                      <a:pt x="111005" y="111613"/>
                      <a:pt x="111486" y="111171"/>
                    </a:cubicBezTo>
                    <a:cubicBezTo>
                      <a:pt x="120077" y="103170"/>
                      <a:pt x="125262" y="91264"/>
                      <a:pt x="128060" y="80079"/>
                    </a:cubicBezTo>
                    <a:cubicBezTo>
                      <a:pt x="128077" y="80003"/>
                      <a:pt x="128077" y="80003"/>
                      <a:pt x="128179" y="79612"/>
                    </a:cubicBezTo>
                    <a:cubicBezTo>
                      <a:pt x="130950" y="68466"/>
                      <a:pt x="129795" y="56367"/>
                      <a:pt x="125934" y="45646"/>
                    </a:cubicBezTo>
                    <a:cubicBezTo>
                      <a:pt x="125883" y="45510"/>
                      <a:pt x="125837" y="45379"/>
                      <a:pt x="125790" y="45238"/>
                    </a:cubicBezTo>
                    <a:cubicBezTo>
                      <a:pt x="120812" y="31376"/>
                      <a:pt x="111435" y="19783"/>
                      <a:pt x="98698" y="12297"/>
                    </a:cubicBezTo>
                    <a:cubicBezTo>
                      <a:pt x="98299" y="12064"/>
                      <a:pt x="97899" y="11821"/>
                      <a:pt x="97500" y="11583"/>
                    </a:cubicBezTo>
                    <a:cubicBezTo>
                      <a:pt x="89827" y="7009"/>
                      <a:pt x="81159" y="4488"/>
                      <a:pt x="72373" y="3137"/>
                    </a:cubicBezTo>
                    <a:cubicBezTo>
                      <a:pt x="72300" y="3124"/>
                      <a:pt x="72300" y="3124"/>
                      <a:pt x="71939" y="3069"/>
                    </a:cubicBezTo>
                    <a:cubicBezTo>
                      <a:pt x="69669" y="2724"/>
                      <a:pt x="67437" y="2627"/>
                      <a:pt x="65146" y="2631"/>
                    </a:cubicBezTo>
                    <a:cubicBezTo>
                      <a:pt x="65056" y="2631"/>
                      <a:pt x="65056" y="2631"/>
                      <a:pt x="64614" y="2635"/>
                    </a:cubicBezTo>
                    <a:cubicBezTo>
                      <a:pt x="59487" y="2656"/>
                      <a:pt x="54603" y="3366"/>
                      <a:pt x="49630" y="456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1" name="New shape">
                <a:extLst>
                  <a:ext uri="{FF2B5EF4-FFF2-40B4-BE49-F238E27FC236}">
                    <a16:creationId xmlns:a16="http://schemas.microsoft.com/office/drawing/2014/main" id="{6C282C30-3AD1-2B59-6E59-19690DBC17B1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8369111" y="761742"/>
                <a:ext cx="1935" cy="6802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6800">
                    <a:moveTo>
                      <a:pt x="658" y="0"/>
                    </a:moveTo>
                    <a:cubicBezTo>
                      <a:pt x="1079" y="140"/>
                      <a:pt x="1500" y="280"/>
                      <a:pt x="1934" y="425"/>
                    </a:cubicBezTo>
                    <a:cubicBezTo>
                      <a:pt x="2619" y="5062"/>
                      <a:pt x="2619" y="5062"/>
                      <a:pt x="1509" y="6801"/>
                    </a:cubicBezTo>
                    <a:cubicBezTo>
                      <a:pt x="897" y="6669"/>
                      <a:pt x="897" y="6669"/>
                      <a:pt x="234" y="6376"/>
                    </a:cubicBezTo>
                    <a:cubicBezTo>
                      <a:pt x="-433" y="4863"/>
                      <a:pt x="-454" y="3039"/>
                      <a:pt x="0" y="1458"/>
                    </a:cubicBezTo>
                    <a:cubicBezTo>
                      <a:pt x="199" y="960"/>
                      <a:pt x="412" y="476"/>
                      <a:pt x="658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2" name="New shape">
                <a:extLst>
                  <a:ext uri="{FF2B5EF4-FFF2-40B4-BE49-F238E27FC236}">
                    <a16:creationId xmlns:a16="http://schemas.microsoft.com/office/drawing/2014/main" id="{56C828F9-68A5-A4CE-AC97-94125D98C1DB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8253294" y="765568"/>
                <a:ext cx="2125" cy="850"/>
              </a:xfrm>
              <a:custGeom>
                <a:avLst/>
                <a:gdLst/>
                <a:ahLst/>
                <a:cxnLst/>
                <a:rect l="l" t="t" r="r" b="b"/>
                <a:pathLst>
                  <a:path w="2125" h="850">
                    <a:moveTo>
                      <a:pt x="849" y="0"/>
                    </a:moveTo>
                    <a:cubicBezTo>
                      <a:pt x="1270" y="140"/>
                      <a:pt x="1691" y="280"/>
                      <a:pt x="2125" y="425"/>
                    </a:cubicBezTo>
                    <a:cubicBezTo>
                      <a:pt x="1423" y="565"/>
                      <a:pt x="722" y="705"/>
                      <a:pt x="0" y="850"/>
                    </a:cubicBezTo>
                    <a:cubicBezTo>
                      <a:pt x="280" y="569"/>
                      <a:pt x="560" y="289"/>
                      <a:pt x="849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3" name="New shape">
                <a:extLst>
                  <a:ext uri="{FF2B5EF4-FFF2-40B4-BE49-F238E27FC236}">
                    <a16:creationId xmlns:a16="http://schemas.microsoft.com/office/drawing/2014/main" id="{05079302-B627-D02D-D222-8DD8265A61BA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8373171" y="770090"/>
                <a:ext cx="7227" cy="2704"/>
              </a:xfrm>
              <a:custGeom>
                <a:avLst/>
                <a:gdLst/>
                <a:ahLst/>
                <a:cxnLst/>
                <a:rect l="l" t="t" r="r" b="b"/>
                <a:pathLst>
                  <a:path w="7226" h="2703">
                    <a:moveTo>
                      <a:pt x="3612" y="21"/>
                    </a:moveTo>
                    <a:cubicBezTo>
                      <a:pt x="3821" y="12"/>
                      <a:pt x="4025" y="8"/>
                      <a:pt x="4237" y="0"/>
                    </a:cubicBezTo>
                    <a:cubicBezTo>
                      <a:pt x="5296" y="0"/>
                      <a:pt x="5963" y="29"/>
                      <a:pt x="6732" y="799"/>
                    </a:cubicBezTo>
                    <a:cubicBezTo>
                      <a:pt x="6898" y="1007"/>
                      <a:pt x="7060" y="1215"/>
                      <a:pt x="7226" y="1428"/>
                    </a:cubicBezTo>
                    <a:cubicBezTo>
                      <a:pt x="5462" y="2516"/>
                      <a:pt x="3787" y="3183"/>
                      <a:pt x="1699" y="2703"/>
                    </a:cubicBezTo>
                    <a:cubicBezTo>
                      <a:pt x="994" y="2227"/>
                      <a:pt x="492" y="1691"/>
                      <a:pt x="0" y="1003"/>
                    </a:cubicBezTo>
                    <a:cubicBezTo>
                      <a:pt x="1147" y="29"/>
                      <a:pt x="2142" y="12"/>
                      <a:pt x="3612" y="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4" name="New shape">
                <a:extLst>
                  <a:ext uri="{FF2B5EF4-FFF2-40B4-BE49-F238E27FC236}">
                    <a16:creationId xmlns:a16="http://schemas.microsoft.com/office/drawing/2014/main" id="{DE06E595-9AA9-7457-FABC-A39AD43A86F5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8360416" y="770589"/>
                <a:ext cx="6802" cy="2551"/>
              </a:xfrm>
              <a:custGeom>
                <a:avLst/>
                <a:gdLst/>
                <a:ahLst/>
                <a:cxnLst/>
                <a:rect l="l" t="t" r="r" b="b"/>
                <a:pathLst>
                  <a:path w="6800" h="2550">
                    <a:moveTo>
                      <a:pt x="3374" y="0"/>
                    </a:moveTo>
                    <a:cubicBezTo>
                      <a:pt x="3523" y="0"/>
                      <a:pt x="3672" y="0"/>
                      <a:pt x="3829" y="0"/>
                    </a:cubicBezTo>
                    <a:cubicBezTo>
                      <a:pt x="5041" y="25"/>
                      <a:pt x="5802" y="263"/>
                      <a:pt x="6801" y="930"/>
                    </a:cubicBezTo>
                    <a:cubicBezTo>
                      <a:pt x="6028" y="1980"/>
                      <a:pt x="5411" y="2316"/>
                      <a:pt x="4119" y="2550"/>
                    </a:cubicBezTo>
                    <a:cubicBezTo>
                      <a:pt x="2584" y="2720"/>
                      <a:pt x="1398" y="2401"/>
                      <a:pt x="0" y="1781"/>
                    </a:cubicBezTo>
                    <a:cubicBezTo>
                      <a:pt x="136" y="1169"/>
                      <a:pt x="136" y="1169"/>
                      <a:pt x="424" y="505"/>
                    </a:cubicBezTo>
                    <a:cubicBezTo>
                      <a:pt x="1364" y="25"/>
                      <a:pt x="2337" y="0"/>
                      <a:pt x="3374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5" name="New shape">
                <a:extLst>
                  <a:ext uri="{FF2B5EF4-FFF2-40B4-BE49-F238E27FC236}">
                    <a16:creationId xmlns:a16="http://schemas.microsoft.com/office/drawing/2014/main" id="{E6340ACF-0A53-A9AD-6D2C-27A15D6AB7B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8369250" y="774495"/>
                <a:ext cx="2615" cy="7227"/>
              </a:xfrm>
              <a:custGeom>
                <a:avLst/>
                <a:gdLst/>
                <a:ahLst/>
                <a:cxnLst/>
                <a:rect l="l" t="t" r="r" b="b"/>
                <a:pathLst>
                  <a:path w="2614" h="7226">
                    <a:moveTo>
                      <a:pt x="944" y="0"/>
                    </a:moveTo>
                    <a:cubicBezTo>
                      <a:pt x="1772" y="442"/>
                      <a:pt x="2155" y="667"/>
                      <a:pt x="2465" y="1572"/>
                    </a:cubicBezTo>
                    <a:cubicBezTo>
                      <a:pt x="2508" y="1853"/>
                      <a:pt x="2537" y="2133"/>
                      <a:pt x="2563" y="2418"/>
                    </a:cubicBezTo>
                    <a:cubicBezTo>
                      <a:pt x="2580" y="2567"/>
                      <a:pt x="2597" y="2712"/>
                      <a:pt x="2614" y="2865"/>
                    </a:cubicBezTo>
                    <a:cubicBezTo>
                      <a:pt x="2737" y="4429"/>
                      <a:pt x="2347" y="5764"/>
                      <a:pt x="1794" y="7226"/>
                    </a:cubicBezTo>
                    <a:cubicBezTo>
                      <a:pt x="1182" y="7120"/>
                      <a:pt x="1182" y="7120"/>
                      <a:pt x="518" y="6801"/>
                    </a:cubicBezTo>
                    <a:cubicBezTo>
                      <a:pt x="64" y="5607"/>
                      <a:pt x="17" y="4429"/>
                      <a:pt x="13" y="3162"/>
                    </a:cubicBezTo>
                    <a:cubicBezTo>
                      <a:pt x="8" y="2996"/>
                      <a:pt x="4" y="2835"/>
                      <a:pt x="0" y="2665"/>
                    </a:cubicBezTo>
                    <a:cubicBezTo>
                      <a:pt x="-8" y="1504"/>
                      <a:pt x="213" y="905"/>
                      <a:pt x="944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6" name="New shape">
                <a:extLst>
                  <a:ext uri="{FF2B5EF4-FFF2-40B4-BE49-F238E27FC236}">
                    <a16:creationId xmlns:a16="http://schemas.microsoft.com/office/drawing/2014/main" id="{91F29AB9-4773-9F4D-991C-68815962124B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8250743" y="777046"/>
                <a:ext cx="51598" cy="96922"/>
              </a:xfrm>
              <a:custGeom>
                <a:avLst/>
                <a:gdLst/>
                <a:ahLst/>
                <a:cxnLst/>
                <a:rect l="l" t="t" r="r" b="b"/>
                <a:pathLst>
                  <a:path w="51597" h="96922">
                    <a:moveTo>
                      <a:pt x="24655" y="0"/>
                    </a:moveTo>
                    <a:cubicBezTo>
                      <a:pt x="25217" y="140"/>
                      <a:pt x="25778" y="280"/>
                      <a:pt x="26355" y="425"/>
                    </a:cubicBezTo>
                    <a:cubicBezTo>
                      <a:pt x="27312" y="3060"/>
                      <a:pt x="27461" y="5721"/>
                      <a:pt x="27631" y="8502"/>
                    </a:cubicBezTo>
                    <a:cubicBezTo>
                      <a:pt x="27822" y="8540"/>
                      <a:pt x="28013" y="8578"/>
                      <a:pt x="28213" y="8616"/>
                    </a:cubicBezTo>
                    <a:cubicBezTo>
                      <a:pt x="35125" y="10023"/>
                      <a:pt x="41536" y="12285"/>
                      <a:pt x="45701" y="18423"/>
                    </a:cubicBezTo>
                    <a:cubicBezTo>
                      <a:pt x="47580" y="21480"/>
                      <a:pt x="47802" y="24540"/>
                      <a:pt x="47611" y="28056"/>
                    </a:cubicBezTo>
                    <a:cubicBezTo>
                      <a:pt x="47015" y="27933"/>
                      <a:pt x="47015" y="27933"/>
                      <a:pt x="46335" y="27631"/>
                    </a:cubicBezTo>
                    <a:cubicBezTo>
                      <a:pt x="46033" y="27134"/>
                      <a:pt x="45833" y="26725"/>
                      <a:pt x="45634" y="26190"/>
                    </a:cubicBezTo>
                    <a:cubicBezTo>
                      <a:pt x="45574" y="26045"/>
                      <a:pt x="45515" y="25901"/>
                      <a:pt x="45455" y="25752"/>
                    </a:cubicBezTo>
                    <a:cubicBezTo>
                      <a:pt x="45204" y="25140"/>
                      <a:pt x="44962" y="24523"/>
                      <a:pt x="44720" y="23903"/>
                    </a:cubicBezTo>
                    <a:cubicBezTo>
                      <a:pt x="43649" y="21195"/>
                      <a:pt x="42331" y="18695"/>
                      <a:pt x="39720" y="17165"/>
                    </a:cubicBezTo>
                    <a:cubicBezTo>
                      <a:pt x="39580" y="17080"/>
                      <a:pt x="39440" y="16995"/>
                      <a:pt x="39291" y="16906"/>
                    </a:cubicBezTo>
                    <a:cubicBezTo>
                      <a:pt x="35724" y="14882"/>
                      <a:pt x="31648" y="14138"/>
                      <a:pt x="27631" y="13603"/>
                    </a:cubicBezTo>
                    <a:cubicBezTo>
                      <a:pt x="27661" y="13790"/>
                      <a:pt x="27686" y="13981"/>
                      <a:pt x="27716" y="14177"/>
                    </a:cubicBezTo>
                    <a:cubicBezTo>
                      <a:pt x="28069" y="16736"/>
                      <a:pt x="28188" y="19286"/>
                      <a:pt x="28285" y="21871"/>
                    </a:cubicBezTo>
                    <a:cubicBezTo>
                      <a:pt x="28302" y="22334"/>
                      <a:pt x="28319" y="22802"/>
                      <a:pt x="28341" y="23269"/>
                    </a:cubicBezTo>
                    <a:cubicBezTo>
                      <a:pt x="28379" y="24247"/>
                      <a:pt x="28413" y="25221"/>
                      <a:pt x="28451" y="26194"/>
                    </a:cubicBezTo>
                    <a:cubicBezTo>
                      <a:pt x="28498" y="27427"/>
                      <a:pt x="28545" y="28660"/>
                      <a:pt x="28596" y="29892"/>
                    </a:cubicBezTo>
                    <a:cubicBezTo>
                      <a:pt x="28992" y="39755"/>
                      <a:pt x="28992" y="39755"/>
                      <a:pt x="28906" y="44635"/>
                    </a:cubicBezTo>
                    <a:cubicBezTo>
                      <a:pt x="29021" y="44656"/>
                      <a:pt x="29021" y="44656"/>
                      <a:pt x="29603" y="44766"/>
                    </a:cubicBezTo>
                    <a:cubicBezTo>
                      <a:pt x="32111" y="45264"/>
                      <a:pt x="34398" y="46046"/>
                      <a:pt x="36745" y="47054"/>
                    </a:cubicBezTo>
                    <a:cubicBezTo>
                      <a:pt x="36919" y="47126"/>
                      <a:pt x="37098" y="47202"/>
                      <a:pt x="37276" y="47279"/>
                    </a:cubicBezTo>
                    <a:cubicBezTo>
                      <a:pt x="40120" y="48495"/>
                      <a:pt x="42705" y="49825"/>
                      <a:pt x="45060" y="51861"/>
                    </a:cubicBezTo>
                    <a:cubicBezTo>
                      <a:pt x="45213" y="51989"/>
                      <a:pt x="45366" y="52121"/>
                      <a:pt x="45523" y="52252"/>
                    </a:cubicBezTo>
                    <a:cubicBezTo>
                      <a:pt x="48792" y="55050"/>
                      <a:pt x="51143" y="59007"/>
                      <a:pt x="51530" y="63369"/>
                    </a:cubicBezTo>
                    <a:cubicBezTo>
                      <a:pt x="51589" y="64317"/>
                      <a:pt x="51602" y="65260"/>
                      <a:pt x="51598" y="66208"/>
                    </a:cubicBezTo>
                    <a:cubicBezTo>
                      <a:pt x="51593" y="66374"/>
                      <a:pt x="51593" y="66544"/>
                      <a:pt x="51593" y="66714"/>
                    </a:cubicBezTo>
                    <a:cubicBezTo>
                      <a:pt x="51576" y="69686"/>
                      <a:pt x="51130" y="72160"/>
                      <a:pt x="49736" y="74817"/>
                    </a:cubicBezTo>
                    <a:cubicBezTo>
                      <a:pt x="49642" y="74999"/>
                      <a:pt x="49549" y="75182"/>
                      <a:pt x="49451" y="75373"/>
                    </a:cubicBezTo>
                    <a:cubicBezTo>
                      <a:pt x="46603" y="80870"/>
                      <a:pt x="42067" y="84160"/>
                      <a:pt x="36239" y="86128"/>
                    </a:cubicBezTo>
                    <a:cubicBezTo>
                      <a:pt x="33383" y="87017"/>
                      <a:pt x="30611" y="87272"/>
                      <a:pt x="27631" y="87144"/>
                    </a:cubicBezTo>
                    <a:cubicBezTo>
                      <a:pt x="27640" y="87365"/>
                      <a:pt x="27652" y="87587"/>
                      <a:pt x="27661" y="87816"/>
                    </a:cubicBezTo>
                    <a:cubicBezTo>
                      <a:pt x="27720" y="89742"/>
                      <a:pt x="27592" y="91570"/>
                      <a:pt x="27257" y="93470"/>
                    </a:cubicBezTo>
                    <a:cubicBezTo>
                      <a:pt x="27227" y="93665"/>
                      <a:pt x="27193" y="93861"/>
                      <a:pt x="27159" y="94065"/>
                    </a:cubicBezTo>
                    <a:cubicBezTo>
                      <a:pt x="26938" y="95213"/>
                      <a:pt x="26653" y="96003"/>
                      <a:pt x="25930" y="96922"/>
                    </a:cubicBezTo>
                    <a:cubicBezTo>
                      <a:pt x="25212" y="96875"/>
                      <a:pt x="24838" y="96849"/>
                      <a:pt x="24230" y="96497"/>
                    </a:cubicBezTo>
                    <a:cubicBezTo>
                      <a:pt x="23150" y="94613"/>
                      <a:pt x="23201" y="92280"/>
                      <a:pt x="23117" y="90171"/>
                    </a:cubicBezTo>
                    <a:cubicBezTo>
                      <a:pt x="23100" y="89835"/>
                      <a:pt x="23083" y="89499"/>
                      <a:pt x="23066" y="89164"/>
                    </a:cubicBezTo>
                    <a:cubicBezTo>
                      <a:pt x="23023" y="88347"/>
                      <a:pt x="22989" y="87535"/>
                      <a:pt x="22955" y="86719"/>
                    </a:cubicBezTo>
                    <a:cubicBezTo>
                      <a:pt x="22819" y="86702"/>
                      <a:pt x="22819" y="86702"/>
                      <a:pt x="22126" y="86609"/>
                    </a:cubicBezTo>
                    <a:cubicBezTo>
                      <a:pt x="15558" y="85627"/>
                      <a:pt x="8442" y="82723"/>
                      <a:pt x="4250" y="77367"/>
                    </a:cubicBezTo>
                    <a:cubicBezTo>
                      <a:pt x="1628" y="73818"/>
                      <a:pt x="-463" y="69533"/>
                      <a:pt x="0" y="65039"/>
                    </a:cubicBezTo>
                    <a:cubicBezTo>
                      <a:pt x="420" y="65039"/>
                      <a:pt x="841" y="65039"/>
                      <a:pt x="1275" y="65039"/>
                    </a:cubicBezTo>
                    <a:cubicBezTo>
                      <a:pt x="1372" y="65239"/>
                      <a:pt x="1471" y="65439"/>
                      <a:pt x="1572" y="65643"/>
                    </a:cubicBezTo>
                    <a:cubicBezTo>
                      <a:pt x="4650" y="71841"/>
                      <a:pt x="7702" y="76942"/>
                      <a:pt x="14559" y="79386"/>
                    </a:cubicBezTo>
                    <a:cubicBezTo>
                      <a:pt x="17119" y="80220"/>
                      <a:pt x="19869" y="80436"/>
                      <a:pt x="22530" y="80768"/>
                    </a:cubicBezTo>
                    <a:cubicBezTo>
                      <a:pt x="22525" y="80657"/>
                      <a:pt x="22525" y="80657"/>
                      <a:pt x="22491" y="80092"/>
                    </a:cubicBezTo>
                    <a:cubicBezTo>
                      <a:pt x="22126" y="73567"/>
                      <a:pt x="22049" y="67063"/>
                      <a:pt x="22075" y="60525"/>
                    </a:cubicBezTo>
                    <a:cubicBezTo>
                      <a:pt x="22079" y="59254"/>
                      <a:pt x="22083" y="57983"/>
                      <a:pt x="22083" y="56712"/>
                    </a:cubicBezTo>
                    <a:cubicBezTo>
                      <a:pt x="22087" y="54246"/>
                      <a:pt x="22096" y="51776"/>
                      <a:pt x="22104" y="49311"/>
                    </a:cubicBezTo>
                    <a:cubicBezTo>
                      <a:pt x="21981" y="49277"/>
                      <a:pt x="21863" y="49238"/>
                      <a:pt x="21735" y="49200"/>
                    </a:cubicBezTo>
                    <a:cubicBezTo>
                      <a:pt x="21178" y="49034"/>
                      <a:pt x="20617" y="48869"/>
                      <a:pt x="20060" y="48703"/>
                    </a:cubicBezTo>
                    <a:cubicBezTo>
                      <a:pt x="19869" y="48648"/>
                      <a:pt x="19677" y="48592"/>
                      <a:pt x="19477" y="48533"/>
                    </a:cubicBezTo>
                    <a:cubicBezTo>
                      <a:pt x="18113" y="48125"/>
                      <a:pt x="16804" y="47661"/>
                      <a:pt x="15516" y="47054"/>
                    </a:cubicBezTo>
                    <a:cubicBezTo>
                      <a:pt x="15418" y="47007"/>
                      <a:pt x="15418" y="47007"/>
                      <a:pt x="14933" y="46781"/>
                    </a:cubicBezTo>
                    <a:cubicBezTo>
                      <a:pt x="9704" y="44282"/>
                      <a:pt x="4833" y="41174"/>
                      <a:pt x="2746" y="35504"/>
                    </a:cubicBezTo>
                    <a:cubicBezTo>
                      <a:pt x="1109" y="30458"/>
                      <a:pt x="1283" y="25429"/>
                      <a:pt x="3630" y="20600"/>
                    </a:cubicBezTo>
                    <a:cubicBezTo>
                      <a:pt x="6737" y="14801"/>
                      <a:pt x="11886" y="11511"/>
                      <a:pt x="18007" y="9539"/>
                    </a:cubicBezTo>
                    <a:cubicBezTo>
                      <a:pt x="19767" y="9067"/>
                      <a:pt x="21569" y="8965"/>
                      <a:pt x="23380" y="8927"/>
                    </a:cubicBezTo>
                    <a:cubicBezTo>
                      <a:pt x="23389" y="8761"/>
                      <a:pt x="23397" y="8599"/>
                      <a:pt x="23405" y="8429"/>
                    </a:cubicBezTo>
                    <a:cubicBezTo>
                      <a:pt x="23728" y="2389"/>
                      <a:pt x="23728" y="2389"/>
                      <a:pt x="24655" y="0"/>
                    </a:cubicBezTo>
                    <a:close/>
                    <a:moveTo>
                      <a:pt x="13195" y="19099"/>
                    </a:moveTo>
                    <a:cubicBezTo>
                      <a:pt x="11414" y="20893"/>
                      <a:pt x="10108" y="22640"/>
                      <a:pt x="9352" y="25080"/>
                    </a:cubicBezTo>
                    <a:cubicBezTo>
                      <a:pt x="9297" y="25259"/>
                      <a:pt x="9242" y="25437"/>
                      <a:pt x="9186" y="25620"/>
                    </a:cubicBezTo>
                    <a:cubicBezTo>
                      <a:pt x="8404" y="28749"/>
                      <a:pt x="8816" y="32116"/>
                      <a:pt x="10474" y="34883"/>
                    </a:cubicBezTo>
                    <a:cubicBezTo>
                      <a:pt x="13152" y="38858"/>
                      <a:pt x="17696" y="40715"/>
                      <a:pt x="22104" y="42084"/>
                    </a:cubicBezTo>
                    <a:cubicBezTo>
                      <a:pt x="22109" y="41918"/>
                      <a:pt x="22113" y="41753"/>
                      <a:pt x="22118" y="41583"/>
                    </a:cubicBezTo>
                    <a:cubicBezTo>
                      <a:pt x="22173" y="39491"/>
                      <a:pt x="22232" y="37400"/>
                      <a:pt x="22292" y="35308"/>
                    </a:cubicBezTo>
                    <a:cubicBezTo>
                      <a:pt x="22296" y="35142"/>
                      <a:pt x="22300" y="34977"/>
                      <a:pt x="22304" y="34806"/>
                    </a:cubicBezTo>
                    <a:cubicBezTo>
                      <a:pt x="22419" y="30768"/>
                      <a:pt x="22547" y="26734"/>
                      <a:pt x="22823" y="22704"/>
                    </a:cubicBezTo>
                    <a:cubicBezTo>
                      <a:pt x="23014" y="19813"/>
                      <a:pt x="22997" y="16923"/>
                      <a:pt x="22955" y="14028"/>
                    </a:cubicBezTo>
                    <a:cubicBezTo>
                      <a:pt x="19516" y="14028"/>
                      <a:pt x="15571" y="16791"/>
                      <a:pt x="13195" y="19099"/>
                    </a:cubicBezTo>
                    <a:close/>
                    <a:moveTo>
                      <a:pt x="28481" y="51861"/>
                    </a:moveTo>
                    <a:cubicBezTo>
                      <a:pt x="28481" y="51980"/>
                      <a:pt x="28481" y="52104"/>
                      <a:pt x="28485" y="52227"/>
                    </a:cubicBezTo>
                    <a:cubicBezTo>
                      <a:pt x="28528" y="58017"/>
                      <a:pt x="28502" y="63794"/>
                      <a:pt x="28239" y="69579"/>
                    </a:cubicBezTo>
                    <a:cubicBezTo>
                      <a:pt x="28061" y="73456"/>
                      <a:pt x="28005" y="77316"/>
                      <a:pt x="28056" y="81193"/>
                    </a:cubicBezTo>
                    <a:cubicBezTo>
                      <a:pt x="33008" y="80368"/>
                      <a:pt x="38620" y="78600"/>
                      <a:pt x="41782" y="74404"/>
                    </a:cubicBezTo>
                    <a:cubicBezTo>
                      <a:pt x="44137" y="70995"/>
                      <a:pt x="44847" y="67445"/>
                      <a:pt x="44210" y="63339"/>
                    </a:cubicBezTo>
                    <a:cubicBezTo>
                      <a:pt x="43504" y="60372"/>
                      <a:pt x="41612" y="57651"/>
                      <a:pt x="39023" y="56027"/>
                    </a:cubicBezTo>
                    <a:cubicBezTo>
                      <a:pt x="38530" y="55751"/>
                      <a:pt x="38041" y="55475"/>
                      <a:pt x="37540" y="55211"/>
                    </a:cubicBezTo>
                    <a:cubicBezTo>
                      <a:pt x="37276" y="55062"/>
                      <a:pt x="37017" y="54918"/>
                      <a:pt x="36753" y="54773"/>
                    </a:cubicBezTo>
                    <a:cubicBezTo>
                      <a:pt x="35219" y="53936"/>
                      <a:pt x="33659" y="53162"/>
                      <a:pt x="32043" y="52499"/>
                    </a:cubicBezTo>
                    <a:cubicBezTo>
                      <a:pt x="31877" y="52431"/>
                      <a:pt x="31712" y="52363"/>
                      <a:pt x="31542" y="52295"/>
                    </a:cubicBezTo>
                    <a:cubicBezTo>
                      <a:pt x="30471" y="51887"/>
                      <a:pt x="29625" y="51840"/>
                      <a:pt x="28481" y="5186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7" name="New shape">
                <a:extLst>
                  <a:ext uri="{FF2B5EF4-FFF2-40B4-BE49-F238E27FC236}">
                    <a16:creationId xmlns:a16="http://schemas.microsoft.com/office/drawing/2014/main" id="{4706A891-7805-05AE-8506-7A73876B37FF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8177481" y="845911"/>
                <a:ext cx="71136" cy="74073"/>
              </a:xfrm>
              <a:custGeom>
                <a:avLst/>
                <a:gdLst/>
                <a:ahLst/>
                <a:cxnLst/>
                <a:rect l="l" t="t" r="r" b="b"/>
                <a:pathLst>
                  <a:path w="71135" h="74073">
                    <a:moveTo>
                      <a:pt x="10772" y="0"/>
                    </a:moveTo>
                    <a:cubicBezTo>
                      <a:pt x="11052" y="140"/>
                      <a:pt x="11333" y="280"/>
                      <a:pt x="11622" y="425"/>
                    </a:cubicBezTo>
                    <a:cubicBezTo>
                      <a:pt x="11571" y="514"/>
                      <a:pt x="11571" y="514"/>
                      <a:pt x="11303" y="960"/>
                    </a:cubicBezTo>
                    <a:cubicBezTo>
                      <a:pt x="4663" y="12242"/>
                      <a:pt x="1496" y="24485"/>
                      <a:pt x="4820" y="37408"/>
                    </a:cubicBezTo>
                    <a:cubicBezTo>
                      <a:pt x="7928" y="49179"/>
                      <a:pt x="15027" y="59632"/>
                      <a:pt x="25650" y="65890"/>
                    </a:cubicBezTo>
                    <a:cubicBezTo>
                      <a:pt x="35746" y="71628"/>
                      <a:pt x="46259" y="73171"/>
                      <a:pt x="57511" y="70251"/>
                    </a:cubicBezTo>
                    <a:cubicBezTo>
                      <a:pt x="60929" y="69269"/>
                      <a:pt x="64113" y="67607"/>
                      <a:pt x="67297" y="66038"/>
                    </a:cubicBezTo>
                    <a:cubicBezTo>
                      <a:pt x="67488" y="65945"/>
                      <a:pt x="67680" y="65851"/>
                      <a:pt x="67875" y="65758"/>
                    </a:cubicBezTo>
                    <a:cubicBezTo>
                      <a:pt x="68236" y="65579"/>
                      <a:pt x="68598" y="65401"/>
                      <a:pt x="68959" y="65218"/>
                    </a:cubicBezTo>
                    <a:cubicBezTo>
                      <a:pt x="69121" y="65141"/>
                      <a:pt x="69282" y="65061"/>
                      <a:pt x="69452" y="64976"/>
                    </a:cubicBezTo>
                    <a:cubicBezTo>
                      <a:pt x="69592" y="64908"/>
                      <a:pt x="69732" y="64835"/>
                      <a:pt x="69877" y="64763"/>
                    </a:cubicBezTo>
                    <a:cubicBezTo>
                      <a:pt x="70285" y="64614"/>
                      <a:pt x="70285" y="64614"/>
                      <a:pt x="71135" y="64614"/>
                    </a:cubicBezTo>
                    <a:cubicBezTo>
                      <a:pt x="70987" y="65702"/>
                      <a:pt x="70817" y="66327"/>
                      <a:pt x="69962" y="67042"/>
                    </a:cubicBezTo>
                    <a:cubicBezTo>
                      <a:pt x="69635" y="67284"/>
                      <a:pt x="69294" y="67522"/>
                      <a:pt x="68959" y="67751"/>
                    </a:cubicBezTo>
                    <a:cubicBezTo>
                      <a:pt x="68772" y="67875"/>
                      <a:pt x="68585" y="68002"/>
                      <a:pt x="68394" y="68134"/>
                    </a:cubicBezTo>
                    <a:cubicBezTo>
                      <a:pt x="62162" y="72168"/>
                      <a:pt x="53906" y="74060"/>
                      <a:pt x="46561" y="74073"/>
                    </a:cubicBezTo>
                    <a:cubicBezTo>
                      <a:pt x="46408" y="74073"/>
                      <a:pt x="46255" y="74073"/>
                      <a:pt x="46101" y="74073"/>
                    </a:cubicBezTo>
                    <a:cubicBezTo>
                      <a:pt x="33701" y="74039"/>
                      <a:pt x="21421" y="69371"/>
                      <a:pt x="12553" y="60627"/>
                    </a:cubicBezTo>
                    <a:cubicBezTo>
                      <a:pt x="6105" y="54004"/>
                      <a:pt x="1654" y="45719"/>
                      <a:pt x="144" y="36558"/>
                    </a:cubicBezTo>
                    <a:cubicBezTo>
                      <a:pt x="98" y="36290"/>
                      <a:pt x="51" y="36022"/>
                      <a:pt x="0" y="35746"/>
                    </a:cubicBezTo>
                    <a:cubicBezTo>
                      <a:pt x="-1657" y="24936"/>
                      <a:pt x="872" y="13063"/>
                      <a:pt x="7337" y="4208"/>
                    </a:cubicBezTo>
                    <a:cubicBezTo>
                      <a:pt x="9620" y="1113"/>
                      <a:pt x="9620" y="1113"/>
                      <a:pt x="10772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1349E59-6B5B-BBCF-F207-345E39E2482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045196" y="1604089"/>
              <a:ext cx="1720596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b="1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€109M+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255636A-45A2-2754-9F51-5BDBB081D9DA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036940" y="1912323"/>
              <a:ext cx="1720596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Potential Travel</a:t>
              </a:r>
              <a:b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</a:br>
              <a: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Cost Optimization</a:t>
              </a:r>
            </a:p>
          </p:txBody>
        </p:sp>
      </p:grpSp>
      <p:sp>
        <p:nvSpPr>
          <p:cNvPr id="70" name="New shape">
            <a:extLst>
              <a:ext uri="{FF2B5EF4-FFF2-40B4-BE49-F238E27FC236}">
                <a16:creationId xmlns:a16="http://schemas.microsoft.com/office/drawing/2014/main" id="{BB7ABAE8-D510-7052-6F5F-3C96F9C0257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52447" y="1912225"/>
            <a:ext cx="8066683" cy="1714500"/>
          </a:xfrm>
          <a:custGeom>
            <a:avLst/>
            <a:gdLst/>
            <a:ahLst/>
            <a:cxnLst/>
            <a:rect l="l" t="t" r="r" b="b"/>
            <a:pathLst>
              <a:path w="11085577" h="1714500">
                <a:moveTo>
                  <a:pt x="30480" y="0"/>
                </a:moveTo>
                <a:lnTo>
                  <a:pt x="11055097" y="0"/>
                </a:lnTo>
                <a:cubicBezTo>
                  <a:pt x="11071930" y="0"/>
                  <a:pt x="11085577" y="13646"/>
                  <a:pt x="11085577" y="30480"/>
                </a:cubicBezTo>
                <a:lnTo>
                  <a:pt x="11085577" y="1684020"/>
                </a:lnTo>
                <a:cubicBezTo>
                  <a:pt x="11085577" y="1700853"/>
                  <a:pt x="11071930" y="1714500"/>
                  <a:pt x="11055097" y="1714500"/>
                </a:cubicBezTo>
                <a:lnTo>
                  <a:pt x="30480" y="1714500"/>
                </a:lnTo>
                <a:cubicBezTo>
                  <a:pt x="13646" y="1714500"/>
                  <a:pt x="0" y="1700853"/>
                  <a:pt x="0" y="1684020"/>
                </a:cubicBezTo>
                <a:lnTo>
                  <a:pt x="0" y="30480"/>
                </a:lnTo>
                <a:cubicBezTo>
                  <a:pt x="0" y="13646"/>
                  <a:pt x="13646" y="0"/>
                  <a:pt x="3048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7620" cmpd="sng">
            <a:solidFill>
              <a:schemeClr val="tx1">
                <a:lumMod val="95000"/>
                <a:lumOff val="5000"/>
              </a:schemeClr>
            </a:solidFill>
          </a:ln>
          <a:effectLst/>
        </p:spPr>
        <p:txBody>
          <a:bodyPr rtlCol="0" anchor="ctr"/>
          <a:lstStyle/>
          <a:p>
            <a:pPr algn="ctr"/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9B63562-EB8D-8ADD-87DF-54F98DD8B31A}"/>
              </a:ext>
            </a:extLst>
          </p:cNvPr>
          <p:cNvGrpSpPr/>
          <p:nvPr/>
        </p:nvGrpSpPr>
        <p:grpSpPr>
          <a:xfrm>
            <a:off x="6892753" y="896210"/>
            <a:ext cx="1721964" cy="803882"/>
            <a:chOff x="9873311" y="1353410"/>
            <a:chExt cx="1721964" cy="803882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889D2A2-F8C7-88A2-57DA-C94520B4B414}"/>
                </a:ext>
              </a:extLst>
            </p:cNvPr>
            <p:cNvGrpSpPr/>
            <p:nvPr>
              <p:custDataLst>
                <p:tags r:id="rId13"/>
              </p:custDataLst>
            </p:nvPr>
          </p:nvGrpSpPr>
          <p:grpSpPr>
            <a:xfrm>
              <a:off x="10697880" y="1353410"/>
              <a:ext cx="161188" cy="219531"/>
              <a:chOff x="10062880" y="718410"/>
              <a:chExt cx="161188" cy="219531"/>
            </a:xfrm>
          </p:grpSpPr>
          <p:sp>
            <p:nvSpPr>
              <p:cNvPr id="63" name="New shape">
                <a:extLst>
                  <a:ext uri="{FF2B5EF4-FFF2-40B4-BE49-F238E27FC236}">
                    <a16:creationId xmlns:a16="http://schemas.microsoft.com/office/drawing/2014/main" id="{7BF36F79-D8E3-0C18-2D38-C43C3D65F446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10103737" y="718410"/>
                <a:ext cx="79839" cy="44928"/>
              </a:xfrm>
              <a:custGeom>
                <a:avLst/>
                <a:gdLst/>
                <a:ahLst/>
                <a:cxnLst/>
                <a:rect l="l" t="t" r="r" b="b"/>
                <a:pathLst>
                  <a:path w="79839" h="44927">
                    <a:moveTo>
                      <a:pt x="47869" y="2014"/>
                    </a:moveTo>
                    <a:cubicBezTo>
                      <a:pt x="48028" y="2105"/>
                      <a:pt x="48193" y="2196"/>
                      <a:pt x="48356" y="2291"/>
                    </a:cubicBezTo>
                    <a:cubicBezTo>
                      <a:pt x="52166" y="4574"/>
                      <a:pt x="53922" y="7961"/>
                      <a:pt x="55044" y="12135"/>
                    </a:cubicBezTo>
                    <a:cubicBezTo>
                      <a:pt x="56222" y="16500"/>
                      <a:pt x="56222" y="16500"/>
                      <a:pt x="57205" y="17300"/>
                    </a:cubicBezTo>
                    <a:cubicBezTo>
                      <a:pt x="58209" y="17728"/>
                      <a:pt x="59064" y="17842"/>
                      <a:pt x="60146" y="17928"/>
                    </a:cubicBezTo>
                    <a:cubicBezTo>
                      <a:pt x="60714" y="17992"/>
                      <a:pt x="61287" y="18060"/>
                      <a:pt x="61856" y="18128"/>
                    </a:cubicBezTo>
                    <a:cubicBezTo>
                      <a:pt x="62165" y="18164"/>
                      <a:pt x="62479" y="18205"/>
                      <a:pt x="62793" y="18242"/>
                    </a:cubicBezTo>
                    <a:cubicBezTo>
                      <a:pt x="62951" y="18260"/>
                      <a:pt x="63111" y="18278"/>
                      <a:pt x="63270" y="18296"/>
                    </a:cubicBezTo>
                    <a:cubicBezTo>
                      <a:pt x="63756" y="18355"/>
                      <a:pt x="64238" y="18410"/>
                      <a:pt x="64725" y="18460"/>
                    </a:cubicBezTo>
                    <a:cubicBezTo>
                      <a:pt x="67244" y="18751"/>
                      <a:pt x="69340" y="19324"/>
                      <a:pt x="71514" y="20656"/>
                    </a:cubicBezTo>
                    <a:cubicBezTo>
                      <a:pt x="71668" y="20747"/>
                      <a:pt x="71827" y="20838"/>
                      <a:pt x="71987" y="20933"/>
                    </a:cubicBezTo>
                    <a:cubicBezTo>
                      <a:pt x="76479" y="23616"/>
                      <a:pt x="78584" y="28586"/>
                      <a:pt x="79839" y="33492"/>
                    </a:cubicBezTo>
                    <a:cubicBezTo>
                      <a:pt x="80439" y="36193"/>
                      <a:pt x="80894" y="39812"/>
                      <a:pt x="79443" y="42281"/>
                    </a:cubicBezTo>
                    <a:cubicBezTo>
                      <a:pt x="77965" y="43941"/>
                      <a:pt x="75947" y="44768"/>
                      <a:pt x="73755" y="44909"/>
                    </a:cubicBezTo>
                    <a:cubicBezTo>
                      <a:pt x="72887" y="44937"/>
                      <a:pt x="72018" y="44932"/>
                      <a:pt x="71149" y="44923"/>
                    </a:cubicBezTo>
                    <a:cubicBezTo>
                      <a:pt x="70754" y="44923"/>
                      <a:pt x="70363" y="44927"/>
                      <a:pt x="69967" y="44927"/>
                    </a:cubicBezTo>
                    <a:cubicBezTo>
                      <a:pt x="68908" y="44932"/>
                      <a:pt x="67844" y="44927"/>
                      <a:pt x="66780" y="44923"/>
                    </a:cubicBezTo>
                    <a:cubicBezTo>
                      <a:pt x="65648" y="44918"/>
                      <a:pt x="64516" y="44918"/>
                      <a:pt x="63379" y="44918"/>
                    </a:cubicBezTo>
                    <a:cubicBezTo>
                      <a:pt x="61460" y="44923"/>
                      <a:pt x="59542" y="44914"/>
                      <a:pt x="57622" y="44909"/>
                    </a:cubicBezTo>
                    <a:cubicBezTo>
                      <a:pt x="55695" y="44900"/>
                      <a:pt x="53762" y="44896"/>
                      <a:pt x="51834" y="44900"/>
                    </a:cubicBezTo>
                    <a:cubicBezTo>
                      <a:pt x="42254" y="44909"/>
                      <a:pt x="32683" y="44864"/>
                      <a:pt x="23112" y="44377"/>
                    </a:cubicBezTo>
                    <a:cubicBezTo>
                      <a:pt x="22562" y="44350"/>
                      <a:pt x="22011" y="44323"/>
                      <a:pt x="21461" y="44295"/>
                    </a:cubicBezTo>
                    <a:cubicBezTo>
                      <a:pt x="17033" y="44073"/>
                      <a:pt x="12690" y="43654"/>
                      <a:pt x="8311" y="42936"/>
                    </a:cubicBezTo>
                    <a:cubicBezTo>
                      <a:pt x="8489" y="42490"/>
                      <a:pt x="8489" y="42490"/>
                      <a:pt x="8766" y="42027"/>
                    </a:cubicBezTo>
                    <a:cubicBezTo>
                      <a:pt x="9385" y="41881"/>
                      <a:pt x="9930" y="41804"/>
                      <a:pt x="10562" y="41754"/>
                    </a:cubicBezTo>
                    <a:cubicBezTo>
                      <a:pt x="10744" y="41740"/>
                      <a:pt x="10931" y="41722"/>
                      <a:pt x="11121" y="41704"/>
                    </a:cubicBezTo>
                    <a:cubicBezTo>
                      <a:pt x="11735" y="41645"/>
                      <a:pt x="12349" y="41595"/>
                      <a:pt x="12968" y="41545"/>
                    </a:cubicBezTo>
                    <a:cubicBezTo>
                      <a:pt x="13404" y="41508"/>
                      <a:pt x="13836" y="41467"/>
                      <a:pt x="14272" y="41431"/>
                    </a:cubicBezTo>
                    <a:cubicBezTo>
                      <a:pt x="18605" y="41063"/>
                      <a:pt x="22944" y="40831"/>
                      <a:pt x="27285" y="40663"/>
                    </a:cubicBezTo>
                    <a:cubicBezTo>
                      <a:pt x="27963" y="40635"/>
                      <a:pt x="28637" y="40603"/>
                      <a:pt x="29309" y="40576"/>
                    </a:cubicBezTo>
                    <a:cubicBezTo>
                      <a:pt x="36038" y="40299"/>
                      <a:pt x="42764" y="40158"/>
                      <a:pt x="49497" y="40067"/>
                    </a:cubicBezTo>
                    <a:cubicBezTo>
                      <a:pt x="49689" y="40062"/>
                      <a:pt x="49879" y="40062"/>
                      <a:pt x="50075" y="40058"/>
                    </a:cubicBezTo>
                    <a:cubicBezTo>
                      <a:pt x="54117" y="40003"/>
                      <a:pt x="58160" y="39958"/>
                      <a:pt x="62206" y="39917"/>
                    </a:cubicBezTo>
                    <a:cubicBezTo>
                      <a:pt x="63479" y="39908"/>
                      <a:pt x="64752" y="39894"/>
                      <a:pt x="66026" y="39880"/>
                    </a:cubicBezTo>
                    <a:cubicBezTo>
                      <a:pt x="67048" y="39871"/>
                      <a:pt x="68067" y="39862"/>
                      <a:pt x="69090" y="39853"/>
                    </a:cubicBezTo>
                    <a:cubicBezTo>
                      <a:pt x="69567" y="39849"/>
                      <a:pt x="70040" y="39844"/>
                      <a:pt x="70518" y="39840"/>
                    </a:cubicBezTo>
                    <a:cubicBezTo>
                      <a:pt x="71091" y="39835"/>
                      <a:pt x="71663" y="39830"/>
                      <a:pt x="72241" y="39830"/>
                    </a:cubicBezTo>
                    <a:cubicBezTo>
                      <a:pt x="72491" y="39826"/>
                      <a:pt x="72745" y="39821"/>
                      <a:pt x="73005" y="39817"/>
                    </a:cubicBezTo>
                    <a:cubicBezTo>
                      <a:pt x="73223" y="39817"/>
                      <a:pt x="73442" y="39817"/>
                      <a:pt x="73669" y="39812"/>
                    </a:cubicBezTo>
                    <a:cubicBezTo>
                      <a:pt x="74264" y="39753"/>
                      <a:pt x="74637" y="39603"/>
                      <a:pt x="75151" y="39298"/>
                    </a:cubicBezTo>
                    <a:cubicBezTo>
                      <a:pt x="75620" y="34088"/>
                      <a:pt x="74424" y="28809"/>
                      <a:pt x="71049" y="24676"/>
                    </a:cubicBezTo>
                    <a:cubicBezTo>
                      <a:pt x="68917" y="22361"/>
                      <a:pt x="65971" y="21502"/>
                      <a:pt x="63043" y="20597"/>
                    </a:cubicBezTo>
                    <a:cubicBezTo>
                      <a:pt x="55095" y="18142"/>
                      <a:pt x="55095" y="18142"/>
                      <a:pt x="53808" y="15968"/>
                    </a:cubicBezTo>
                    <a:cubicBezTo>
                      <a:pt x="53444" y="15273"/>
                      <a:pt x="53157" y="14568"/>
                      <a:pt x="52871" y="13836"/>
                    </a:cubicBezTo>
                    <a:cubicBezTo>
                      <a:pt x="52516" y="13054"/>
                      <a:pt x="52139" y="12281"/>
                      <a:pt x="51761" y="11508"/>
                    </a:cubicBezTo>
                    <a:cubicBezTo>
                      <a:pt x="51671" y="11317"/>
                      <a:pt x="51580" y="11126"/>
                      <a:pt x="51489" y="10930"/>
                    </a:cubicBezTo>
                    <a:cubicBezTo>
                      <a:pt x="50120" y="8170"/>
                      <a:pt x="47979" y="6015"/>
                      <a:pt x="45055" y="4969"/>
                    </a:cubicBezTo>
                    <a:cubicBezTo>
                      <a:pt x="41385" y="3960"/>
                      <a:pt x="37958" y="4192"/>
                      <a:pt x="34597" y="6106"/>
                    </a:cubicBezTo>
                    <a:cubicBezTo>
                      <a:pt x="32373" y="7507"/>
                      <a:pt x="31315" y="9753"/>
                      <a:pt x="30136" y="12017"/>
                    </a:cubicBezTo>
                    <a:cubicBezTo>
                      <a:pt x="29395" y="13390"/>
                      <a:pt x="28640" y="14754"/>
                      <a:pt x="27863" y="16109"/>
                    </a:cubicBezTo>
                    <a:cubicBezTo>
                      <a:pt x="27740" y="16327"/>
                      <a:pt x="27618" y="16546"/>
                      <a:pt x="27495" y="16773"/>
                    </a:cubicBezTo>
                    <a:cubicBezTo>
                      <a:pt x="24976" y="20570"/>
                      <a:pt x="19606" y="21634"/>
                      <a:pt x="15464" y="22557"/>
                    </a:cubicBezTo>
                    <a:cubicBezTo>
                      <a:pt x="12181" y="23302"/>
                      <a:pt x="9744" y="24566"/>
                      <a:pt x="7857" y="27477"/>
                    </a:cubicBezTo>
                    <a:cubicBezTo>
                      <a:pt x="7434" y="28213"/>
                      <a:pt x="7098" y="28963"/>
                      <a:pt x="6775" y="29750"/>
                    </a:cubicBezTo>
                    <a:cubicBezTo>
                      <a:pt x="6729" y="29859"/>
                      <a:pt x="6729" y="29859"/>
                      <a:pt x="6498" y="30423"/>
                    </a:cubicBezTo>
                    <a:cubicBezTo>
                      <a:pt x="5365" y="33287"/>
                      <a:pt x="4588" y="36275"/>
                      <a:pt x="3792" y="39244"/>
                    </a:cubicBezTo>
                    <a:cubicBezTo>
                      <a:pt x="3733" y="39444"/>
                      <a:pt x="3678" y="39649"/>
                      <a:pt x="3623" y="39858"/>
                    </a:cubicBezTo>
                    <a:cubicBezTo>
                      <a:pt x="3519" y="40244"/>
                      <a:pt x="3415" y="40626"/>
                      <a:pt x="3315" y="41008"/>
                    </a:cubicBezTo>
                    <a:cubicBezTo>
                      <a:pt x="3014" y="42117"/>
                      <a:pt x="2637" y="42927"/>
                      <a:pt x="1946" y="43845"/>
                    </a:cubicBezTo>
                    <a:cubicBezTo>
                      <a:pt x="1296" y="43695"/>
                      <a:pt x="1296" y="43695"/>
                      <a:pt x="582" y="43391"/>
                    </a:cubicBezTo>
                    <a:cubicBezTo>
                      <a:pt x="-1236" y="40476"/>
                      <a:pt x="-631" y="35447"/>
                      <a:pt x="0" y="32260"/>
                    </a:cubicBezTo>
                    <a:cubicBezTo>
                      <a:pt x="1059" y="27754"/>
                      <a:pt x="3347" y="21866"/>
                      <a:pt x="7402" y="19292"/>
                    </a:cubicBezTo>
                    <a:cubicBezTo>
                      <a:pt x="10548" y="17496"/>
                      <a:pt x="14063" y="16614"/>
                      <a:pt x="17583" y="15891"/>
                    </a:cubicBezTo>
                    <a:cubicBezTo>
                      <a:pt x="19865" y="15386"/>
                      <a:pt x="22102" y="14563"/>
                      <a:pt x="23512" y="12585"/>
                    </a:cubicBezTo>
                    <a:cubicBezTo>
                      <a:pt x="23671" y="12313"/>
                      <a:pt x="23825" y="12040"/>
                      <a:pt x="23971" y="11762"/>
                    </a:cubicBezTo>
                    <a:cubicBezTo>
                      <a:pt x="24158" y="11444"/>
                      <a:pt x="24339" y="11126"/>
                      <a:pt x="24526" y="10808"/>
                    </a:cubicBezTo>
                    <a:cubicBezTo>
                      <a:pt x="24626" y="10639"/>
                      <a:pt x="24721" y="10471"/>
                      <a:pt x="24821" y="10294"/>
                    </a:cubicBezTo>
                    <a:cubicBezTo>
                      <a:pt x="27227" y="6074"/>
                      <a:pt x="29636" y="1991"/>
                      <a:pt x="34556" y="554"/>
                    </a:cubicBezTo>
                    <a:cubicBezTo>
                      <a:pt x="35052" y="422"/>
                      <a:pt x="35548" y="309"/>
                      <a:pt x="36048" y="195"/>
                    </a:cubicBezTo>
                    <a:cubicBezTo>
                      <a:pt x="36316" y="131"/>
                      <a:pt x="36579" y="68"/>
                      <a:pt x="36852" y="0"/>
                    </a:cubicBezTo>
                    <a:cubicBezTo>
                      <a:pt x="40740" y="-750"/>
                      <a:pt x="44477" y="68"/>
                      <a:pt x="47869" y="2014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64" name="New shape">
                <a:extLst>
                  <a:ext uri="{FF2B5EF4-FFF2-40B4-BE49-F238E27FC236}">
                    <a16:creationId xmlns:a16="http://schemas.microsoft.com/office/drawing/2014/main" id="{B67C0067-BABC-B9B2-9439-BD415F8BEA2E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0144785" y="728154"/>
                <a:ext cx="29555" cy="25008"/>
              </a:xfrm>
              <a:custGeom>
                <a:avLst/>
                <a:gdLst/>
                <a:ahLst/>
                <a:cxnLst/>
                <a:rect l="l" t="t" r="r" b="b"/>
                <a:pathLst>
                  <a:path w="29554" h="25007">
                    <a:moveTo>
                      <a:pt x="0" y="0"/>
                    </a:moveTo>
                    <a:cubicBezTo>
                      <a:pt x="2233" y="13"/>
                      <a:pt x="3942" y="541"/>
                      <a:pt x="5538" y="2114"/>
                    </a:cubicBezTo>
                    <a:cubicBezTo>
                      <a:pt x="6952" y="3755"/>
                      <a:pt x="7807" y="5883"/>
                      <a:pt x="8671" y="7847"/>
                    </a:cubicBezTo>
                    <a:cubicBezTo>
                      <a:pt x="9657" y="10048"/>
                      <a:pt x="10639" y="11612"/>
                      <a:pt x="12981" y="12563"/>
                    </a:cubicBezTo>
                    <a:cubicBezTo>
                      <a:pt x="13754" y="12813"/>
                      <a:pt x="14527" y="13017"/>
                      <a:pt x="15318" y="13213"/>
                    </a:cubicBezTo>
                    <a:cubicBezTo>
                      <a:pt x="15595" y="13290"/>
                      <a:pt x="15878" y="13367"/>
                      <a:pt x="16164" y="13445"/>
                    </a:cubicBezTo>
                    <a:cubicBezTo>
                      <a:pt x="17415" y="13781"/>
                      <a:pt x="18665" y="14104"/>
                      <a:pt x="19925" y="14399"/>
                    </a:cubicBezTo>
                    <a:cubicBezTo>
                      <a:pt x="23384" y="15263"/>
                      <a:pt x="26244" y="17114"/>
                      <a:pt x="28418" y="19979"/>
                    </a:cubicBezTo>
                    <a:cubicBezTo>
                      <a:pt x="29350" y="21538"/>
                      <a:pt x="29464" y="23230"/>
                      <a:pt x="29554" y="25007"/>
                    </a:cubicBezTo>
                    <a:cubicBezTo>
                      <a:pt x="29254" y="25007"/>
                      <a:pt x="28954" y="25007"/>
                      <a:pt x="28645" y="25007"/>
                    </a:cubicBezTo>
                    <a:cubicBezTo>
                      <a:pt x="28613" y="24926"/>
                      <a:pt x="28613" y="24926"/>
                      <a:pt x="28459" y="24507"/>
                    </a:cubicBezTo>
                    <a:cubicBezTo>
                      <a:pt x="27213" y="21597"/>
                      <a:pt x="24980" y="19779"/>
                      <a:pt x="22080" y="18587"/>
                    </a:cubicBezTo>
                    <a:cubicBezTo>
                      <a:pt x="20666" y="18037"/>
                      <a:pt x="19224" y="17637"/>
                      <a:pt x="17756" y="17282"/>
                    </a:cubicBezTo>
                    <a:cubicBezTo>
                      <a:pt x="17674" y="17264"/>
                      <a:pt x="17674" y="17264"/>
                      <a:pt x="17274" y="17164"/>
                    </a:cubicBezTo>
                    <a:cubicBezTo>
                      <a:pt x="16492" y="16978"/>
                      <a:pt x="15705" y="16796"/>
                      <a:pt x="14913" y="16627"/>
                    </a:cubicBezTo>
                    <a:cubicBezTo>
                      <a:pt x="11713" y="15923"/>
                      <a:pt x="8911" y="14613"/>
                      <a:pt x="7052" y="11776"/>
                    </a:cubicBezTo>
                    <a:cubicBezTo>
                      <a:pt x="6288" y="10430"/>
                      <a:pt x="5874" y="8916"/>
                      <a:pt x="5429" y="7447"/>
                    </a:cubicBezTo>
                    <a:cubicBezTo>
                      <a:pt x="4010" y="2787"/>
                      <a:pt x="4010" y="2787"/>
                      <a:pt x="1600" y="1441"/>
                    </a:cubicBezTo>
                    <a:cubicBezTo>
                      <a:pt x="1409" y="1377"/>
                      <a:pt x="1218" y="1314"/>
                      <a:pt x="1023" y="1250"/>
                    </a:cubicBezTo>
                    <a:cubicBezTo>
                      <a:pt x="827" y="1182"/>
                      <a:pt x="632" y="1113"/>
                      <a:pt x="432" y="1045"/>
                    </a:cubicBezTo>
                    <a:cubicBezTo>
                      <a:pt x="364" y="1022"/>
                      <a:pt x="364" y="1022"/>
                      <a:pt x="0" y="909"/>
                    </a:cubicBezTo>
                    <a:cubicBezTo>
                      <a:pt x="0" y="609"/>
                      <a:pt x="0" y="309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65" name="New shape">
                <a:extLst>
                  <a:ext uri="{FF2B5EF4-FFF2-40B4-BE49-F238E27FC236}">
                    <a16:creationId xmlns:a16="http://schemas.microsoft.com/office/drawing/2014/main" id="{034B0E4D-ACF6-5C3A-5441-AE86C2FB16C5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10062880" y="744352"/>
                <a:ext cx="161188" cy="193589"/>
              </a:xfrm>
              <a:custGeom>
                <a:avLst/>
                <a:gdLst/>
                <a:ahLst/>
                <a:cxnLst/>
                <a:rect l="l" t="t" r="r" b="b"/>
                <a:pathLst>
                  <a:path w="161187" h="193588">
                    <a:moveTo>
                      <a:pt x="154230" y="3873"/>
                    </a:moveTo>
                    <a:cubicBezTo>
                      <a:pt x="155526" y="5056"/>
                      <a:pt x="156499" y="6392"/>
                      <a:pt x="157386" y="7897"/>
                    </a:cubicBezTo>
                    <a:cubicBezTo>
                      <a:pt x="157486" y="8075"/>
                      <a:pt x="157591" y="8248"/>
                      <a:pt x="157695" y="8425"/>
                    </a:cubicBezTo>
                    <a:cubicBezTo>
                      <a:pt x="161774" y="15586"/>
                      <a:pt x="161219" y="24335"/>
                      <a:pt x="161187" y="32278"/>
                    </a:cubicBezTo>
                    <a:cubicBezTo>
                      <a:pt x="161183" y="33674"/>
                      <a:pt x="161183" y="35070"/>
                      <a:pt x="161187" y="36466"/>
                    </a:cubicBezTo>
                    <a:cubicBezTo>
                      <a:pt x="161187" y="39321"/>
                      <a:pt x="161187" y="42177"/>
                      <a:pt x="161178" y="45032"/>
                    </a:cubicBezTo>
                    <a:cubicBezTo>
                      <a:pt x="161173" y="47869"/>
                      <a:pt x="161169" y="50711"/>
                      <a:pt x="161169" y="53548"/>
                    </a:cubicBezTo>
                    <a:cubicBezTo>
                      <a:pt x="161169" y="53635"/>
                      <a:pt x="161169" y="53635"/>
                      <a:pt x="161169" y="54085"/>
                    </a:cubicBezTo>
                    <a:cubicBezTo>
                      <a:pt x="161169" y="54808"/>
                      <a:pt x="161169" y="55531"/>
                      <a:pt x="161169" y="56258"/>
                    </a:cubicBezTo>
                    <a:cubicBezTo>
                      <a:pt x="161169" y="62842"/>
                      <a:pt x="161160" y="69426"/>
                      <a:pt x="161151" y="76010"/>
                    </a:cubicBezTo>
                    <a:cubicBezTo>
                      <a:pt x="161137" y="82162"/>
                      <a:pt x="161132" y="88314"/>
                      <a:pt x="161132" y="94466"/>
                    </a:cubicBezTo>
                    <a:cubicBezTo>
                      <a:pt x="161132" y="94657"/>
                      <a:pt x="161132" y="94843"/>
                      <a:pt x="161132" y="95039"/>
                    </a:cubicBezTo>
                    <a:cubicBezTo>
                      <a:pt x="161132" y="95798"/>
                      <a:pt x="161132" y="96557"/>
                      <a:pt x="161128" y="97317"/>
                    </a:cubicBezTo>
                    <a:cubicBezTo>
                      <a:pt x="161128" y="97694"/>
                      <a:pt x="161128" y="98076"/>
                      <a:pt x="161128" y="98454"/>
                    </a:cubicBezTo>
                    <a:cubicBezTo>
                      <a:pt x="161128" y="98831"/>
                      <a:pt x="161128" y="99208"/>
                      <a:pt x="161128" y="99590"/>
                    </a:cubicBezTo>
                    <a:cubicBezTo>
                      <a:pt x="161128" y="105710"/>
                      <a:pt x="161124" y="111831"/>
                      <a:pt x="161119" y="117955"/>
                    </a:cubicBezTo>
                    <a:cubicBezTo>
                      <a:pt x="161114" y="119724"/>
                      <a:pt x="161114" y="121497"/>
                      <a:pt x="161114" y="123266"/>
                    </a:cubicBezTo>
                    <a:cubicBezTo>
                      <a:pt x="161105" y="132560"/>
                      <a:pt x="161087" y="141849"/>
                      <a:pt x="161028" y="151139"/>
                    </a:cubicBezTo>
                    <a:cubicBezTo>
                      <a:pt x="161024" y="152043"/>
                      <a:pt x="161019" y="152944"/>
                      <a:pt x="161010" y="153848"/>
                    </a:cubicBezTo>
                    <a:cubicBezTo>
                      <a:pt x="160992" y="157322"/>
                      <a:pt x="160964" y="160796"/>
                      <a:pt x="160919" y="164270"/>
                    </a:cubicBezTo>
                    <a:cubicBezTo>
                      <a:pt x="160910" y="165320"/>
                      <a:pt x="160901" y="166371"/>
                      <a:pt x="160892" y="167421"/>
                    </a:cubicBezTo>
                    <a:cubicBezTo>
                      <a:pt x="160856" y="174487"/>
                      <a:pt x="160715" y="180871"/>
                      <a:pt x="156022" y="186591"/>
                    </a:cubicBezTo>
                    <a:cubicBezTo>
                      <a:pt x="155909" y="186736"/>
                      <a:pt x="155790" y="186882"/>
                      <a:pt x="155676" y="187027"/>
                    </a:cubicBezTo>
                    <a:cubicBezTo>
                      <a:pt x="152826" y="190537"/>
                      <a:pt x="148801" y="192515"/>
                      <a:pt x="144341" y="192979"/>
                    </a:cubicBezTo>
                    <a:cubicBezTo>
                      <a:pt x="144178" y="192993"/>
                      <a:pt x="144013" y="193011"/>
                      <a:pt x="143845" y="193029"/>
                    </a:cubicBezTo>
                    <a:cubicBezTo>
                      <a:pt x="143673" y="193047"/>
                      <a:pt x="143500" y="193065"/>
                      <a:pt x="143323" y="193084"/>
                    </a:cubicBezTo>
                    <a:cubicBezTo>
                      <a:pt x="138266" y="193607"/>
                      <a:pt x="133178" y="193547"/>
                      <a:pt x="128099" y="193538"/>
                    </a:cubicBezTo>
                    <a:cubicBezTo>
                      <a:pt x="126635" y="193538"/>
                      <a:pt x="125167" y="193543"/>
                      <a:pt x="123698" y="193547"/>
                    </a:cubicBezTo>
                    <a:cubicBezTo>
                      <a:pt x="120838" y="193552"/>
                      <a:pt x="117978" y="193552"/>
                      <a:pt x="115113" y="193552"/>
                    </a:cubicBezTo>
                    <a:cubicBezTo>
                      <a:pt x="112786" y="193552"/>
                      <a:pt x="110457" y="193552"/>
                      <a:pt x="108134" y="193552"/>
                    </a:cubicBezTo>
                    <a:cubicBezTo>
                      <a:pt x="107798" y="193552"/>
                      <a:pt x="107461" y="193552"/>
                      <a:pt x="107125" y="193552"/>
                    </a:cubicBezTo>
                    <a:cubicBezTo>
                      <a:pt x="106615" y="193552"/>
                      <a:pt x="106111" y="193557"/>
                      <a:pt x="105602" y="193557"/>
                    </a:cubicBezTo>
                    <a:cubicBezTo>
                      <a:pt x="100900" y="193557"/>
                      <a:pt x="96198" y="193561"/>
                      <a:pt x="91497" y="193557"/>
                    </a:cubicBezTo>
                    <a:cubicBezTo>
                      <a:pt x="91320" y="193557"/>
                      <a:pt x="91147" y="193557"/>
                      <a:pt x="90964" y="193557"/>
                    </a:cubicBezTo>
                    <a:cubicBezTo>
                      <a:pt x="90069" y="193557"/>
                      <a:pt x="89173" y="193557"/>
                      <a:pt x="88282" y="193557"/>
                    </a:cubicBezTo>
                    <a:cubicBezTo>
                      <a:pt x="88105" y="193557"/>
                      <a:pt x="87927" y="193557"/>
                      <a:pt x="87741" y="193557"/>
                    </a:cubicBezTo>
                    <a:cubicBezTo>
                      <a:pt x="87382" y="193557"/>
                      <a:pt x="87023" y="193557"/>
                      <a:pt x="86668" y="193557"/>
                    </a:cubicBezTo>
                    <a:cubicBezTo>
                      <a:pt x="81071" y="193552"/>
                      <a:pt x="75478" y="193557"/>
                      <a:pt x="69885" y="193566"/>
                    </a:cubicBezTo>
                    <a:cubicBezTo>
                      <a:pt x="63579" y="193575"/>
                      <a:pt x="57272" y="193579"/>
                      <a:pt x="50970" y="193579"/>
                    </a:cubicBezTo>
                    <a:cubicBezTo>
                      <a:pt x="50297" y="193579"/>
                      <a:pt x="49620" y="193579"/>
                      <a:pt x="48947" y="193579"/>
                    </a:cubicBezTo>
                    <a:cubicBezTo>
                      <a:pt x="48865" y="193579"/>
                      <a:pt x="48865" y="193579"/>
                      <a:pt x="48447" y="193579"/>
                    </a:cubicBezTo>
                    <a:cubicBezTo>
                      <a:pt x="45955" y="193579"/>
                      <a:pt x="43464" y="193579"/>
                      <a:pt x="40976" y="193584"/>
                    </a:cubicBezTo>
                    <a:cubicBezTo>
                      <a:pt x="38144" y="193593"/>
                      <a:pt x="35311" y="193593"/>
                      <a:pt x="32478" y="193584"/>
                    </a:cubicBezTo>
                    <a:cubicBezTo>
                      <a:pt x="31032" y="193584"/>
                      <a:pt x="29591" y="193584"/>
                      <a:pt x="28150" y="193588"/>
                    </a:cubicBezTo>
                    <a:cubicBezTo>
                      <a:pt x="26822" y="193593"/>
                      <a:pt x="25499" y="193593"/>
                      <a:pt x="24176" y="193584"/>
                    </a:cubicBezTo>
                    <a:cubicBezTo>
                      <a:pt x="23698" y="193584"/>
                      <a:pt x="23225" y="193584"/>
                      <a:pt x="22748" y="193588"/>
                    </a:cubicBezTo>
                    <a:cubicBezTo>
                      <a:pt x="16482" y="193634"/>
                      <a:pt x="10430" y="192102"/>
                      <a:pt x="5829" y="187673"/>
                    </a:cubicBezTo>
                    <a:cubicBezTo>
                      <a:pt x="-663" y="181053"/>
                      <a:pt x="-9" y="171254"/>
                      <a:pt x="4" y="162656"/>
                    </a:cubicBezTo>
                    <a:cubicBezTo>
                      <a:pt x="4" y="161510"/>
                      <a:pt x="0" y="160360"/>
                      <a:pt x="0" y="159209"/>
                    </a:cubicBezTo>
                    <a:cubicBezTo>
                      <a:pt x="0" y="156954"/>
                      <a:pt x="0" y="154699"/>
                      <a:pt x="0" y="152443"/>
                    </a:cubicBezTo>
                    <a:cubicBezTo>
                      <a:pt x="0" y="150588"/>
                      <a:pt x="0" y="148733"/>
                      <a:pt x="0" y="146878"/>
                    </a:cubicBezTo>
                    <a:cubicBezTo>
                      <a:pt x="0" y="146614"/>
                      <a:pt x="0" y="146346"/>
                      <a:pt x="0" y="146073"/>
                    </a:cubicBezTo>
                    <a:cubicBezTo>
                      <a:pt x="0" y="145528"/>
                      <a:pt x="0" y="144987"/>
                      <a:pt x="0" y="144445"/>
                    </a:cubicBezTo>
                    <a:cubicBezTo>
                      <a:pt x="-4" y="138143"/>
                      <a:pt x="0" y="131841"/>
                      <a:pt x="4" y="125539"/>
                    </a:cubicBezTo>
                    <a:cubicBezTo>
                      <a:pt x="4" y="123475"/>
                      <a:pt x="4" y="121411"/>
                      <a:pt x="4" y="119351"/>
                    </a:cubicBezTo>
                    <a:cubicBezTo>
                      <a:pt x="4" y="119056"/>
                      <a:pt x="4" y="118765"/>
                      <a:pt x="4" y="118469"/>
                    </a:cubicBezTo>
                    <a:cubicBezTo>
                      <a:pt x="4" y="118178"/>
                      <a:pt x="9" y="117887"/>
                      <a:pt x="9" y="117587"/>
                    </a:cubicBezTo>
                    <a:cubicBezTo>
                      <a:pt x="27" y="66125"/>
                      <a:pt x="27" y="66125"/>
                      <a:pt x="186" y="39489"/>
                    </a:cubicBezTo>
                    <a:cubicBezTo>
                      <a:pt x="199" y="37675"/>
                      <a:pt x="209" y="35861"/>
                      <a:pt x="218" y="34047"/>
                    </a:cubicBezTo>
                    <a:cubicBezTo>
                      <a:pt x="227" y="31910"/>
                      <a:pt x="245" y="29773"/>
                      <a:pt x="263" y="27631"/>
                    </a:cubicBezTo>
                    <a:cubicBezTo>
                      <a:pt x="277" y="26594"/>
                      <a:pt x="286" y="25558"/>
                      <a:pt x="286" y="24521"/>
                    </a:cubicBezTo>
                    <a:cubicBezTo>
                      <a:pt x="309" y="18287"/>
                      <a:pt x="527" y="12235"/>
                      <a:pt x="4296" y="6974"/>
                    </a:cubicBezTo>
                    <a:cubicBezTo>
                      <a:pt x="4556" y="6611"/>
                      <a:pt x="4797" y="6229"/>
                      <a:pt x="5029" y="5847"/>
                    </a:cubicBezTo>
                    <a:cubicBezTo>
                      <a:pt x="5929" y="4496"/>
                      <a:pt x="7174" y="3692"/>
                      <a:pt x="8529" y="2841"/>
                    </a:cubicBezTo>
                    <a:cubicBezTo>
                      <a:pt x="8702" y="2732"/>
                      <a:pt x="8875" y="2623"/>
                      <a:pt x="9048" y="2509"/>
                    </a:cubicBezTo>
                    <a:cubicBezTo>
                      <a:pt x="12903" y="236"/>
                      <a:pt x="16973" y="-59"/>
                      <a:pt x="21347" y="0"/>
                    </a:cubicBezTo>
                    <a:cubicBezTo>
                      <a:pt x="21479" y="0"/>
                      <a:pt x="21479" y="0"/>
                      <a:pt x="22148" y="4"/>
                    </a:cubicBezTo>
                    <a:cubicBezTo>
                      <a:pt x="27290" y="31"/>
                      <a:pt x="32291" y="604"/>
                      <a:pt x="37348" y="1532"/>
                    </a:cubicBezTo>
                    <a:cubicBezTo>
                      <a:pt x="36534" y="2114"/>
                      <a:pt x="35897" y="2546"/>
                      <a:pt x="34901" y="2682"/>
                    </a:cubicBezTo>
                    <a:cubicBezTo>
                      <a:pt x="34688" y="2714"/>
                      <a:pt x="34469" y="2746"/>
                      <a:pt x="34247" y="2778"/>
                    </a:cubicBezTo>
                    <a:cubicBezTo>
                      <a:pt x="34001" y="2810"/>
                      <a:pt x="33760" y="2837"/>
                      <a:pt x="33510" y="2869"/>
                    </a:cubicBezTo>
                    <a:cubicBezTo>
                      <a:pt x="33246" y="2905"/>
                      <a:pt x="32983" y="2941"/>
                      <a:pt x="32710" y="2982"/>
                    </a:cubicBezTo>
                    <a:cubicBezTo>
                      <a:pt x="30928" y="3214"/>
                      <a:pt x="29140" y="3401"/>
                      <a:pt x="27349" y="3573"/>
                    </a:cubicBezTo>
                    <a:cubicBezTo>
                      <a:pt x="26226" y="3678"/>
                      <a:pt x="25107" y="3787"/>
                      <a:pt x="23984" y="3896"/>
                    </a:cubicBezTo>
                    <a:cubicBezTo>
                      <a:pt x="23152" y="3978"/>
                      <a:pt x="22321" y="4046"/>
                      <a:pt x="21488" y="4119"/>
                    </a:cubicBezTo>
                    <a:cubicBezTo>
                      <a:pt x="17574" y="4478"/>
                      <a:pt x="12667" y="5201"/>
                      <a:pt x="9930" y="8393"/>
                    </a:cubicBezTo>
                    <a:cubicBezTo>
                      <a:pt x="5633" y="13986"/>
                      <a:pt x="5915" y="21015"/>
                      <a:pt x="5943" y="27722"/>
                    </a:cubicBezTo>
                    <a:cubicBezTo>
                      <a:pt x="5943" y="27977"/>
                      <a:pt x="5943" y="28227"/>
                      <a:pt x="5943" y="28486"/>
                    </a:cubicBezTo>
                    <a:cubicBezTo>
                      <a:pt x="5952" y="33474"/>
                      <a:pt x="6029" y="38457"/>
                      <a:pt x="6111" y="43445"/>
                    </a:cubicBezTo>
                    <a:cubicBezTo>
                      <a:pt x="6388" y="60169"/>
                      <a:pt x="6460" y="76888"/>
                      <a:pt x="6443" y="93611"/>
                    </a:cubicBezTo>
                    <a:cubicBezTo>
                      <a:pt x="6438" y="94739"/>
                      <a:pt x="6438" y="95866"/>
                      <a:pt x="6438" y="96994"/>
                    </a:cubicBezTo>
                    <a:cubicBezTo>
                      <a:pt x="6425" y="106506"/>
                      <a:pt x="6411" y="116018"/>
                      <a:pt x="6392" y="125530"/>
                    </a:cubicBezTo>
                    <a:cubicBezTo>
                      <a:pt x="6392" y="125826"/>
                      <a:pt x="6388" y="126117"/>
                      <a:pt x="6388" y="126422"/>
                    </a:cubicBezTo>
                    <a:cubicBezTo>
                      <a:pt x="6388" y="126572"/>
                      <a:pt x="6388" y="126572"/>
                      <a:pt x="6388" y="127317"/>
                    </a:cubicBezTo>
                    <a:cubicBezTo>
                      <a:pt x="6388" y="127913"/>
                      <a:pt x="6384" y="128509"/>
                      <a:pt x="6384" y="129104"/>
                    </a:cubicBezTo>
                    <a:cubicBezTo>
                      <a:pt x="6384" y="129395"/>
                      <a:pt x="6384" y="129691"/>
                      <a:pt x="6384" y="129995"/>
                    </a:cubicBezTo>
                    <a:cubicBezTo>
                      <a:pt x="6370" y="134911"/>
                      <a:pt x="6365" y="139830"/>
                      <a:pt x="6360" y="144750"/>
                    </a:cubicBezTo>
                    <a:cubicBezTo>
                      <a:pt x="6356" y="147746"/>
                      <a:pt x="6352" y="150743"/>
                      <a:pt x="6343" y="153735"/>
                    </a:cubicBezTo>
                    <a:cubicBezTo>
                      <a:pt x="6338" y="155772"/>
                      <a:pt x="6333" y="157809"/>
                      <a:pt x="6333" y="159841"/>
                    </a:cubicBezTo>
                    <a:cubicBezTo>
                      <a:pt x="6333" y="161010"/>
                      <a:pt x="6329" y="162178"/>
                      <a:pt x="6324" y="163342"/>
                    </a:cubicBezTo>
                    <a:cubicBezTo>
                      <a:pt x="6252" y="178879"/>
                      <a:pt x="6252" y="178879"/>
                      <a:pt x="10012" y="182935"/>
                    </a:cubicBezTo>
                    <a:cubicBezTo>
                      <a:pt x="14118" y="186809"/>
                      <a:pt x="19410" y="187118"/>
                      <a:pt x="24762" y="187104"/>
                    </a:cubicBezTo>
                    <a:cubicBezTo>
                      <a:pt x="25180" y="187104"/>
                      <a:pt x="25599" y="187104"/>
                      <a:pt x="26013" y="187109"/>
                    </a:cubicBezTo>
                    <a:cubicBezTo>
                      <a:pt x="27149" y="187109"/>
                      <a:pt x="28286" y="187109"/>
                      <a:pt x="29423" y="187109"/>
                    </a:cubicBezTo>
                    <a:cubicBezTo>
                      <a:pt x="30650" y="187104"/>
                      <a:pt x="31883" y="187109"/>
                      <a:pt x="33110" y="187109"/>
                    </a:cubicBezTo>
                    <a:cubicBezTo>
                      <a:pt x="35524" y="187109"/>
                      <a:pt x="37934" y="187109"/>
                      <a:pt x="40344" y="187109"/>
                    </a:cubicBezTo>
                    <a:cubicBezTo>
                      <a:pt x="42313" y="187109"/>
                      <a:pt x="44282" y="187109"/>
                      <a:pt x="46251" y="187109"/>
                    </a:cubicBezTo>
                    <a:cubicBezTo>
                      <a:pt x="46532" y="187109"/>
                      <a:pt x="46814" y="187109"/>
                      <a:pt x="47101" y="187109"/>
                    </a:cubicBezTo>
                    <a:cubicBezTo>
                      <a:pt x="47674" y="187109"/>
                      <a:pt x="48247" y="187109"/>
                      <a:pt x="48820" y="187109"/>
                    </a:cubicBezTo>
                    <a:cubicBezTo>
                      <a:pt x="54040" y="187109"/>
                      <a:pt x="59255" y="187109"/>
                      <a:pt x="64475" y="187104"/>
                    </a:cubicBezTo>
                    <a:cubicBezTo>
                      <a:pt x="69190" y="187104"/>
                      <a:pt x="73910" y="187104"/>
                      <a:pt x="78625" y="187109"/>
                    </a:cubicBezTo>
                    <a:cubicBezTo>
                      <a:pt x="83953" y="187109"/>
                      <a:pt x="89282" y="187109"/>
                      <a:pt x="94612" y="187109"/>
                    </a:cubicBezTo>
                    <a:cubicBezTo>
                      <a:pt x="95184" y="187109"/>
                      <a:pt x="95762" y="187109"/>
                      <a:pt x="96335" y="187109"/>
                    </a:cubicBezTo>
                    <a:cubicBezTo>
                      <a:pt x="96617" y="187109"/>
                      <a:pt x="96898" y="187109"/>
                      <a:pt x="97190" y="187109"/>
                    </a:cubicBezTo>
                    <a:cubicBezTo>
                      <a:pt x="99140" y="187109"/>
                      <a:pt x="101086" y="187109"/>
                      <a:pt x="103037" y="187109"/>
                    </a:cubicBezTo>
                    <a:cubicBezTo>
                      <a:pt x="109852" y="187114"/>
                      <a:pt x="116664" y="187100"/>
                      <a:pt x="123480" y="187054"/>
                    </a:cubicBezTo>
                    <a:cubicBezTo>
                      <a:pt x="124198" y="187045"/>
                      <a:pt x="124912" y="187045"/>
                      <a:pt x="125631" y="187041"/>
                    </a:cubicBezTo>
                    <a:cubicBezTo>
                      <a:pt x="128390" y="187023"/>
                      <a:pt x="131150" y="186991"/>
                      <a:pt x="133911" y="186950"/>
                    </a:cubicBezTo>
                    <a:cubicBezTo>
                      <a:pt x="134742" y="186936"/>
                      <a:pt x="135579" y="186927"/>
                      <a:pt x="136411" y="186923"/>
                    </a:cubicBezTo>
                    <a:cubicBezTo>
                      <a:pt x="146956" y="186845"/>
                      <a:pt x="146956" y="186845"/>
                      <a:pt x="150507" y="183590"/>
                    </a:cubicBezTo>
                    <a:cubicBezTo>
                      <a:pt x="152894" y="180621"/>
                      <a:pt x="154253" y="177806"/>
                      <a:pt x="154294" y="173991"/>
                    </a:cubicBezTo>
                    <a:cubicBezTo>
                      <a:pt x="154294" y="173864"/>
                      <a:pt x="154294" y="173864"/>
                      <a:pt x="154308" y="173214"/>
                    </a:cubicBezTo>
                    <a:cubicBezTo>
                      <a:pt x="154321" y="172354"/>
                      <a:pt x="154330" y="171495"/>
                      <a:pt x="154344" y="170631"/>
                    </a:cubicBezTo>
                    <a:cubicBezTo>
                      <a:pt x="154349" y="170017"/>
                      <a:pt x="154362" y="169403"/>
                      <a:pt x="154371" y="168785"/>
                    </a:cubicBezTo>
                    <a:cubicBezTo>
                      <a:pt x="154394" y="167289"/>
                      <a:pt x="154413" y="165789"/>
                      <a:pt x="154430" y="164293"/>
                    </a:cubicBezTo>
                    <a:cubicBezTo>
                      <a:pt x="154449" y="163060"/>
                      <a:pt x="154462" y="161828"/>
                      <a:pt x="154481" y="160596"/>
                    </a:cubicBezTo>
                    <a:cubicBezTo>
                      <a:pt x="154681" y="145696"/>
                      <a:pt x="154740" y="130800"/>
                      <a:pt x="154749" y="115900"/>
                    </a:cubicBezTo>
                    <a:cubicBezTo>
                      <a:pt x="154749" y="114177"/>
                      <a:pt x="154749" y="112458"/>
                      <a:pt x="154754" y="110739"/>
                    </a:cubicBezTo>
                    <a:cubicBezTo>
                      <a:pt x="154758" y="104801"/>
                      <a:pt x="154762" y="98863"/>
                      <a:pt x="154762" y="92920"/>
                    </a:cubicBezTo>
                    <a:cubicBezTo>
                      <a:pt x="154762" y="92556"/>
                      <a:pt x="154762" y="92192"/>
                      <a:pt x="154762" y="91829"/>
                    </a:cubicBezTo>
                    <a:cubicBezTo>
                      <a:pt x="154762" y="91460"/>
                      <a:pt x="154762" y="91097"/>
                      <a:pt x="154762" y="90733"/>
                    </a:cubicBezTo>
                    <a:cubicBezTo>
                      <a:pt x="154767" y="90001"/>
                      <a:pt x="154767" y="89269"/>
                      <a:pt x="154767" y="88537"/>
                    </a:cubicBezTo>
                    <a:cubicBezTo>
                      <a:pt x="154767" y="88355"/>
                      <a:pt x="154767" y="88173"/>
                      <a:pt x="154767" y="87987"/>
                    </a:cubicBezTo>
                    <a:cubicBezTo>
                      <a:pt x="154767" y="82035"/>
                      <a:pt x="154776" y="76083"/>
                      <a:pt x="154785" y="70131"/>
                    </a:cubicBezTo>
                    <a:cubicBezTo>
                      <a:pt x="154794" y="63756"/>
                      <a:pt x="154803" y="57386"/>
                      <a:pt x="154803" y="51016"/>
                    </a:cubicBezTo>
                    <a:cubicBezTo>
                      <a:pt x="154803" y="50320"/>
                      <a:pt x="154803" y="49620"/>
                      <a:pt x="154803" y="48924"/>
                    </a:cubicBezTo>
                    <a:cubicBezTo>
                      <a:pt x="154803" y="48838"/>
                      <a:pt x="154803" y="48838"/>
                      <a:pt x="154803" y="48401"/>
                    </a:cubicBezTo>
                    <a:cubicBezTo>
                      <a:pt x="154803" y="45660"/>
                      <a:pt x="154808" y="42918"/>
                      <a:pt x="154817" y="40176"/>
                    </a:cubicBezTo>
                    <a:cubicBezTo>
                      <a:pt x="154822" y="37430"/>
                      <a:pt x="154822" y="34688"/>
                      <a:pt x="154822" y="31946"/>
                    </a:cubicBezTo>
                    <a:cubicBezTo>
                      <a:pt x="154817" y="30468"/>
                      <a:pt x="154817" y="28986"/>
                      <a:pt x="154826" y="27508"/>
                    </a:cubicBezTo>
                    <a:cubicBezTo>
                      <a:pt x="154830" y="26153"/>
                      <a:pt x="154830" y="24794"/>
                      <a:pt x="154826" y="23439"/>
                    </a:cubicBezTo>
                    <a:cubicBezTo>
                      <a:pt x="154822" y="22952"/>
                      <a:pt x="154826" y="22466"/>
                      <a:pt x="154830" y="21979"/>
                    </a:cubicBezTo>
                    <a:cubicBezTo>
                      <a:pt x="154871" y="16477"/>
                      <a:pt x="153735" y="11576"/>
                      <a:pt x="149802" y="7543"/>
                    </a:cubicBezTo>
                    <a:cubicBezTo>
                      <a:pt x="145582" y="3642"/>
                      <a:pt x="138434" y="4010"/>
                      <a:pt x="133060" y="3687"/>
                    </a:cubicBezTo>
                    <a:cubicBezTo>
                      <a:pt x="130655" y="3537"/>
                      <a:pt x="128282" y="3332"/>
                      <a:pt x="125903" y="2928"/>
                    </a:cubicBezTo>
                    <a:cubicBezTo>
                      <a:pt x="125690" y="2896"/>
                      <a:pt x="125476" y="2859"/>
                      <a:pt x="125258" y="2823"/>
                    </a:cubicBezTo>
                    <a:cubicBezTo>
                      <a:pt x="125162" y="2805"/>
                      <a:pt x="125162" y="2805"/>
                      <a:pt x="124671" y="2714"/>
                    </a:cubicBezTo>
                    <a:cubicBezTo>
                      <a:pt x="124503" y="2687"/>
                      <a:pt x="124330" y="2655"/>
                      <a:pt x="124157" y="2623"/>
                    </a:cubicBezTo>
                    <a:cubicBezTo>
                      <a:pt x="123739" y="2441"/>
                      <a:pt x="123739" y="2441"/>
                      <a:pt x="123452" y="1973"/>
                    </a:cubicBezTo>
                    <a:cubicBezTo>
                      <a:pt x="123398" y="1827"/>
                      <a:pt x="123338" y="1682"/>
                      <a:pt x="123284" y="1532"/>
                    </a:cubicBezTo>
                    <a:cubicBezTo>
                      <a:pt x="124307" y="1345"/>
                      <a:pt x="125335" y="1159"/>
                      <a:pt x="126358" y="977"/>
                    </a:cubicBezTo>
                    <a:cubicBezTo>
                      <a:pt x="126708" y="913"/>
                      <a:pt x="127054" y="850"/>
                      <a:pt x="127399" y="786"/>
                    </a:cubicBezTo>
                    <a:cubicBezTo>
                      <a:pt x="136107" y="-804"/>
                      <a:pt x="146924" y="-2241"/>
                      <a:pt x="154230" y="387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66" name="New shape">
                <a:extLst>
                  <a:ext uri="{FF2B5EF4-FFF2-40B4-BE49-F238E27FC236}">
                    <a16:creationId xmlns:a16="http://schemas.microsoft.com/office/drawing/2014/main" id="{E2B5CBB7-72D7-9703-E98D-40DBAA1B804C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10076365" y="756251"/>
                <a:ext cx="134102" cy="166739"/>
              </a:xfrm>
              <a:custGeom>
                <a:avLst/>
                <a:gdLst/>
                <a:ahLst/>
                <a:cxnLst/>
                <a:rect l="l" t="t" r="r" b="b"/>
                <a:pathLst>
                  <a:path w="134101" h="166739">
                    <a:moveTo>
                      <a:pt x="14299" y="0"/>
                    </a:moveTo>
                    <a:cubicBezTo>
                      <a:pt x="14995" y="9"/>
                      <a:pt x="15686" y="9"/>
                      <a:pt x="16382" y="9"/>
                    </a:cubicBezTo>
                    <a:cubicBezTo>
                      <a:pt x="18764" y="18"/>
                      <a:pt x="21061" y="104"/>
                      <a:pt x="23407" y="550"/>
                    </a:cubicBezTo>
                    <a:cubicBezTo>
                      <a:pt x="23407" y="700"/>
                      <a:pt x="23407" y="850"/>
                      <a:pt x="23407" y="1004"/>
                    </a:cubicBezTo>
                    <a:cubicBezTo>
                      <a:pt x="23211" y="1027"/>
                      <a:pt x="23016" y="1050"/>
                      <a:pt x="22811" y="1072"/>
                    </a:cubicBezTo>
                    <a:cubicBezTo>
                      <a:pt x="22675" y="1086"/>
                      <a:pt x="22675" y="1086"/>
                      <a:pt x="21970" y="1168"/>
                    </a:cubicBezTo>
                    <a:cubicBezTo>
                      <a:pt x="21820" y="1186"/>
                      <a:pt x="21670" y="1204"/>
                      <a:pt x="21511" y="1223"/>
                    </a:cubicBezTo>
                    <a:cubicBezTo>
                      <a:pt x="20656" y="1323"/>
                      <a:pt x="19801" y="1423"/>
                      <a:pt x="18946" y="1527"/>
                    </a:cubicBezTo>
                    <a:cubicBezTo>
                      <a:pt x="17350" y="1723"/>
                      <a:pt x="15750" y="1909"/>
                      <a:pt x="14150" y="2050"/>
                    </a:cubicBezTo>
                    <a:cubicBezTo>
                      <a:pt x="7434" y="2641"/>
                      <a:pt x="7434" y="2641"/>
                      <a:pt x="5543" y="4696"/>
                    </a:cubicBezTo>
                    <a:cubicBezTo>
                      <a:pt x="3241" y="7516"/>
                      <a:pt x="3096" y="11044"/>
                      <a:pt x="3050" y="14509"/>
                    </a:cubicBezTo>
                    <a:cubicBezTo>
                      <a:pt x="3037" y="15041"/>
                      <a:pt x="3023" y="15577"/>
                      <a:pt x="3009" y="16114"/>
                    </a:cubicBezTo>
                    <a:cubicBezTo>
                      <a:pt x="2850" y="23011"/>
                      <a:pt x="2982" y="29918"/>
                      <a:pt x="3087" y="36816"/>
                    </a:cubicBezTo>
                    <a:cubicBezTo>
                      <a:pt x="3123" y="39148"/>
                      <a:pt x="3155" y="41485"/>
                      <a:pt x="3182" y="43818"/>
                    </a:cubicBezTo>
                    <a:cubicBezTo>
                      <a:pt x="3187" y="44041"/>
                      <a:pt x="3192" y="44264"/>
                      <a:pt x="3192" y="44491"/>
                    </a:cubicBezTo>
                    <a:cubicBezTo>
                      <a:pt x="3205" y="45637"/>
                      <a:pt x="3223" y="46782"/>
                      <a:pt x="3237" y="47928"/>
                    </a:cubicBezTo>
                    <a:cubicBezTo>
                      <a:pt x="3246" y="48879"/>
                      <a:pt x="3260" y="49824"/>
                      <a:pt x="3273" y="50770"/>
                    </a:cubicBezTo>
                    <a:cubicBezTo>
                      <a:pt x="3423" y="62851"/>
                      <a:pt x="3533" y="74937"/>
                      <a:pt x="3628" y="87018"/>
                    </a:cubicBezTo>
                    <a:cubicBezTo>
                      <a:pt x="3646" y="89178"/>
                      <a:pt x="3664" y="91342"/>
                      <a:pt x="3682" y="93506"/>
                    </a:cubicBezTo>
                    <a:cubicBezTo>
                      <a:pt x="3787" y="105669"/>
                      <a:pt x="3882" y="117832"/>
                      <a:pt x="3823" y="129995"/>
                    </a:cubicBezTo>
                    <a:cubicBezTo>
                      <a:pt x="3819" y="130909"/>
                      <a:pt x="3814" y="131823"/>
                      <a:pt x="3810" y="132737"/>
                    </a:cubicBezTo>
                    <a:cubicBezTo>
                      <a:pt x="3805" y="133833"/>
                      <a:pt x="3801" y="134933"/>
                      <a:pt x="3796" y="136029"/>
                    </a:cubicBezTo>
                    <a:cubicBezTo>
                      <a:pt x="3796" y="136238"/>
                      <a:pt x="3796" y="136452"/>
                      <a:pt x="3796" y="136666"/>
                    </a:cubicBezTo>
                    <a:cubicBezTo>
                      <a:pt x="3782" y="139098"/>
                      <a:pt x="3764" y="141535"/>
                      <a:pt x="3737" y="143968"/>
                    </a:cubicBezTo>
                    <a:cubicBezTo>
                      <a:pt x="3719" y="145441"/>
                      <a:pt x="3710" y="146914"/>
                      <a:pt x="3705" y="148388"/>
                    </a:cubicBezTo>
                    <a:cubicBezTo>
                      <a:pt x="3701" y="149215"/>
                      <a:pt x="3692" y="150047"/>
                      <a:pt x="3678" y="150875"/>
                    </a:cubicBezTo>
                    <a:cubicBezTo>
                      <a:pt x="3560" y="157331"/>
                      <a:pt x="3560" y="157331"/>
                      <a:pt x="5674" y="160146"/>
                    </a:cubicBezTo>
                    <a:cubicBezTo>
                      <a:pt x="6384" y="160869"/>
                      <a:pt x="7084" y="161437"/>
                      <a:pt x="7948" y="161965"/>
                    </a:cubicBezTo>
                    <a:cubicBezTo>
                      <a:pt x="8093" y="162060"/>
                      <a:pt x="8234" y="162156"/>
                      <a:pt x="8384" y="162256"/>
                    </a:cubicBezTo>
                    <a:cubicBezTo>
                      <a:pt x="10953" y="163783"/>
                      <a:pt x="14623" y="163388"/>
                      <a:pt x="17501" y="163374"/>
                    </a:cubicBezTo>
                    <a:cubicBezTo>
                      <a:pt x="17960" y="163374"/>
                      <a:pt x="18415" y="163374"/>
                      <a:pt x="18869" y="163370"/>
                    </a:cubicBezTo>
                    <a:cubicBezTo>
                      <a:pt x="20115" y="163370"/>
                      <a:pt x="21361" y="163365"/>
                      <a:pt x="22607" y="163361"/>
                    </a:cubicBezTo>
                    <a:cubicBezTo>
                      <a:pt x="23952" y="163356"/>
                      <a:pt x="25299" y="163356"/>
                      <a:pt x="26644" y="163351"/>
                    </a:cubicBezTo>
                    <a:cubicBezTo>
                      <a:pt x="29736" y="163347"/>
                      <a:pt x="32829" y="163333"/>
                      <a:pt x="35920" y="163324"/>
                    </a:cubicBezTo>
                    <a:cubicBezTo>
                      <a:pt x="37452" y="163320"/>
                      <a:pt x="38980" y="163315"/>
                      <a:pt x="40513" y="163311"/>
                    </a:cubicBezTo>
                    <a:cubicBezTo>
                      <a:pt x="45755" y="163292"/>
                      <a:pt x="50998" y="163279"/>
                      <a:pt x="56240" y="163256"/>
                    </a:cubicBezTo>
                    <a:cubicBezTo>
                      <a:pt x="56567" y="163256"/>
                      <a:pt x="56899" y="163256"/>
                      <a:pt x="57227" y="163251"/>
                    </a:cubicBezTo>
                    <a:cubicBezTo>
                      <a:pt x="57554" y="163251"/>
                      <a:pt x="57886" y="163251"/>
                      <a:pt x="58214" y="163251"/>
                    </a:cubicBezTo>
                    <a:cubicBezTo>
                      <a:pt x="58873" y="163247"/>
                      <a:pt x="59537" y="163242"/>
                      <a:pt x="60196" y="163242"/>
                    </a:cubicBezTo>
                    <a:cubicBezTo>
                      <a:pt x="60278" y="163242"/>
                      <a:pt x="60278" y="163242"/>
                      <a:pt x="60692" y="163238"/>
                    </a:cubicBezTo>
                    <a:cubicBezTo>
                      <a:pt x="66002" y="163220"/>
                      <a:pt x="71318" y="163206"/>
                      <a:pt x="76628" y="163192"/>
                    </a:cubicBezTo>
                    <a:cubicBezTo>
                      <a:pt x="82253" y="163183"/>
                      <a:pt x="87878" y="163165"/>
                      <a:pt x="93502" y="163142"/>
                    </a:cubicBezTo>
                    <a:cubicBezTo>
                      <a:pt x="94120" y="163138"/>
                      <a:pt x="94734" y="163138"/>
                      <a:pt x="95353" y="163133"/>
                    </a:cubicBezTo>
                    <a:cubicBezTo>
                      <a:pt x="95507" y="163133"/>
                      <a:pt x="95657" y="163133"/>
                      <a:pt x="95816" y="163133"/>
                    </a:cubicBezTo>
                    <a:cubicBezTo>
                      <a:pt x="98108" y="163124"/>
                      <a:pt x="100400" y="163120"/>
                      <a:pt x="102691" y="163115"/>
                    </a:cubicBezTo>
                    <a:cubicBezTo>
                      <a:pt x="105297" y="163110"/>
                      <a:pt x="107902" y="163101"/>
                      <a:pt x="110512" y="163088"/>
                    </a:cubicBezTo>
                    <a:cubicBezTo>
                      <a:pt x="111840" y="163079"/>
                      <a:pt x="113167" y="163074"/>
                      <a:pt x="114499" y="163074"/>
                    </a:cubicBezTo>
                    <a:cubicBezTo>
                      <a:pt x="115718" y="163079"/>
                      <a:pt x="116937" y="163070"/>
                      <a:pt x="118155" y="163060"/>
                    </a:cubicBezTo>
                    <a:cubicBezTo>
                      <a:pt x="118591" y="163056"/>
                      <a:pt x="119033" y="163056"/>
                      <a:pt x="119474" y="163060"/>
                    </a:cubicBezTo>
                    <a:cubicBezTo>
                      <a:pt x="122343" y="163070"/>
                      <a:pt x="125580" y="162960"/>
                      <a:pt x="127799" y="160873"/>
                    </a:cubicBezTo>
                    <a:cubicBezTo>
                      <a:pt x="130123" y="158418"/>
                      <a:pt x="130395" y="155344"/>
                      <a:pt x="130354" y="152093"/>
                    </a:cubicBezTo>
                    <a:cubicBezTo>
                      <a:pt x="130354" y="151752"/>
                      <a:pt x="130354" y="151407"/>
                      <a:pt x="130354" y="151061"/>
                    </a:cubicBezTo>
                    <a:cubicBezTo>
                      <a:pt x="130350" y="150316"/>
                      <a:pt x="130346" y="149565"/>
                      <a:pt x="130341" y="148820"/>
                    </a:cubicBezTo>
                    <a:cubicBezTo>
                      <a:pt x="130332" y="147578"/>
                      <a:pt x="130327" y="146342"/>
                      <a:pt x="130323" y="145105"/>
                    </a:cubicBezTo>
                    <a:cubicBezTo>
                      <a:pt x="130318" y="143272"/>
                      <a:pt x="130309" y="141435"/>
                      <a:pt x="130300" y="139603"/>
                    </a:cubicBezTo>
                    <a:cubicBezTo>
                      <a:pt x="130278" y="134733"/>
                      <a:pt x="130268" y="129868"/>
                      <a:pt x="130264" y="124998"/>
                    </a:cubicBezTo>
                    <a:cubicBezTo>
                      <a:pt x="130264" y="124157"/>
                      <a:pt x="130259" y="123316"/>
                      <a:pt x="130259" y="122475"/>
                    </a:cubicBezTo>
                    <a:cubicBezTo>
                      <a:pt x="130237" y="107702"/>
                      <a:pt x="130332" y="92929"/>
                      <a:pt x="130437" y="78156"/>
                    </a:cubicBezTo>
                    <a:cubicBezTo>
                      <a:pt x="130450" y="75815"/>
                      <a:pt x="130468" y="73468"/>
                      <a:pt x="130482" y="71122"/>
                    </a:cubicBezTo>
                    <a:cubicBezTo>
                      <a:pt x="130509" y="67139"/>
                      <a:pt x="130532" y="63156"/>
                      <a:pt x="130564" y="59173"/>
                    </a:cubicBezTo>
                    <a:cubicBezTo>
                      <a:pt x="130568" y="58491"/>
                      <a:pt x="130573" y="57813"/>
                      <a:pt x="130578" y="57136"/>
                    </a:cubicBezTo>
                    <a:cubicBezTo>
                      <a:pt x="130632" y="49497"/>
                      <a:pt x="130705" y="41867"/>
                      <a:pt x="130841" y="34233"/>
                    </a:cubicBezTo>
                    <a:cubicBezTo>
                      <a:pt x="130864" y="33142"/>
                      <a:pt x="130882" y="32055"/>
                      <a:pt x="130900" y="30964"/>
                    </a:cubicBezTo>
                    <a:cubicBezTo>
                      <a:pt x="130914" y="30250"/>
                      <a:pt x="130927" y="29541"/>
                      <a:pt x="130936" y="28827"/>
                    </a:cubicBezTo>
                    <a:cubicBezTo>
                      <a:pt x="130941" y="28740"/>
                      <a:pt x="130941" y="28740"/>
                      <a:pt x="130946" y="28299"/>
                    </a:cubicBezTo>
                    <a:cubicBezTo>
                      <a:pt x="130982" y="26249"/>
                      <a:pt x="131023" y="24198"/>
                      <a:pt x="131068" y="22147"/>
                    </a:cubicBezTo>
                    <a:cubicBezTo>
                      <a:pt x="131100" y="20729"/>
                      <a:pt x="131128" y="19310"/>
                      <a:pt x="131150" y="17892"/>
                    </a:cubicBezTo>
                    <a:cubicBezTo>
                      <a:pt x="131160" y="17314"/>
                      <a:pt x="131173" y="16737"/>
                      <a:pt x="131187" y="16164"/>
                    </a:cubicBezTo>
                    <a:cubicBezTo>
                      <a:pt x="131405" y="7516"/>
                      <a:pt x="131405" y="7516"/>
                      <a:pt x="128441" y="4187"/>
                    </a:cubicBezTo>
                    <a:cubicBezTo>
                      <a:pt x="126544" y="2359"/>
                      <a:pt x="125012" y="1855"/>
                      <a:pt x="122429" y="1800"/>
                    </a:cubicBezTo>
                    <a:cubicBezTo>
                      <a:pt x="121966" y="1786"/>
                      <a:pt x="121498" y="1768"/>
                      <a:pt x="121033" y="1755"/>
                    </a:cubicBezTo>
                    <a:cubicBezTo>
                      <a:pt x="120301" y="1732"/>
                      <a:pt x="119570" y="1714"/>
                      <a:pt x="118842" y="1695"/>
                    </a:cubicBezTo>
                    <a:cubicBezTo>
                      <a:pt x="118133" y="1677"/>
                      <a:pt x="117423" y="1655"/>
                      <a:pt x="116719" y="1627"/>
                    </a:cubicBezTo>
                    <a:cubicBezTo>
                      <a:pt x="116500" y="1627"/>
                      <a:pt x="116282" y="1623"/>
                      <a:pt x="116059" y="1618"/>
                    </a:cubicBezTo>
                    <a:cubicBezTo>
                      <a:pt x="114745" y="1568"/>
                      <a:pt x="114000" y="1395"/>
                      <a:pt x="112981" y="550"/>
                    </a:cubicBezTo>
                    <a:cubicBezTo>
                      <a:pt x="114604" y="513"/>
                      <a:pt x="116232" y="491"/>
                      <a:pt x="117855" y="472"/>
                    </a:cubicBezTo>
                    <a:cubicBezTo>
                      <a:pt x="118410" y="468"/>
                      <a:pt x="118960" y="459"/>
                      <a:pt x="119510" y="445"/>
                    </a:cubicBezTo>
                    <a:cubicBezTo>
                      <a:pt x="123494" y="363"/>
                      <a:pt x="126594" y="468"/>
                      <a:pt x="129745" y="3169"/>
                    </a:cubicBezTo>
                    <a:cubicBezTo>
                      <a:pt x="131760" y="5374"/>
                      <a:pt x="132564" y="7970"/>
                      <a:pt x="132669" y="10903"/>
                    </a:cubicBezTo>
                    <a:cubicBezTo>
                      <a:pt x="132678" y="11112"/>
                      <a:pt x="132688" y="11321"/>
                      <a:pt x="132696" y="11535"/>
                    </a:cubicBezTo>
                    <a:cubicBezTo>
                      <a:pt x="132724" y="12222"/>
                      <a:pt x="132746" y="12913"/>
                      <a:pt x="132774" y="13599"/>
                    </a:cubicBezTo>
                    <a:cubicBezTo>
                      <a:pt x="132792" y="14090"/>
                      <a:pt x="132810" y="14581"/>
                      <a:pt x="132828" y="15072"/>
                    </a:cubicBezTo>
                    <a:cubicBezTo>
                      <a:pt x="133019" y="20083"/>
                      <a:pt x="133129" y="25098"/>
                      <a:pt x="133215" y="30114"/>
                    </a:cubicBezTo>
                    <a:cubicBezTo>
                      <a:pt x="133229" y="30905"/>
                      <a:pt x="133242" y="31700"/>
                      <a:pt x="133256" y="32496"/>
                    </a:cubicBezTo>
                    <a:cubicBezTo>
                      <a:pt x="133524" y="47906"/>
                      <a:pt x="133601" y="63315"/>
                      <a:pt x="133692" y="78725"/>
                    </a:cubicBezTo>
                    <a:cubicBezTo>
                      <a:pt x="133697" y="79902"/>
                      <a:pt x="133706" y="81075"/>
                      <a:pt x="133710" y="82253"/>
                    </a:cubicBezTo>
                    <a:cubicBezTo>
                      <a:pt x="133751" y="89337"/>
                      <a:pt x="133792" y="96416"/>
                      <a:pt x="133829" y="103501"/>
                    </a:cubicBezTo>
                    <a:cubicBezTo>
                      <a:pt x="133829" y="103883"/>
                      <a:pt x="133833" y="104264"/>
                      <a:pt x="133833" y="104646"/>
                    </a:cubicBezTo>
                    <a:cubicBezTo>
                      <a:pt x="133838" y="105024"/>
                      <a:pt x="133838" y="105401"/>
                      <a:pt x="133838" y="105783"/>
                    </a:cubicBezTo>
                    <a:cubicBezTo>
                      <a:pt x="133843" y="106342"/>
                      <a:pt x="133846" y="106906"/>
                      <a:pt x="133846" y="107466"/>
                    </a:cubicBezTo>
                    <a:cubicBezTo>
                      <a:pt x="133851" y="107838"/>
                      <a:pt x="133851" y="108211"/>
                      <a:pt x="133856" y="108580"/>
                    </a:cubicBezTo>
                    <a:cubicBezTo>
                      <a:pt x="133883" y="113863"/>
                      <a:pt x="133915" y="119146"/>
                      <a:pt x="133951" y="124435"/>
                    </a:cubicBezTo>
                    <a:cubicBezTo>
                      <a:pt x="133983" y="128572"/>
                      <a:pt x="134006" y="132710"/>
                      <a:pt x="134019" y="136848"/>
                    </a:cubicBezTo>
                    <a:cubicBezTo>
                      <a:pt x="134029" y="139135"/>
                      <a:pt x="134042" y="141422"/>
                      <a:pt x="134065" y="143709"/>
                    </a:cubicBezTo>
                    <a:cubicBezTo>
                      <a:pt x="134079" y="145214"/>
                      <a:pt x="134087" y="146723"/>
                      <a:pt x="134087" y="148228"/>
                    </a:cubicBezTo>
                    <a:cubicBezTo>
                      <a:pt x="134087" y="149065"/>
                      <a:pt x="134092" y="149902"/>
                      <a:pt x="134101" y="150738"/>
                    </a:cubicBezTo>
                    <a:cubicBezTo>
                      <a:pt x="134160" y="154944"/>
                      <a:pt x="133997" y="159500"/>
                      <a:pt x="131055" y="162815"/>
                    </a:cubicBezTo>
                    <a:cubicBezTo>
                      <a:pt x="129823" y="163861"/>
                      <a:pt x="128441" y="164752"/>
                      <a:pt x="127058" y="165593"/>
                    </a:cubicBezTo>
                    <a:cubicBezTo>
                      <a:pt x="126931" y="165670"/>
                      <a:pt x="126803" y="165752"/>
                      <a:pt x="126672" y="165830"/>
                    </a:cubicBezTo>
                    <a:cubicBezTo>
                      <a:pt x="125258" y="166462"/>
                      <a:pt x="123871" y="166575"/>
                      <a:pt x="122348" y="166571"/>
                    </a:cubicBezTo>
                    <a:cubicBezTo>
                      <a:pt x="122252" y="166571"/>
                      <a:pt x="122252" y="166571"/>
                      <a:pt x="121761" y="166575"/>
                    </a:cubicBezTo>
                    <a:cubicBezTo>
                      <a:pt x="121111" y="166575"/>
                      <a:pt x="120460" y="166575"/>
                      <a:pt x="119810" y="166575"/>
                    </a:cubicBezTo>
                    <a:cubicBezTo>
                      <a:pt x="119337" y="166580"/>
                      <a:pt x="118869" y="166580"/>
                      <a:pt x="118396" y="166580"/>
                    </a:cubicBezTo>
                    <a:cubicBezTo>
                      <a:pt x="117105" y="166584"/>
                      <a:pt x="115809" y="166589"/>
                      <a:pt x="114518" y="166589"/>
                    </a:cubicBezTo>
                    <a:cubicBezTo>
                      <a:pt x="113122" y="166589"/>
                      <a:pt x="111726" y="166593"/>
                      <a:pt x="110330" y="166598"/>
                    </a:cubicBezTo>
                    <a:cubicBezTo>
                      <a:pt x="107120" y="166607"/>
                      <a:pt x="103910" y="166612"/>
                      <a:pt x="100700" y="166616"/>
                    </a:cubicBezTo>
                    <a:cubicBezTo>
                      <a:pt x="99113" y="166616"/>
                      <a:pt x="97521" y="166621"/>
                      <a:pt x="95935" y="166621"/>
                    </a:cubicBezTo>
                    <a:cubicBezTo>
                      <a:pt x="90496" y="166630"/>
                      <a:pt x="85054" y="166639"/>
                      <a:pt x="79616" y="166643"/>
                    </a:cubicBezTo>
                    <a:cubicBezTo>
                      <a:pt x="79275" y="166643"/>
                      <a:pt x="78933" y="166643"/>
                      <a:pt x="78592" y="166643"/>
                    </a:cubicBezTo>
                    <a:cubicBezTo>
                      <a:pt x="78420" y="166643"/>
                      <a:pt x="78251" y="166643"/>
                      <a:pt x="78079" y="166643"/>
                    </a:cubicBezTo>
                    <a:cubicBezTo>
                      <a:pt x="77220" y="166643"/>
                      <a:pt x="76365" y="166643"/>
                      <a:pt x="75506" y="166643"/>
                    </a:cubicBezTo>
                    <a:cubicBezTo>
                      <a:pt x="75337" y="166643"/>
                      <a:pt x="75165" y="166643"/>
                      <a:pt x="74992" y="166643"/>
                    </a:cubicBezTo>
                    <a:cubicBezTo>
                      <a:pt x="69476" y="166648"/>
                      <a:pt x="63965" y="166657"/>
                      <a:pt x="58450" y="166675"/>
                    </a:cubicBezTo>
                    <a:cubicBezTo>
                      <a:pt x="52616" y="166689"/>
                      <a:pt x="46783" y="166698"/>
                      <a:pt x="40944" y="166698"/>
                    </a:cubicBezTo>
                    <a:cubicBezTo>
                      <a:pt x="40303" y="166698"/>
                      <a:pt x="39662" y="166698"/>
                      <a:pt x="39021" y="166698"/>
                    </a:cubicBezTo>
                    <a:cubicBezTo>
                      <a:pt x="38944" y="166698"/>
                      <a:pt x="38944" y="166698"/>
                      <a:pt x="38544" y="166698"/>
                    </a:cubicBezTo>
                    <a:cubicBezTo>
                      <a:pt x="36011" y="166703"/>
                      <a:pt x="33473" y="166707"/>
                      <a:pt x="30941" y="166716"/>
                    </a:cubicBezTo>
                    <a:cubicBezTo>
                      <a:pt x="28390" y="166725"/>
                      <a:pt x="25840" y="166730"/>
                      <a:pt x="23289" y="166725"/>
                    </a:cubicBezTo>
                    <a:cubicBezTo>
                      <a:pt x="21911" y="166721"/>
                      <a:pt x="20528" y="166725"/>
                      <a:pt x="19151" y="166734"/>
                    </a:cubicBezTo>
                    <a:cubicBezTo>
                      <a:pt x="17882" y="166739"/>
                      <a:pt x="16619" y="166739"/>
                      <a:pt x="15350" y="166734"/>
                    </a:cubicBezTo>
                    <a:cubicBezTo>
                      <a:pt x="14895" y="166730"/>
                      <a:pt x="14440" y="166734"/>
                      <a:pt x="13985" y="166739"/>
                    </a:cubicBezTo>
                    <a:cubicBezTo>
                      <a:pt x="9793" y="166784"/>
                      <a:pt x="6160" y="165834"/>
                      <a:pt x="3078" y="162874"/>
                    </a:cubicBezTo>
                    <a:cubicBezTo>
                      <a:pt x="-141" y="159564"/>
                      <a:pt x="-45" y="155122"/>
                      <a:pt x="0" y="150834"/>
                    </a:cubicBezTo>
                    <a:cubicBezTo>
                      <a:pt x="9" y="149943"/>
                      <a:pt x="4" y="149051"/>
                      <a:pt x="0" y="148160"/>
                    </a:cubicBezTo>
                    <a:cubicBezTo>
                      <a:pt x="0" y="146605"/>
                      <a:pt x="4" y="145050"/>
                      <a:pt x="13" y="143500"/>
                    </a:cubicBezTo>
                    <a:cubicBezTo>
                      <a:pt x="27" y="141203"/>
                      <a:pt x="27" y="138912"/>
                      <a:pt x="27" y="136616"/>
                    </a:cubicBezTo>
                    <a:cubicBezTo>
                      <a:pt x="31" y="132560"/>
                      <a:pt x="41" y="128504"/>
                      <a:pt x="58" y="124444"/>
                    </a:cubicBezTo>
                    <a:cubicBezTo>
                      <a:pt x="72" y="120920"/>
                      <a:pt x="82" y="117396"/>
                      <a:pt x="86" y="113872"/>
                    </a:cubicBezTo>
                    <a:cubicBezTo>
                      <a:pt x="90" y="113640"/>
                      <a:pt x="90" y="113404"/>
                      <a:pt x="90" y="113167"/>
                    </a:cubicBezTo>
                    <a:cubicBezTo>
                      <a:pt x="90" y="112222"/>
                      <a:pt x="95" y="111276"/>
                      <a:pt x="95" y="110335"/>
                    </a:cubicBezTo>
                    <a:cubicBezTo>
                      <a:pt x="113" y="99645"/>
                      <a:pt x="154" y="88960"/>
                      <a:pt x="199" y="78274"/>
                    </a:cubicBezTo>
                    <a:cubicBezTo>
                      <a:pt x="213" y="75205"/>
                      <a:pt x="227" y="72141"/>
                      <a:pt x="236" y="69071"/>
                    </a:cubicBezTo>
                    <a:cubicBezTo>
                      <a:pt x="272" y="59623"/>
                      <a:pt x="313" y="50179"/>
                      <a:pt x="372" y="40731"/>
                    </a:cubicBezTo>
                    <a:cubicBezTo>
                      <a:pt x="382" y="39026"/>
                      <a:pt x="390" y="37320"/>
                      <a:pt x="399" y="35611"/>
                    </a:cubicBezTo>
                    <a:cubicBezTo>
                      <a:pt x="399" y="35443"/>
                      <a:pt x="399" y="35274"/>
                      <a:pt x="399" y="35102"/>
                    </a:cubicBezTo>
                    <a:cubicBezTo>
                      <a:pt x="404" y="34933"/>
                      <a:pt x="404" y="34765"/>
                      <a:pt x="404" y="34592"/>
                    </a:cubicBezTo>
                    <a:cubicBezTo>
                      <a:pt x="418" y="31378"/>
                      <a:pt x="441" y="28163"/>
                      <a:pt x="463" y="24948"/>
                    </a:cubicBezTo>
                    <a:cubicBezTo>
                      <a:pt x="477" y="23502"/>
                      <a:pt x="486" y="22056"/>
                      <a:pt x="491" y="20611"/>
                    </a:cubicBezTo>
                    <a:cubicBezTo>
                      <a:pt x="499" y="19296"/>
                      <a:pt x="509" y="17987"/>
                      <a:pt x="523" y="16673"/>
                    </a:cubicBezTo>
                    <a:cubicBezTo>
                      <a:pt x="527" y="16205"/>
                      <a:pt x="527" y="15732"/>
                      <a:pt x="527" y="15263"/>
                    </a:cubicBezTo>
                    <a:cubicBezTo>
                      <a:pt x="536" y="11649"/>
                      <a:pt x="627" y="7743"/>
                      <a:pt x="2860" y="4724"/>
                    </a:cubicBezTo>
                    <a:cubicBezTo>
                      <a:pt x="2982" y="4555"/>
                      <a:pt x="3101" y="4387"/>
                      <a:pt x="3228" y="4210"/>
                    </a:cubicBezTo>
                    <a:cubicBezTo>
                      <a:pt x="6115" y="263"/>
                      <a:pt x="9712" y="-54"/>
                      <a:pt x="14299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</p:spPr>
            <p:txBody>
              <a:bodyPr rtlCol="0" anchor="ctr"/>
              <a:lstStyle/>
              <a:p>
                <a:pPr algn="ctr"/>
                <a:endParaRPr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7EE03BF-902A-971B-B4A6-C6295876B3A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874679" y="1569889"/>
              <a:ext cx="1720596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b="1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6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09BC7FF-CD83-F370-B50D-3D236EFB7F8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873311" y="1890592"/>
              <a:ext cx="1720596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 algn="ctr">
                <a:spcBef>
                  <a:spcPct val="21875"/>
                </a:spcBef>
                <a:spcAft>
                  <a:spcPct val="21875"/>
                </a:spcAft>
              </a:pPr>
              <a: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Data-Driven</a:t>
              </a:r>
              <a:b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</a:br>
              <a:r>
                <a:rPr sz="850" dirty="0">
                  <a:solidFill>
                    <a:srgbClr val="000000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Recommendations</a:t>
              </a: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165B00E2-4BBE-E748-CFC1-CA43DB65848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7303" y="1968467"/>
            <a:ext cx="8344250" cy="33686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b="1" dirty="0">
                <a:solidFill>
                  <a:srgbClr val="00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Key Achievements</a:t>
            </a:r>
          </a:p>
        </p:txBody>
      </p:sp>
      <p:graphicFrame>
        <p:nvGraphicFramePr>
          <p:cNvPr id="72" name="New Table">
            <a:extLst>
              <a:ext uri="{FF2B5EF4-FFF2-40B4-BE49-F238E27FC236}">
                <a16:creationId xmlns:a16="http://schemas.microsoft.com/office/drawing/2014/main" id="{49699F2B-F703-CDA3-97F6-A05DC3F348BF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396537917"/>
              </p:ext>
            </p:extLst>
          </p:nvPr>
        </p:nvGraphicFramePr>
        <p:xfrm>
          <a:off x="388885" y="2311368"/>
          <a:ext cx="3896216" cy="11708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5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572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✓</a:t>
                      </a:r>
                    </a:p>
                  </a:txBody>
                  <a:tcPr marL="0" marR="0" marT="0" marB="68580">
                    <a:lnL w="0"/>
                    <a:lnR w="0"/>
                    <a:lnT w="0"/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Identified </a:t>
                      </a:r>
                      <a:r>
                        <a:rPr sz="1000" b="1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78.68%</a:t>
                      </a: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of emissions from Customer Visits and Conferences</a:t>
                      </a:r>
                      <a:r>
                        <a:rPr lang="en-IN"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.</a:t>
                      </a:r>
                      <a:endParaRPr sz="1000" b="0" i="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0" marR="0" marT="0" marB="68580">
                    <a:lnL w="0"/>
                    <a:lnR w="0"/>
                    <a:lnT w="0"/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132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✓</a:t>
                      </a:r>
                    </a:p>
                  </a:txBody>
                  <a:tcPr marL="0" marR="0" marT="0" marB="68580">
                    <a:lnL w="0"/>
                    <a:lnR w="0"/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Discovered </a:t>
                      </a:r>
                      <a:r>
                        <a:rPr sz="1000" b="1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18%</a:t>
                      </a: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out-of-policy bookings reducing advance-booking opportunities</a:t>
                      </a:r>
                      <a:r>
                        <a:rPr lang="en-IN"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.</a:t>
                      </a:r>
                      <a:endParaRPr sz="1000" b="0" i="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0" marR="0" marT="0" marB="68580">
                    <a:lnL w="0"/>
                    <a:lnR w="0"/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434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✓</a:t>
                      </a:r>
                    </a:p>
                  </a:txBody>
                  <a:tcPr marL="0" marR="0" marT="0" marB="68580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0"/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Found </a:t>
                      </a:r>
                      <a:r>
                        <a:rPr sz="1000" b="1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2,508</a:t>
                      </a: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European short-haul flights suitable for rail substitution</a:t>
                      </a:r>
                      <a:r>
                        <a:rPr lang="en-IN"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.</a:t>
                      </a:r>
                      <a:endParaRPr sz="1000" b="0" i="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0" marR="0" marT="0" marB="68580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0"/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3" name="New Table">
            <a:extLst>
              <a:ext uri="{FF2B5EF4-FFF2-40B4-BE49-F238E27FC236}">
                <a16:creationId xmlns:a16="http://schemas.microsoft.com/office/drawing/2014/main" id="{8DAAAD1A-F21D-C534-599F-6509B04D2C7D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16336395"/>
              </p:ext>
            </p:extLst>
          </p:nvPr>
        </p:nvGraphicFramePr>
        <p:xfrm>
          <a:off x="4415242" y="2291225"/>
          <a:ext cx="4003888" cy="11708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434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✓</a:t>
                      </a:r>
                    </a:p>
                  </a:txBody>
                  <a:tcPr marL="0" marR="0" marT="0" marB="68580">
                    <a:lnL w="0"/>
                    <a:lnR w="0"/>
                    <a:lnT w="0"/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N" sz="1000" b="0" i="0" noProof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Identified </a:t>
                      </a:r>
                      <a:r>
                        <a:rPr sz="1000" b="1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16,569</a:t>
                      </a: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fossil-fuel vehicle rentals suitable for EV replacement</a:t>
                      </a:r>
                      <a:r>
                        <a:rPr lang="en-IN"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.</a:t>
                      </a:r>
                      <a:endParaRPr sz="1000" b="0" i="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0" marR="0" marT="0" marB="68580">
                    <a:lnL w="0"/>
                    <a:lnR w="0"/>
                    <a:lnT w="0"/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434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✓</a:t>
                      </a:r>
                    </a:p>
                  </a:txBody>
                  <a:tcPr marL="0" marR="0" marT="0" marB="68580">
                    <a:lnL w="0"/>
                    <a:lnR w="0"/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Highlighted </a:t>
                      </a:r>
                      <a:r>
                        <a:rPr sz="1000" b="1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~16-day</a:t>
                      </a: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reimbursement delay after travel confirmation</a:t>
                      </a:r>
                      <a:r>
                        <a:rPr lang="en-IN"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.</a:t>
                      </a:r>
                      <a:endParaRPr sz="1000" b="0" i="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0" marR="0" marT="0" marB="68580">
                    <a:lnL w="0"/>
                    <a:lnR w="0"/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32"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✓</a:t>
                      </a:r>
                    </a:p>
                  </a:txBody>
                  <a:tcPr marL="0" marR="0" marT="0" marB="68580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0"/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defRPr sz="1200">
                          <a:latin typeface="Times New Roman"/>
                        </a:defRPr>
                      </a:pPr>
                      <a:r>
                        <a:rPr lang="en-IN"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Developed a distance-based carbon approval workflow for high-impact travel</a:t>
                      </a:r>
                      <a:r>
                        <a:rPr lang="en-IN" sz="1000" b="0" i="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.</a:t>
                      </a:r>
                      <a:endParaRPr sz="1000" b="0" i="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0" marR="0" marT="0" marB="68580">
                    <a:lnL w="0"/>
                    <a:lnR w="0"/>
                    <a:lnT w="6350" cmpd="sng">
                      <a:solidFill>
                        <a:srgbClr val="808080"/>
                      </a:solidFill>
                      <a:prstDash val="solid"/>
                    </a:lnT>
                    <a:lnB w="0"/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6FCBD2C-33CF-4621-6FB1-6555C518C6A4}"/>
              </a:ext>
            </a:extLst>
          </p:cNvPr>
          <p:cNvGrpSpPr/>
          <p:nvPr/>
        </p:nvGrpSpPr>
        <p:grpSpPr>
          <a:xfrm>
            <a:off x="410883" y="3782691"/>
            <a:ext cx="1743421" cy="934103"/>
            <a:chOff x="667512" y="4281293"/>
            <a:chExt cx="2634251" cy="934103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493239C-70BA-4900-54DB-A0D5E4066A0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73269" y="4281293"/>
              <a:ext cx="2428494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b="1" dirty="0">
                  <a:solidFill>
                    <a:schemeClr val="bg1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Environmental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ABE8304-53BC-8A93-C423-1E280367026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67512" y="4533900"/>
              <a:ext cx="2446584" cy="681496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152400" lvl="1" indent="-152400">
                <a:spcAft>
                  <a:spcPts val="500"/>
                </a:spcAft>
                <a:buChar char="•"/>
              </a:pPr>
              <a:r>
                <a:rPr lang="en-IN" sz="1000" noProof="1">
                  <a:solidFill>
                    <a:schemeClr val="bg1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Lower travel emissions through rail, EVs and virtual collaboration.</a:t>
              </a:r>
            </a:p>
            <a:p>
              <a:pPr marL="152400" lvl="1" indent="-152400">
                <a:spcAft>
                  <a:spcPts val="500"/>
                </a:spcAft>
                <a:buChar char="•"/>
              </a:pPr>
              <a:r>
                <a:rPr lang="en-IN" sz="1000" noProof="1">
                  <a:solidFill>
                    <a:schemeClr val="bg1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Supports Celonis' 2030 sustainability targets.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6CC9E344-845B-4192-4BDE-490AFD06BB29}"/>
              </a:ext>
            </a:extLst>
          </p:cNvPr>
          <p:cNvGrpSpPr/>
          <p:nvPr/>
        </p:nvGrpSpPr>
        <p:grpSpPr>
          <a:xfrm>
            <a:off x="2436456" y="3792875"/>
            <a:ext cx="1638671" cy="1104399"/>
            <a:chOff x="3182662" y="4267701"/>
            <a:chExt cx="2722838" cy="1104399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B8C4FC4-654D-1C59-E899-BAE8ECF64370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3477006" y="4267701"/>
              <a:ext cx="2428494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b="1" dirty="0">
                  <a:solidFill>
                    <a:schemeClr val="bg1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Financial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CE686C5-BDD0-7579-3777-74ED88B2817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182662" y="4533900"/>
              <a:ext cx="2722838" cy="8382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152400" lvl="1" indent="-152400">
                <a:spcAft>
                  <a:spcPts val="500"/>
                </a:spcAft>
                <a:buChar char="•"/>
              </a:pPr>
              <a:r>
                <a:rPr sz="1000" dirty="0">
                  <a:solidFill>
                    <a:schemeClr val="bg1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Significant travel cost optimization from policy compliance, modal shift and EV adoption</a:t>
              </a:r>
              <a:r>
                <a:rPr lang="en-IN" sz="1000" dirty="0">
                  <a:solidFill>
                    <a:schemeClr val="bg1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.</a:t>
              </a:r>
              <a:endParaRPr sz="1000" dirty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27830B0-81CD-CBFC-58FB-58667ABB1E8B}"/>
              </a:ext>
            </a:extLst>
          </p:cNvPr>
          <p:cNvGrpSpPr/>
          <p:nvPr/>
        </p:nvGrpSpPr>
        <p:grpSpPr>
          <a:xfrm>
            <a:off x="4469336" y="3774691"/>
            <a:ext cx="1843855" cy="1167796"/>
            <a:chOff x="6286500" y="4204304"/>
            <a:chExt cx="2615621" cy="1167796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BDB6E3A-26BD-5778-1791-7812B8C9CD4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473627" y="4204304"/>
              <a:ext cx="2428494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b="1" dirty="0">
                  <a:solidFill>
                    <a:schemeClr val="bg1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Operational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EA1EF27-FFFE-EFAB-CB3D-1D0C72EDCF1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286500" y="4533900"/>
              <a:ext cx="2428494" cy="8382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152400" lvl="1" indent="-152400">
                <a:spcAft>
                  <a:spcPts val="500"/>
                </a:spcAft>
                <a:buChar char="•"/>
              </a:pPr>
              <a:r>
                <a:rPr sz="1000" dirty="0">
                  <a:solidFill>
                    <a:schemeClr val="bg1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Faster approvals, improved policy compliance and better travel planning</a:t>
              </a:r>
              <a:r>
                <a:rPr lang="en-IN" sz="1000" dirty="0">
                  <a:solidFill>
                    <a:schemeClr val="bg1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.</a:t>
              </a:r>
              <a:endParaRPr sz="1000" dirty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9B161E3-BE44-02C7-5BF5-D103B3F5333E}"/>
              </a:ext>
            </a:extLst>
          </p:cNvPr>
          <p:cNvGrpSpPr/>
          <p:nvPr/>
        </p:nvGrpSpPr>
        <p:grpSpPr>
          <a:xfrm>
            <a:off x="6474476" y="3770633"/>
            <a:ext cx="2594919" cy="1052964"/>
            <a:chOff x="9095994" y="4228123"/>
            <a:chExt cx="2594919" cy="1143977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D7F2B23-C5E4-3D5E-B6CD-7ADF3600A38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262419" y="4228123"/>
              <a:ext cx="2428494" cy="2667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0">
                <a:spcBef>
                  <a:spcPct val="21875"/>
                </a:spcBef>
                <a:spcAft>
                  <a:spcPct val="21875"/>
                </a:spcAft>
              </a:pPr>
              <a:r>
                <a:rPr b="1" dirty="0">
                  <a:solidFill>
                    <a:schemeClr val="bg1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Strategic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B3E94D3-6754-4D0F-966D-5C02C621187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095994" y="4533900"/>
              <a:ext cx="1860295" cy="838200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pPr marL="152400" lvl="1" indent="-152400">
                <a:spcAft>
                  <a:spcPts val="500"/>
                </a:spcAft>
                <a:buChar char="•"/>
              </a:pPr>
              <a:r>
                <a:rPr sz="1000" dirty="0">
                  <a:solidFill>
                    <a:schemeClr val="bg1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Carbon-aware travel governance with department accountability and automated decision support</a:t>
              </a:r>
              <a:r>
                <a:rPr lang="en-IN" sz="1000" dirty="0">
                  <a:solidFill>
                    <a:schemeClr val="bg1"/>
                  </a:solidFill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.</a:t>
              </a:r>
              <a:endParaRPr sz="1000" dirty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08956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  <p:tag name="SOURCE_SHAPE_ID" val="new_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"/>
  <p:tag name="SOURCE_SHAPE_ID" val="new_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"/>
  <p:tag name="SOURCE_SHAPE_ID" val="new_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"/>
  <p:tag name="SOURCE_SHAPE_ID" val="new_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  <p:tag name="DATA-GROUP" val="group_1"/>
  <p:tag name="SOURCE_SHAPE_ID" val="new_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  <p:tag name="DATA-GROUP" val="group_1"/>
  <p:tag name="SOURCE_SHAPE_ID" val="new_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  <p:tag name="DATA-GROUP" val="group_1"/>
  <p:tag name="SOURCE_SHAPE_ID" val="new_1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"/>
  <p:tag name="DATA-GROUP" val="group_2"/>
  <p:tag name="SOURCE_SHAPE_ID" val="new_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"/>
  <p:tag name="DATA-GROUP" val="group_3"/>
  <p:tag name="SOURCE_SHAPE_ID" val="new_1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"/>
  <p:tag name="DATA-GROUP" val="group_3"/>
  <p:tag name="SOURCE_SHAPE_ID" val="new_1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"/>
  <p:tag name="SOURCE_SHAPE_ID" val="new_1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"/>
  <p:tag name="SOURCE_SHAPE_ID" val="new_1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"/>
  <p:tag name="DATA-GROUP" val="group_4"/>
  <p:tag name="SOURCE_SHAPE_ID" val="new_1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"/>
  <p:tag name="DATA-GROUP" val="group_5"/>
  <p:tag name="SOURCE_SHAPE_ID" val="new_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"/>
  <p:tag name="DATA-GROUP" val="group_5"/>
  <p:tag name="SOURCE_SHAPE_ID" val="new_2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"/>
  <p:tag name="SOURCE_SHAPE_ID" val="new_2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"/>
  <p:tag name="DATA-GROUP" val="group_7"/>
  <p:tag name="SOURCE_SHAPE_ID" val="new_2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"/>
  <p:tag name="DATA-GROUP" val="group_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  <p:tag name="DATA-GROUP" val="group_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  <p:tag name="DATA-GROUP" val="group_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"/>
  <p:tag name="DATA-GROUP" val="group_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"/>
  <p:tag name="DATA-GROUP" val="group_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"/>
  <p:tag name="DATA-GROUP" val="group_0"/>
  <p:tag name="SOURCE_SHAPE_ID" val="sk_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"/>
  <p:tag name="SOURCE_SHAPE_ID" val="new_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  <p:tag name="DATA-GROUP" val="group_1"/>
  <p:tag name="SOURCE_SHAPE_ID" val="new_1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"/>
  <p:tag name="DATA-GROUP" val="group_2"/>
  <p:tag name="SOURCE_SHAPE_ID" val="new_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"/>
  <p:tag name="DATA-GROUP" val="group_3"/>
  <p:tag name="SOURCE_SHAPE_ID" val="new_5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"/>
  <p:tag name="DATA-GROUP" val="group_3"/>
  <p:tag name="SOURCE_SHAPE_ID" val="new_5b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"/>
  <p:tag name="DATA-GROUP" val="group_3"/>
  <p:tag name="SOURCE_SHAPE_ID" val="new_5c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"/>
  <p:tag name="DATA-GROUP" val="group_3"/>
  <p:tag name="SOURCE_SHAPE_ID" val="new_5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"/>
  <p:tag name="DATA-GROUP" val="group_3"/>
  <p:tag name="SOURCE_SHAPE_ID" val="new_5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"/>
  <p:tag name="DATA-GROUP" val="group_5"/>
  <p:tag name="SOURCE_SHAPE_ID" val="new_1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  <p:tag name="SOURCE_SHAPE_ID" val="new_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"/>
  <p:tag name="DATA-GROUP" val="group_10"/>
  <p:tag name="SOURCE_SHAPE_ID" val="new_2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"/>
  <p:tag name="SOURCE_SHAPE_ID" val="new_1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"/>
  <p:tag name="DATA-GROUP" val="group_8"/>
  <p:tag name="SOURCE_SHAPE_ID" val="new_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"/>
  <p:tag name="DATA-GROUP" val="group_9"/>
  <p:tag name="SOURCE_SHAPE_ID" val="new_1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"/>
  <p:tag name="SOURCE_SHAPE_ID" val="new_1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"/>
  <p:tag name="DATA-GROUP" val="group_6"/>
  <p:tag name="SOURCE_SHAPE_ID" val="new_1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"/>
  <p:tag name="DATA-GROUP" val="group_7"/>
  <p:tag name="SOURCE_SHAPE_ID" val="new_1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"/>
  <p:tag name="SOURCE_SHAPE_ID" val="new_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  <p:tag name="DATA-GROUP" val="group_1"/>
  <p:tag name="SOURCE_SHAPE_ID" val="new_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"/>
  <p:tag name="SOURCE_SHAPE_ID" val="new_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"/>
  <p:tag name="DATA-GROUP" val="group_2"/>
  <p:tag name="SOURCE_SHAPE_ID" val="new_9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"/>
  <p:tag name="DATA-GROUP" val="group_4"/>
  <p:tag name="SOURCE_SHAPE_ID" val="new_10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"/>
  <p:tag name="DATA-GROUP" val="group_4"/>
  <p:tag name="SOURCE_SHAPE_ID" val="new_10b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"/>
  <p:tag name="DATA-GROUP" val="group_4"/>
  <p:tag name="SOURCE_SHAPE_ID" val="new_10c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"/>
  <p:tag name="DATA-GROUP" val="group_4"/>
  <p:tag name="SOURCE_SHAPE_ID" val="new_10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"/>
  <p:tag name="DATA-GROUP" val="group_4"/>
  <p:tag name="SOURCE_SHAPE_ID" val="new_10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"/>
  <p:tag name="DATA-GROUP" val="group_1"/>
  <p:tag name="SOURCE_SHAPE_ID" val="new_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  <p:tag name="SOURCE_SHAPE_ID" val="new_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"/>
  <p:tag name="DATA-GROUP" val="group_0"/>
  <p:tag name="SOURCE_SHAPE_ID" val="sk_3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  <p:tag name="SOURCE_SHAPE_ID" val="new_c1_icon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  <p:tag name="DATA-GROUP" val="group_2"/>
  <p:tag name="SOURCE_SHAPE_ID" val="new_c1_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  <p:tag name="DATA-GROUP" val="group_3"/>
  <p:tag name="SOURCE_SHAPE_ID" val="new_c1_conten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"/>
  <p:tag name="SOURCE_SHAPE_ID" val="new_c2_icon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"/>
  <p:tag name="DATA-GROUP" val="group_2"/>
  <p:tag name="SOURCE_SHAPE_ID" val="new_c2_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"/>
  <p:tag name="DATA-GROUP" val="group_3"/>
  <p:tag name="SOURCE_SHAPE_ID" val="new_c2_conten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"/>
  <p:tag name="SOURCE_SHAPE_ID" val="new_c3_icon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"/>
  <p:tag name="DATA-GROUP" val="group_2"/>
  <p:tag name="SOURCE_SHAPE_ID" val="new_c3_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"/>
  <p:tag name="DATA-GROUP" val="group_3"/>
  <p:tag name="SOURCE_SHAPE_ID" val="new_c3_conten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"/>
  <p:tag name="SOURCE_SHAPE_ID" val="new_c4_icon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"/>
  <p:tag name="DATA-GROUP" val="group_2"/>
  <p:tag name="SOURCE_SHAPE_ID" val="new_c4_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"/>
  <p:tag name="DATA-GROUP" val="group_3"/>
  <p:tag name="SOURCE_SHAPE_ID" val="new_c4_conten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"/>
  <p:tag name="SOURCE_SHAPE_ID" val="new_c5_icon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"/>
  <p:tag name="DATA-GROUP" val="group_2"/>
  <p:tag name="SOURCE_SHAPE_ID" val="new_c5_tit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"/>
  <p:tag name="DATA-GROUP" val="group_3"/>
  <p:tag name="SOURCE_SHAPE_ID" val="new_c5_conten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"/>
  <p:tag name="SOURCE_SHAPE_ID" val="new_c6_icon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"/>
  <p:tag name="DATA-GROUP" val="group_2"/>
  <p:tag name="SOURCE_SHAPE_ID" val="new_c6_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"/>
  <p:tag name="DATA-GROUP" val="group_3"/>
  <p:tag name="SOURCE_SHAPE_ID" val="new_c6_conten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"/>
  <p:tag name="DATA-GROUP" val="group_4"/>
  <p:tag name="SOURCE_SHAPE_ID" val="new_takeaway_tex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  <p:tag name="DATA-GROUP" val="group_2"/>
  <p:tag name="SOURCE_SHAPE_ID" val="new_tab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  <p:tag name="DATA-GROUP" val="group_3"/>
  <p:tag name="SOURCE_SHAPE_ID" val="new_callout_tex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"/>
  <p:tag name="SOURCE_SHAPE_ID" val="new_callout_icon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"/>
  <p:tag name="DATA-GROUP" val="group_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"/>
  <p:tag name="DATA-GROUP" val="group_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"/>
  <p:tag name="DATA-GROUP" val="group_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"/>
  <p:tag name="DATA-GROUP" val="group_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"/>
  <p:tag name="DATA-GROUP" val="group_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"/>
  <p:tag name="DATA-GROUP" val="group_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"/>
  <p:tag name="DATA-GROUP" val="group_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"/>
  <p:tag name="DATA-GROUP" val="group_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  <p:tag name="DATA-GROUP" val="group_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  <p:tag name="DATA-GROUP" val="group_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"/>
  <p:tag name="DATA-GROUP" val="group_achievements_titl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  <p:tag name="DATA-GROUP" val="group_achievements_lis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  <p:tag name="DATA-GROUP" val="group_achievements_lis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"/>
  <p:tag name="DATA-GROUP" val="group_value_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  <p:tag name="DATA-GROUP" val="group_value_lis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"/>
  <p:tag name="DATA-GROUP" val="group_value_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  <p:tag name="DATA-GROUP" val="group_value_lis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"/>
  <p:tag name="DATA-GROUP" val="group_value_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"/>
  <p:tag name="DATA-GROUP" val="group_value_lis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"/>
  <p:tag name="DATA-GROUP" val="group_value_titl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"/>
  <p:tag name="DATA-GROUP" val="group_value_lis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"/>
  <p:tag name="DATA-GROUP" val="group_kpi_num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"/>
  <p:tag name="DATA-GROUP" val="group_kpi_labe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"/>
  <p:tag name="DATA-GROUP" val="group_kpi_num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"/>
  <p:tag name="DATA-GROUP" val="group_kpi_labe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"/>
  <p:tag name="DATA-GROUP" val="group_kpi_num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"/>
  <p:tag name="DATA-GROUP" val="group_kpi_label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"/>
  <p:tag name="DATA-GROUP" val="group_kpi_num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"/>
  <p:tag name="DATA-GROUP" val="group_kpi_label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"/>
  <p:tag name="DATA-GROUP" val="group_kpi_num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  <p:tag name="DATA-GROUP" val="group_kpi_label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  <p:tag name="DATA-GROUP" val="group_kpi_num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  <p:tag name="DATA-GROUP" val="group_kpi_label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1487</Words>
  <Application>Microsoft Office PowerPoint</Application>
  <PresentationFormat>On-screen Show (16:9)</PresentationFormat>
  <Paragraphs>201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Poppins bold</vt:lpstr>
      <vt:lpstr>Poppins </vt:lpstr>
      <vt:lpstr>Poppins</vt:lpstr>
      <vt:lpstr>Poppins SemiBold</vt:lpstr>
      <vt:lpstr>Simple Light</vt:lpstr>
      <vt:lpstr>Celonis Template 2024</vt:lpstr>
      <vt:lpstr>Celonis Template 2024</vt:lpstr>
      <vt:lpstr>Sustainability Capstone: Decarbonising Travel</vt:lpstr>
      <vt:lpstr>Executive Summary</vt:lpstr>
      <vt:lpstr>Emissions Profile and Benchmarking. </vt:lpstr>
      <vt:lpstr>Hotspot Analysis</vt:lpstr>
      <vt:lpstr>Inefficiencies Identified  </vt:lpstr>
      <vt:lpstr>Low Carbon Strategic Recommendations (Quantified)</vt:lpstr>
      <vt:lpstr>Strategic Integration Roadmap</vt:lpstr>
      <vt:lpstr>Dashboard Screenshots </vt:lpstr>
      <vt:lpstr>Results at a glance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Rafeeda Mv</dc:creator>
  <cp:lastModifiedBy>Rafeeda Mv</cp:lastModifiedBy>
  <cp:revision>1</cp:revision>
  <dcterms:modified xsi:type="dcterms:W3CDTF">2026-07-11T18:54:54Z</dcterms:modified>
</cp:coreProperties>
</file>